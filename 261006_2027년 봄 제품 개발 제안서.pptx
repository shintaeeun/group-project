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66" r:id="rId2"/>
    <p:sldId id="297" r:id="rId3"/>
    <p:sldId id="298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9" r:id="rId13"/>
    <p:sldId id="308" r:id="rId14"/>
    <p:sldId id="292" r:id="rId15"/>
  </p:sldIdLst>
  <p:sldSz cx="10691813" cy="7559675"/>
  <p:notesSz cx="6799263" cy="99298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5C63"/>
    <a:srgbClr val="41652E"/>
    <a:srgbClr val="24655B"/>
    <a:srgbClr val="FFFFFF"/>
    <a:srgbClr val="355E48"/>
    <a:srgbClr val="2E5B63"/>
    <a:srgbClr val="295965"/>
    <a:srgbClr val="683447"/>
    <a:srgbClr val="F8F0F1"/>
    <a:srgbClr val="6737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4" autoAdjust="0"/>
  </p:normalViewPr>
  <p:slideViewPr>
    <p:cSldViewPr snapToGrid="0">
      <p:cViewPr varScale="1">
        <p:scale>
          <a:sx n="137" d="100"/>
          <a:sy n="137" d="100"/>
        </p:scale>
        <p:origin x="181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 lIns="91458" tIns="45729" rIns="91458" bIns="45729"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 lIns="91458" tIns="45729" rIns="91458" bIns="45729"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 lIns="91458" tIns="45729" rIns="91458" bIns="45729"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 lIns="91458" tIns="45729" rIns="91458" bIns="45729"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 lIns="91458" tIns="45729" rIns="91458" bIns="45729"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lIns="91458" tIns="45729" rIns="91458" bIns="45729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5C89B-86F8-211E-33D4-A204DB74A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D40E9-241A-C462-A16E-AAEA1EF123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6188" y="1143000"/>
            <a:ext cx="43656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97D87D-E799-6A4E-6B05-EE4F8B075E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주름</a:t>
            </a:r>
            <a:r>
              <a:rPr lang="en-US" altLang="ko-KR" dirty="0"/>
              <a:t>/</a:t>
            </a:r>
            <a:r>
              <a:rPr lang="ko-KR" altLang="en-US" dirty="0"/>
              <a:t>미백</a:t>
            </a:r>
            <a:r>
              <a:rPr lang="en-US" altLang="ko-KR" dirty="0"/>
              <a:t>: </a:t>
            </a:r>
            <a:r>
              <a:rPr lang="ko-KR" altLang="en-US" dirty="0"/>
              <a:t>아데노신</a:t>
            </a:r>
            <a:r>
              <a:rPr lang="en-US" altLang="ko-KR" dirty="0"/>
              <a:t>, </a:t>
            </a:r>
            <a:r>
              <a:rPr lang="ko-KR" altLang="en-US" dirty="0" err="1"/>
              <a:t>나이아신아마이드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계면활성제 프리로 자극 적음 </a:t>
            </a:r>
            <a:endParaRPr lang="en-US" altLang="ko-KR" dirty="0"/>
          </a:p>
          <a:p>
            <a:r>
              <a:rPr lang="ko-KR" altLang="en-US" dirty="0" err="1"/>
              <a:t>매커니즘</a:t>
            </a:r>
            <a:r>
              <a:rPr lang="ko-KR" altLang="en-US" dirty="0"/>
              <a:t> 이중층으로 적은 오일로도 보습과 촉촉한 피부 유지 </a:t>
            </a:r>
            <a:endParaRPr lang="en-US" altLang="ko-KR" dirty="0"/>
          </a:p>
          <a:p>
            <a:r>
              <a:rPr lang="ko-KR" altLang="en-US" dirty="0"/>
              <a:t>오일 캡슐이라 흔들지 않고 </a:t>
            </a:r>
            <a:r>
              <a:rPr lang="ko-KR" altLang="en-US" dirty="0" err="1"/>
              <a:t>분사하는게</a:t>
            </a:r>
            <a:r>
              <a:rPr lang="ko-KR" altLang="en-US" dirty="0"/>
              <a:t> 포인트</a:t>
            </a:r>
            <a:r>
              <a:rPr lang="en-US" altLang="ko-KR" dirty="0"/>
              <a:t>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CFD8B-D8F4-E067-0804-3FF7167D0C5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30198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주름</a:t>
            </a:r>
            <a:r>
              <a:rPr lang="en-US" altLang="ko-KR" dirty="0"/>
              <a:t>/</a:t>
            </a:r>
            <a:r>
              <a:rPr lang="ko-KR" altLang="en-US" dirty="0"/>
              <a:t>미백</a:t>
            </a:r>
            <a:r>
              <a:rPr lang="en-US" altLang="ko-KR" dirty="0"/>
              <a:t>: </a:t>
            </a:r>
            <a:r>
              <a:rPr lang="ko-KR" altLang="en-US" dirty="0"/>
              <a:t>아데노신</a:t>
            </a:r>
            <a:r>
              <a:rPr lang="en-US" altLang="ko-KR" dirty="0"/>
              <a:t>, </a:t>
            </a:r>
            <a:r>
              <a:rPr lang="ko-KR" altLang="en-US" dirty="0" err="1"/>
              <a:t>나이아신아마이드</a:t>
            </a: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EWG </a:t>
            </a:r>
            <a:r>
              <a:rPr lang="ko-KR" altLang="en-US" dirty="0"/>
              <a:t>개선은 가능하나 실험 필요 </a:t>
            </a: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크림이며 </a:t>
            </a:r>
            <a:r>
              <a:rPr lang="en-US" altLang="ko-KR" dirty="0" err="1"/>
              <a:t>Pf</a:t>
            </a:r>
            <a:r>
              <a:rPr lang="en-US" altLang="ko-KR" dirty="0"/>
              <a:t>+ </a:t>
            </a:r>
            <a:r>
              <a:rPr lang="ko-KR" altLang="en-US" dirty="0"/>
              <a:t>오일 입자를 잘게 부셔서 </a:t>
            </a:r>
            <a:r>
              <a:rPr lang="ko-KR" altLang="en-US" dirty="0" err="1"/>
              <a:t>계면활성제프리로</a:t>
            </a:r>
            <a:r>
              <a:rPr lang="ko-KR" altLang="en-US" dirty="0"/>
              <a:t> 작은 입자가 분산된 형태 </a:t>
            </a: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/>
              <a:t>겔 네트워크 </a:t>
            </a:r>
            <a:r>
              <a:rPr lang="en-US" altLang="ko-KR" sz="1200" kern="1200" dirty="0"/>
              <a:t>– </a:t>
            </a:r>
            <a:r>
              <a:rPr lang="ko-KR" altLang="en-US" sz="1200" kern="1200" dirty="0"/>
              <a:t>계면활성제</a:t>
            </a:r>
            <a:r>
              <a:rPr lang="en-US" altLang="ko-KR" sz="1200" kern="1200" dirty="0"/>
              <a:t>-</a:t>
            </a:r>
            <a:r>
              <a:rPr lang="ko-KR" altLang="en-US" sz="1200" kern="1200" dirty="0"/>
              <a:t>프리 대신 점증제로 구현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33FFC-3A6B-472E-36F5-7C8506F9E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3DABF7-FD53-632E-19EA-FE0BE49FB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6188" y="1143000"/>
            <a:ext cx="43656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145172-1D08-6675-D068-07D78103F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kern="1200" dirty="0"/>
              <a:t>핑크색</a:t>
            </a:r>
            <a:r>
              <a:rPr lang="en-US" altLang="ko-KR" sz="1200" kern="1200" dirty="0"/>
              <a:t>: CI77491 (Iron Oxide Red) – EWG </a:t>
            </a:r>
            <a:r>
              <a:rPr lang="ko-KR" altLang="en-US" sz="1200" kern="1200" dirty="0"/>
              <a:t>데이터 없음 </a:t>
            </a:r>
            <a:endParaRPr lang="en-US" altLang="ko-KR" sz="1200" kern="1200" dirty="0"/>
          </a:p>
          <a:p>
            <a:r>
              <a:rPr lang="ko-KR" altLang="en-US" sz="1200" kern="1200" dirty="0" err="1"/>
              <a:t>그린색</a:t>
            </a:r>
            <a:r>
              <a:rPr lang="en-US" altLang="ko-KR" sz="1200" kern="1200" dirty="0"/>
              <a:t>: </a:t>
            </a:r>
            <a:r>
              <a:rPr lang="ko-KR" altLang="en-US" sz="1200" kern="1200" dirty="0" err="1"/>
              <a:t>크로퓸옥사이드그린</a:t>
            </a:r>
            <a:r>
              <a:rPr lang="ko-KR" altLang="en-US" sz="1200" kern="1200" dirty="0"/>
              <a:t> </a:t>
            </a:r>
            <a:r>
              <a:rPr lang="en-US" altLang="ko-KR" sz="1200" kern="1200" dirty="0"/>
              <a:t>(EWG 8~10)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주름</a:t>
            </a:r>
            <a:r>
              <a:rPr lang="en-US" altLang="ko-KR" dirty="0"/>
              <a:t>/</a:t>
            </a:r>
            <a:r>
              <a:rPr lang="ko-KR" altLang="en-US" dirty="0"/>
              <a:t>미백</a:t>
            </a:r>
            <a:r>
              <a:rPr lang="en-US" altLang="ko-KR" dirty="0"/>
              <a:t>: </a:t>
            </a:r>
            <a:r>
              <a:rPr lang="ko-KR" altLang="en-US" dirty="0"/>
              <a:t>아데노신</a:t>
            </a:r>
            <a:r>
              <a:rPr lang="en-US" altLang="ko-KR" dirty="0"/>
              <a:t>, </a:t>
            </a:r>
            <a:r>
              <a:rPr lang="ko-KR" altLang="en-US" dirty="0" err="1"/>
              <a:t>나이아신아마이드</a:t>
            </a:r>
            <a:endParaRPr lang="en-US" altLang="ko-KR" sz="1200" kern="1200" dirty="0"/>
          </a:p>
          <a:p>
            <a:endParaRPr lang="en-US" altLang="ko-KR" sz="1200" kern="1200" dirty="0"/>
          </a:p>
          <a:p>
            <a:r>
              <a:rPr lang="ko-KR" altLang="en-US" sz="1200" kern="1200" dirty="0"/>
              <a:t>장점</a:t>
            </a:r>
            <a:r>
              <a:rPr lang="en-US" altLang="ko-KR" sz="1200" kern="1200" dirty="0"/>
              <a:t>: </a:t>
            </a:r>
            <a:r>
              <a:rPr lang="ko-KR" altLang="en-US" sz="1200" kern="1200" dirty="0"/>
              <a:t>계면활성제가 없음</a:t>
            </a:r>
            <a:r>
              <a:rPr lang="en-US" altLang="ko-KR" sz="1200" kern="1200" dirty="0"/>
              <a:t>, </a:t>
            </a:r>
            <a:r>
              <a:rPr lang="ko-KR" altLang="en-US" sz="1200" kern="1200" dirty="0"/>
              <a:t>발수성이 아니라 </a:t>
            </a:r>
            <a:r>
              <a:rPr lang="ko-KR" altLang="en-US" sz="1200" kern="1200" dirty="0" err="1"/>
              <a:t>사용감</a:t>
            </a:r>
            <a:r>
              <a:rPr lang="ko-KR" altLang="en-US" sz="1200" kern="1200" dirty="0"/>
              <a:t> 가볍고</a:t>
            </a:r>
            <a:r>
              <a:rPr lang="en-US" altLang="ko-KR" sz="1200" kern="1200" dirty="0"/>
              <a:t>, </a:t>
            </a:r>
            <a:r>
              <a:rPr lang="ko-KR" altLang="en-US" sz="1200" kern="1200" dirty="0"/>
              <a:t>지속력이 좋다</a:t>
            </a:r>
          </a:p>
          <a:p>
            <a:r>
              <a:rPr lang="ko-KR" altLang="en-US" sz="1200" kern="1200" dirty="0"/>
              <a:t>계면활성제 프리로서 이중으로 </a:t>
            </a:r>
            <a:r>
              <a:rPr lang="ko-KR" altLang="en-US" sz="1200" kern="1200" dirty="0" err="1"/>
              <a:t>레이어드</a:t>
            </a:r>
            <a:r>
              <a:rPr lang="en-US" altLang="ko-KR" sz="1200" kern="1200" dirty="0"/>
              <a:t>+</a:t>
            </a:r>
            <a:r>
              <a:rPr lang="ko-KR" altLang="en-US" sz="1200" kern="1200" dirty="0"/>
              <a:t>광</a:t>
            </a:r>
            <a:r>
              <a:rPr lang="en-US" altLang="ko-KR" sz="1200" kern="1200" dirty="0"/>
              <a:t>+</a:t>
            </a:r>
            <a:r>
              <a:rPr lang="ko-KR" altLang="en-US" sz="1200" kern="1200" dirty="0"/>
              <a:t>끈적임 없이 지속력이 좋다 강조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1E6DA-37C4-5329-0B52-D1CC8AD8F5D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4216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95368-D009-09CB-E04F-B00072045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BEC61F-E1EB-E027-2E75-F2598644A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1114AC-C281-EBA7-A3E5-FFBDDEA0E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향을 제외하여 </a:t>
            </a:r>
            <a:r>
              <a:rPr lang="en-US" altLang="ko-KR" dirty="0"/>
              <a:t>EWG </a:t>
            </a:r>
            <a:r>
              <a:rPr lang="ko-KR" altLang="en-US" dirty="0"/>
              <a:t>화해 가능 </a:t>
            </a:r>
            <a:endParaRPr lang="en-US" altLang="ko-KR" dirty="0"/>
          </a:p>
          <a:p>
            <a:r>
              <a:rPr lang="ko-KR" altLang="en-US" dirty="0" err="1"/>
              <a:t>세라마이드</a:t>
            </a:r>
            <a:r>
              <a:rPr lang="ko-KR" altLang="en-US" dirty="0"/>
              <a:t> </a:t>
            </a:r>
            <a:r>
              <a:rPr lang="en-US" altLang="ko-KR" dirty="0"/>
              <a:t>1000ppm </a:t>
            </a:r>
            <a:r>
              <a:rPr lang="ko-KR" altLang="en-US" dirty="0" err="1"/>
              <a:t>히알루론산</a:t>
            </a:r>
            <a:r>
              <a:rPr lang="ko-KR" altLang="en-US" dirty="0"/>
              <a:t> </a:t>
            </a:r>
            <a:r>
              <a:rPr lang="en-US" altLang="ko-KR" dirty="0"/>
              <a:t>1%</a:t>
            </a:r>
            <a:r>
              <a:rPr lang="ko-KR" altLang="en-US" dirty="0"/>
              <a:t> </a:t>
            </a:r>
            <a:r>
              <a:rPr lang="ko-KR" altLang="en-US" dirty="0" err="1"/>
              <a:t>스쿠알란</a:t>
            </a:r>
            <a:r>
              <a:rPr lang="ko-KR" altLang="en-US" dirty="0"/>
              <a:t> </a:t>
            </a:r>
            <a:r>
              <a:rPr lang="en-US" altLang="ko-KR" dirty="0"/>
              <a:t>10% </a:t>
            </a:r>
          </a:p>
          <a:p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dirty="0" err="1"/>
              <a:t>세라마이드</a:t>
            </a:r>
            <a:r>
              <a:rPr lang="ko-KR" altLang="en-US" dirty="0"/>
              <a:t> </a:t>
            </a:r>
            <a:r>
              <a:rPr lang="en-US" dirty="0"/>
              <a:t>5000ppm</a:t>
            </a:r>
            <a:r>
              <a:rPr lang="ko-KR" altLang="en-US" dirty="0"/>
              <a:t>은 </a:t>
            </a:r>
            <a:r>
              <a:rPr lang="ko-KR" altLang="en-US" dirty="0" err="1"/>
              <a:t>고온에서의</a:t>
            </a:r>
            <a:r>
              <a:rPr lang="ko-KR" altLang="en-US" dirty="0"/>
              <a:t> 안정화 필요 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CD659-CE55-8F2D-BB11-96B65B1CA4F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39833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6188" y="1143000"/>
            <a:ext cx="43656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버블</a:t>
            </a:r>
            <a:r>
              <a:rPr dirty="0"/>
              <a:t>: </a:t>
            </a:r>
            <a:r>
              <a:rPr dirty="0" err="1"/>
              <a:t>불소화합물</a:t>
            </a:r>
            <a:endParaRPr dirty="0"/>
          </a:p>
          <a:p>
            <a:r>
              <a:rPr dirty="0"/>
              <a:t>고마쥬0 </a:t>
            </a:r>
            <a:r>
              <a:rPr dirty="0" err="1"/>
              <a:t>셀룰로오스X</a:t>
            </a:r>
            <a:r>
              <a:rPr dirty="0"/>
              <a:t> </a:t>
            </a:r>
          </a:p>
          <a:p>
            <a:r>
              <a:rPr dirty="0" err="1"/>
              <a:t>크림-버블-오일-고마쥬</a:t>
            </a:r>
            <a:endParaRPr dirty="0"/>
          </a:p>
          <a:p>
            <a:r>
              <a:rPr dirty="0" err="1"/>
              <a:t>선크림</a:t>
            </a:r>
            <a:r>
              <a:rPr dirty="0"/>
              <a:t> </a:t>
            </a:r>
            <a:r>
              <a:rPr dirty="0" err="1"/>
              <a:t>세정</a:t>
            </a:r>
            <a:r>
              <a:rPr dirty="0"/>
              <a:t> </a:t>
            </a:r>
            <a:r>
              <a:rPr dirty="0" err="1"/>
              <a:t>가능</a:t>
            </a:r>
            <a:r>
              <a:rPr dirty="0"/>
              <a:t> </a:t>
            </a:r>
          </a:p>
          <a:p>
            <a:r>
              <a:rPr dirty="0" err="1"/>
              <a:t>불소가</a:t>
            </a:r>
            <a:r>
              <a:rPr dirty="0"/>
              <a:t> </a:t>
            </a:r>
            <a:r>
              <a:rPr dirty="0" err="1"/>
              <a:t>들어감</a:t>
            </a:r>
            <a:r>
              <a:rPr dirty="0"/>
              <a:t> </a:t>
            </a:r>
            <a:r>
              <a:rPr dirty="0" err="1"/>
              <a:t>제외</a:t>
            </a:r>
            <a:r>
              <a:rPr dirty="0"/>
              <a:t> </a:t>
            </a:r>
            <a:r>
              <a:rPr dirty="0" err="1"/>
              <a:t>가능하며</a:t>
            </a:r>
            <a:r>
              <a:rPr dirty="0"/>
              <a:t> </a:t>
            </a:r>
            <a:r>
              <a:rPr dirty="0" err="1"/>
              <a:t>용기</a:t>
            </a:r>
            <a:r>
              <a:rPr dirty="0"/>
              <a:t> </a:t>
            </a:r>
            <a:r>
              <a:rPr dirty="0" err="1"/>
              <a:t>선정이</a:t>
            </a:r>
            <a:r>
              <a:rPr dirty="0"/>
              <a:t> </a:t>
            </a:r>
            <a:r>
              <a:rPr dirty="0" err="1"/>
              <a:t>중요함</a:t>
            </a:r>
            <a:r>
              <a:rPr dirty="0"/>
              <a:t> </a:t>
            </a:r>
          </a:p>
          <a:p>
            <a:r>
              <a:rPr dirty="0" err="1"/>
              <a:t>고마쥬</a:t>
            </a:r>
            <a:r>
              <a:rPr dirty="0"/>
              <a:t>: </a:t>
            </a:r>
            <a:r>
              <a:rPr dirty="0" err="1"/>
              <a:t>카올린+해조류</a:t>
            </a:r>
            <a:r>
              <a:rPr dirty="0"/>
              <a:t> </a:t>
            </a:r>
            <a:r>
              <a:rPr dirty="0" err="1"/>
              <a:t>유래</a:t>
            </a:r>
            <a:r>
              <a:rPr dirty="0"/>
              <a:t> </a:t>
            </a:r>
            <a:r>
              <a:rPr dirty="0" err="1"/>
              <a:t>바이오</a:t>
            </a:r>
            <a:r>
              <a:rPr dirty="0"/>
              <a:t> </a:t>
            </a:r>
            <a:r>
              <a:rPr dirty="0" err="1"/>
              <a:t>폴리머</a:t>
            </a:r>
            <a:r>
              <a:rPr dirty="0"/>
              <a:t> (</a:t>
            </a:r>
            <a:r>
              <a:rPr dirty="0" err="1"/>
              <a:t>성분</a:t>
            </a:r>
            <a:r>
              <a:rPr dirty="0"/>
              <a:t> </a:t>
            </a:r>
            <a:r>
              <a:rPr dirty="0" err="1"/>
              <a:t>변경</a:t>
            </a:r>
            <a:r>
              <a:rPr dirty="0"/>
              <a:t> </a:t>
            </a:r>
            <a:r>
              <a:rPr dirty="0" err="1"/>
              <a:t>가능</a:t>
            </a:r>
            <a:r>
              <a:rPr dirty="0"/>
              <a:t>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6105E-B05E-D1F4-7098-394BB5180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A60517-2B3E-A539-4328-88542B1461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2666F1-F72D-0976-1D22-AF9C7E9C2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B84E1-66F2-EB18-A68F-4CE59C9C456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18835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CCC2F-4279-9998-EA8C-2FA4A0901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9FAD40-B376-EC25-DBF3-7133225277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898F2-E2AC-41DA-FAE9-387B674EB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주름</a:t>
            </a:r>
            <a:r>
              <a:rPr lang="en-US" altLang="ko-KR" dirty="0"/>
              <a:t>/</a:t>
            </a:r>
            <a:r>
              <a:rPr lang="ko-KR" altLang="en-US" dirty="0"/>
              <a:t>미백</a:t>
            </a:r>
            <a:r>
              <a:rPr lang="en-US" altLang="ko-KR" dirty="0"/>
              <a:t>: </a:t>
            </a:r>
            <a:r>
              <a:rPr lang="ko-KR" altLang="en-US" dirty="0"/>
              <a:t>아데노신</a:t>
            </a:r>
            <a:r>
              <a:rPr lang="en-US" altLang="ko-KR" dirty="0"/>
              <a:t>, </a:t>
            </a:r>
            <a:r>
              <a:rPr lang="ko-KR" altLang="en-US" dirty="0" err="1"/>
              <a:t>나이아신아마이드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4BC47-825D-7FDB-FE4B-C4126266781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4760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1FA4B-1F72-B199-F4F3-FFE71C764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1DDF77-1C74-D79A-E482-2799858DD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B3E100-8EA6-8E3B-D22F-ACFB41786E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주름</a:t>
            </a:r>
            <a:r>
              <a:rPr lang="en-US" altLang="ko-KR" dirty="0"/>
              <a:t>/</a:t>
            </a:r>
            <a:r>
              <a:rPr lang="ko-KR" altLang="en-US" dirty="0"/>
              <a:t>미백</a:t>
            </a:r>
            <a:r>
              <a:rPr lang="en-US" altLang="ko-KR" dirty="0"/>
              <a:t>: </a:t>
            </a:r>
            <a:r>
              <a:rPr lang="ko-KR" altLang="en-US" dirty="0"/>
              <a:t>아데노신</a:t>
            </a:r>
            <a:r>
              <a:rPr lang="en-US" altLang="ko-KR" dirty="0"/>
              <a:t>, </a:t>
            </a:r>
            <a:r>
              <a:rPr lang="ko-KR" altLang="en-US" dirty="0" err="1"/>
              <a:t>나이아신아마이드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콩</a:t>
            </a:r>
            <a:r>
              <a:rPr lang="en-US" altLang="ko-KR" dirty="0"/>
              <a:t>, </a:t>
            </a:r>
            <a:r>
              <a:rPr lang="ko-KR" altLang="en-US" dirty="0" err="1"/>
              <a:t>낫토</a:t>
            </a:r>
            <a:r>
              <a:rPr lang="ko-KR" altLang="en-US" dirty="0"/>
              <a:t> 같은 식물성 아미노산 성분</a:t>
            </a:r>
            <a:endParaRPr lang="en-US" altLang="ko-KR" dirty="0"/>
          </a:p>
          <a:p>
            <a:r>
              <a:rPr lang="ko-KR" altLang="en-US" dirty="0"/>
              <a:t>고분자형 아미노산으로 보습이 좋다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9793D-4ABB-EB44-31D7-2A79A52BDF3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95205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AF33F-015E-1A4D-DAC8-23B4244D0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69F7A-1E32-8649-3CE3-EEB4FD8B2E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DA582E-C44F-DDD1-A4D0-5F5F16B49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BDFCC-B03F-0830-7FB0-7C7524D987B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18314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AC883-0001-0CE3-7CB1-19DE0D1F6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CDB54E-5580-B1FF-6008-31E4188A2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6188" y="1143000"/>
            <a:ext cx="43656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E7FDFE-2358-4546-6FC4-749805256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타겟</a:t>
            </a:r>
            <a:r>
              <a:rPr lang="en-US" altLang="ko-KR" dirty="0"/>
              <a:t>: 1) </a:t>
            </a:r>
            <a:r>
              <a:rPr lang="ko-KR" altLang="en-US" dirty="0" err="1"/>
              <a:t>메종</a:t>
            </a:r>
            <a:r>
              <a:rPr lang="ko-KR" altLang="en-US" dirty="0"/>
              <a:t> </a:t>
            </a:r>
            <a:r>
              <a:rPr lang="ko-KR" altLang="en-US" dirty="0" err="1"/>
              <a:t>프란시스</a:t>
            </a:r>
            <a:r>
              <a:rPr lang="ko-KR" altLang="en-US" dirty="0"/>
              <a:t> </a:t>
            </a:r>
            <a:r>
              <a:rPr lang="ko-KR" altLang="en-US" dirty="0" err="1"/>
              <a:t>커졍의</a:t>
            </a:r>
            <a:r>
              <a:rPr lang="ko-KR" altLang="en-US" dirty="0"/>
              <a:t> </a:t>
            </a:r>
            <a:r>
              <a:rPr lang="ko-KR" altLang="en-US" dirty="0" err="1"/>
              <a:t>바카라</a:t>
            </a:r>
            <a:r>
              <a:rPr lang="ko-KR" altLang="en-US" dirty="0"/>
              <a:t> 루주 </a:t>
            </a:r>
            <a:r>
              <a:rPr lang="en-US" altLang="ko-KR" dirty="0"/>
              <a:t>/ 2) </a:t>
            </a:r>
            <a:r>
              <a:rPr lang="ko-KR" altLang="en-US" dirty="0" err="1"/>
              <a:t>톰포드의</a:t>
            </a:r>
            <a:r>
              <a:rPr lang="ko-KR" altLang="en-US" dirty="0"/>
              <a:t> </a:t>
            </a:r>
            <a:r>
              <a:rPr lang="ko-KR" altLang="en-US" dirty="0" err="1"/>
              <a:t>상탈</a:t>
            </a:r>
            <a:r>
              <a:rPr lang="ko-KR" altLang="en-US" dirty="0"/>
              <a:t> </a:t>
            </a:r>
            <a:r>
              <a:rPr lang="ko-KR" altLang="en-US" dirty="0" err="1"/>
              <a:t>블러쉬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깨지거나 흐르지 않는 캡슐로 변질 없이 오래 유지 가능 </a:t>
            </a:r>
            <a:r>
              <a:rPr lang="en-US" altLang="ko-KR" dirty="0"/>
              <a:t>/ </a:t>
            </a:r>
            <a:r>
              <a:rPr lang="ko-KR" altLang="en-US" dirty="0"/>
              <a:t>스프레이 용기 가능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4EA09-BB31-63D8-619B-BA64CABBE41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74014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mailto:sales@realcoskorea.com" TargetMode="External"/><Relationship Id="rId4" Type="http://schemas.openxmlformats.org/officeDocument/2006/relationships/hyperlink" Target="http://www.realcos.co.k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" b="36"/>
          <a:stretch/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2" name="English kicker">
            <a:extLst>
              <a:ext uri="{FF2B5EF4-FFF2-40B4-BE49-F238E27FC236}">
                <a16:creationId xmlns:a16="http://schemas.microsoft.com/office/drawing/2014/main" id="{F4641DA6-0751-498E-8317-1342D0BEF288}"/>
              </a:ext>
            </a:extLst>
          </p:cNvPr>
          <p:cNvSpPr>
            <a:spLocks noGrp="1"/>
          </p:cNvSpPr>
          <p:nvPr/>
        </p:nvSpPr>
        <p:spPr>
          <a:xfrm>
            <a:off x="846000" y="1602000"/>
            <a:ext cx="3816000" cy="57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50" b="0">
                <a:solidFill>
                  <a:srgbClr val="758579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950" b="0" dirty="0">
                <a:solidFill>
                  <a:srgbClr val="758579"/>
                </a:solidFill>
                <a:latin typeface="페이퍼로지 5 Medium"/>
                <a:ea typeface="페이퍼로지 5 Medium"/>
                <a:cs typeface="페이퍼로지 5 Medium"/>
              </a:rPr>
              <a:t>2 0 2 7     S P R I N G</a:t>
            </a:r>
            <a:r>
              <a:rPr lang="en-US" sz="950" b="0" dirty="0">
                <a:solidFill>
                  <a:srgbClr val="758579"/>
                </a:solidFill>
                <a:latin typeface="페이퍼로지 5 Medium"/>
                <a:ea typeface="페이퍼로지 5 Medium"/>
                <a:cs typeface="페이퍼로지 5 Medium"/>
              </a:rPr>
              <a:t>     B E A U T Y</a:t>
            </a:r>
          </a:p>
          <a:p>
            <a:pPr>
              <a:lnSpc>
                <a:spcPct val="125000"/>
              </a:lnSpc>
              <a:defRPr sz="950" b="0">
                <a:solidFill>
                  <a:srgbClr val="758579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lang="en-US" altLang="ko-KR" sz="950" dirty="0">
                <a:solidFill>
                  <a:srgbClr val="758579"/>
                </a:solidFill>
                <a:latin typeface="페이퍼로지 5 Medium"/>
                <a:ea typeface="페이퍼로지 5 Medium"/>
                <a:cs typeface="페이퍼로지 5 Medium"/>
              </a:rPr>
              <a:t>P R O D U C T</a:t>
            </a:r>
            <a:r>
              <a:rPr lang="en-US" sz="950" b="0" dirty="0">
                <a:solidFill>
                  <a:srgbClr val="758579"/>
                </a:solidFill>
                <a:latin typeface="페이퍼로지 5 Medium"/>
                <a:ea typeface="페이퍼로지 5 Medium"/>
                <a:cs typeface="페이퍼로지 5 Medium"/>
              </a:rPr>
              <a:t>     </a:t>
            </a:r>
            <a:r>
              <a:rPr sz="950" b="0" dirty="0">
                <a:solidFill>
                  <a:srgbClr val="758579"/>
                </a:solidFill>
                <a:latin typeface="페이퍼로지 5 Medium"/>
                <a:ea typeface="페이퍼로지 5 Medium"/>
                <a:cs typeface="페이퍼로지 5 Medium"/>
              </a:rPr>
              <a:t>P R O P O S A L</a:t>
            </a:r>
          </a:p>
        </p:txBody>
      </p:sp>
      <p:sp>
        <p:nvSpPr>
          <p:cNvPr id="3" name="Cover title">
            <a:extLst>
              <a:ext uri="{FF2B5EF4-FFF2-40B4-BE49-F238E27FC236}">
                <a16:creationId xmlns:a16="http://schemas.microsoft.com/office/drawing/2014/main" id="{588A47AB-5E5A-4557-AB0E-57563286848E}"/>
              </a:ext>
            </a:extLst>
          </p:cNvPr>
          <p:cNvSpPr>
            <a:spLocks noGrp="1"/>
          </p:cNvSpPr>
          <p:nvPr/>
        </p:nvSpPr>
        <p:spPr>
          <a:xfrm>
            <a:off x="828000" y="2772000"/>
            <a:ext cx="4752000" cy="144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4000"/>
              </a:lnSpc>
              <a:buNone/>
              <a:defRPr sz="3800" b="0">
                <a:solidFill>
                  <a:srgbClr val="2D4737"/>
                </a:solidFill>
                <a:latin typeface="페이퍼로지 3 Light"/>
                <a:ea typeface="페이퍼로지 3 Light"/>
                <a:cs typeface="페이퍼로지 3 Light"/>
              </a:defRPr>
            </a:pPr>
            <a:r>
              <a:rPr sz="3800" b="0" dirty="0">
                <a:solidFill>
                  <a:srgbClr val="2D4737"/>
                </a:solidFill>
                <a:latin typeface="페이퍼로지 8 ExtraBold" pitchFamily="2" charset="-127"/>
                <a:ea typeface="페이퍼로지 8 ExtraBold" pitchFamily="2" charset="-127"/>
                <a:cs typeface="페이퍼로지 3 Light"/>
              </a:rPr>
              <a:t>2027년 봄</a:t>
            </a:r>
          </a:p>
          <a:p>
            <a:pPr algn="l">
              <a:lnSpc>
                <a:spcPct val="94000"/>
              </a:lnSpc>
              <a:buNone/>
              <a:defRPr sz="3800" b="0">
                <a:solidFill>
                  <a:srgbClr val="2D4737"/>
                </a:solidFill>
                <a:latin typeface="페이퍼로지 3 Light"/>
                <a:ea typeface="페이퍼로지 3 Light"/>
                <a:cs typeface="페이퍼로지 3 Light"/>
              </a:defRPr>
            </a:pPr>
            <a:r>
              <a:rPr lang="ko-KR" altLang="en-US" sz="3800" b="0" dirty="0">
                <a:solidFill>
                  <a:srgbClr val="2D4737"/>
                </a:solidFill>
                <a:latin typeface="페이퍼로지 8 ExtraBold" pitchFamily="2" charset="-127"/>
                <a:ea typeface="페이퍼로지 8 ExtraBold" pitchFamily="2" charset="-127"/>
                <a:cs typeface="페이퍼로지 3 Light"/>
              </a:rPr>
              <a:t>뷰티 제품 개발</a:t>
            </a:r>
            <a:r>
              <a:rPr sz="3800" b="0" dirty="0">
                <a:solidFill>
                  <a:srgbClr val="2D4737"/>
                </a:solidFill>
                <a:latin typeface="페이퍼로지 8 ExtraBold" pitchFamily="2" charset="-127"/>
                <a:ea typeface="페이퍼로지 8 ExtraBold" pitchFamily="2" charset="-127"/>
                <a:cs typeface="페이퍼로지 3 Light"/>
              </a:rPr>
              <a:t> </a:t>
            </a:r>
            <a:r>
              <a:rPr sz="3800" b="0" dirty="0" err="1">
                <a:solidFill>
                  <a:srgbClr val="2D4737"/>
                </a:solidFill>
                <a:latin typeface="페이퍼로지 8 ExtraBold" pitchFamily="2" charset="-127"/>
                <a:ea typeface="페이퍼로지 8 ExtraBold" pitchFamily="2" charset="-127"/>
                <a:cs typeface="페이퍼로지 3 Light"/>
              </a:rPr>
              <a:t>제안서</a:t>
            </a:r>
            <a:endParaRPr sz="3800" b="0" dirty="0">
              <a:solidFill>
                <a:srgbClr val="2D4737"/>
              </a:solidFill>
              <a:latin typeface="페이퍼로지 8 ExtraBold" pitchFamily="2" charset="-127"/>
              <a:ea typeface="페이퍼로지 8 ExtraBold" pitchFamily="2" charset="-127"/>
              <a:cs typeface="페이퍼로지 3 Light"/>
            </a:endParaRPr>
          </a:p>
        </p:txBody>
      </p:sp>
      <p:sp>
        <p:nvSpPr>
          <p:cNvPr id="4" name="Cover subtitle">
            <a:extLst>
              <a:ext uri="{FF2B5EF4-FFF2-40B4-BE49-F238E27FC236}">
                <a16:creationId xmlns:a16="http://schemas.microsoft.com/office/drawing/2014/main" id="{A58D040D-35B9-4CF6-87F0-E9D484E0F48E}"/>
              </a:ext>
            </a:extLst>
          </p:cNvPr>
          <p:cNvSpPr>
            <a:spLocks noGrp="1"/>
          </p:cNvSpPr>
          <p:nvPr/>
        </p:nvSpPr>
        <p:spPr>
          <a:xfrm>
            <a:off x="856800" y="4518000"/>
            <a:ext cx="4140000" cy="3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50" b="0">
                <a:solidFill>
                  <a:srgbClr val="2D4737"/>
                </a:solidFill>
                <a:latin typeface="페이퍼로지 3 Light"/>
                <a:ea typeface="페이퍼로지 3 Light"/>
                <a:cs typeface="페이퍼로지 3 Light"/>
              </a:defRPr>
            </a:pPr>
            <a:r>
              <a:rPr sz="1550" b="0" dirty="0" err="1">
                <a:solidFill>
                  <a:srgbClr val="2D4737"/>
                </a:solidFill>
                <a:latin typeface="페이퍼로지 3 Light"/>
                <a:ea typeface="페이퍼로지 3 Light"/>
                <a:cs typeface="페이퍼로지 3 Light"/>
              </a:rPr>
              <a:t>다시</a:t>
            </a:r>
            <a:r>
              <a:rPr sz="1550" b="0" dirty="0">
                <a:solidFill>
                  <a:srgbClr val="2D4737"/>
                </a:solidFill>
                <a:latin typeface="페이퍼로지 3 Light"/>
                <a:ea typeface="페이퍼로지 3 Light"/>
                <a:cs typeface="페이퍼로지 3 Light"/>
              </a:rPr>
              <a:t>, </a:t>
            </a:r>
            <a:r>
              <a:rPr sz="1550" b="0" dirty="0" err="1">
                <a:solidFill>
                  <a:srgbClr val="2D4737"/>
                </a:solidFill>
                <a:latin typeface="페이퍼로지 3 Light"/>
                <a:ea typeface="페이퍼로지 3 Light"/>
                <a:cs typeface="페이퍼로지 3 Light"/>
              </a:rPr>
              <a:t>피부가</a:t>
            </a:r>
            <a:r>
              <a:rPr sz="1550" b="0" dirty="0">
                <a:solidFill>
                  <a:srgbClr val="2D4737"/>
                </a:solidFill>
                <a:latin typeface="페이퍼로지 3 Light"/>
                <a:ea typeface="페이퍼로지 3 Light"/>
                <a:cs typeface="페이퍼로지 3 Light"/>
              </a:rPr>
              <a:t> </a:t>
            </a:r>
            <a:r>
              <a:rPr sz="1550" b="0" dirty="0" err="1">
                <a:solidFill>
                  <a:srgbClr val="2D4737"/>
                </a:solidFill>
                <a:latin typeface="페이퍼로지 3 Light"/>
                <a:ea typeface="페이퍼로지 3 Light"/>
                <a:cs typeface="페이퍼로지 3 Light"/>
              </a:rPr>
              <a:t>시작되는</a:t>
            </a:r>
            <a:r>
              <a:rPr sz="1550" b="0" dirty="0">
                <a:solidFill>
                  <a:srgbClr val="2D4737"/>
                </a:solidFill>
                <a:latin typeface="페이퍼로지 3 Light"/>
                <a:ea typeface="페이퍼로지 3 Light"/>
                <a:cs typeface="페이퍼로지 3 Light"/>
              </a:rPr>
              <a:t> </a:t>
            </a:r>
            <a:r>
              <a:rPr sz="1550" b="0" dirty="0" err="1">
                <a:solidFill>
                  <a:srgbClr val="2D4737"/>
                </a:solidFill>
                <a:latin typeface="페이퍼로지 3 Light"/>
                <a:ea typeface="페이퍼로지 3 Light"/>
                <a:cs typeface="페이퍼로지 3 Light"/>
              </a:rPr>
              <a:t>계절</a:t>
            </a:r>
            <a:endParaRPr sz="1550" b="0" dirty="0">
              <a:solidFill>
                <a:srgbClr val="2D4737"/>
              </a:solidFill>
              <a:latin typeface="페이퍼로지 3 Light"/>
              <a:ea typeface="페이퍼로지 3 Light"/>
              <a:cs typeface="페이퍼로지 3 Light"/>
            </a:endParaRPr>
          </a:p>
        </p:txBody>
      </p:sp>
      <p:sp>
        <p:nvSpPr>
          <p:cNvPr id="5" name="직선 연결선 4">
            <a:extLst>
              <a:ext uri="{FF2B5EF4-FFF2-40B4-BE49-F238E27FC236}">
                <a16:creationId xmlns:a16="http://schemas.microsoft.com/office/drawing/2014/main" id="{2C0E0A2B-B638-451D-BDD7-E6A62185D37F}"/>
              </a:ext>
            </a:extLst>
          </p:cNvPr>
          <p:cNvSpPr>
            <a:spLocks noGrp="1"/>
          </p:cNvSpPr>
          <p:nvPr/>
        </p:nvSpPr>
        <p:spPr>
          <a:xfrm>
            <a:off x="856800" y="6076800"/>
            <a:ext cx="378000" cy="0"/>
          </a:xfrm>
          <a:prstGeom prst="line">
            <a:avLst/>
          </a:prstGeom>
          <a:noFill/>
          <a:ln w="7620">
            <a:solidFill>
              <a:srgbClr val="7585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English footer">
            <a:extLst>
              <a:ext uri="{FF2B5EF4-FFF2-40B4-BE49-F238E27FC236}">
                <a16:creationId xmlns:a16="http://schemas.microsoft.com/office/drawing/2014/main" id="{57F55694-839D-46B6-8669-2602263B004F}"/>
              </a:ext>
            </a:extLst>
          </p:cNvPr>
          <p:cNvSpPr>
            <a:spLocks noGrp="1"/>
          </p:cNvSpPr>
          <p:nvPr/>
        </p:nvSpPr>
        <p:spPr>
          <a:xfrm>
            <a:off x="856800" y="6318000"/>
            <a:ext cx="4248000" cy="43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750" b="0">
                <a:solidFill>
                  <a:srgbClr val="758579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750" b="0" dirty="0">
                <a:solidFill>
                  <a:srgbClr val="758579"/>
                </a:solidFill>
                <a:latin typeface="페이퍼로지 5 Medium"/>
                <a:ea typeface="페이퍼로지 5 Medium"/>
                <a:cs typeface="페이퍼로지 5 Medium"/>
              </a:rPr>
              <a:t>S E A S O N A L   </a:t>
            </a:r>
            <a:r>
              <a:rPr lang="en-US" sz="750" b="0" dirty="0">
                <a:solidFill>
                  <a:srgbClr val="758579"/>
                </a:solidFill>
                <a:latin typeface="페이퍼로지 5 Medium"/>
                <a:ea typeface="페이퍼로지 5 Medium"/>
                <a:cs typeface="페이퍼로지 5 Medium"/>
              </a:rPr>
              <a:t>B E A U T Y</a:t>
            </a:r>
            <a:r>
              <a:rPr sz="750" b="0" dirty="0">
                <a:solidFill>
                  <a:srgbClr val="758579"/>
                </a:solidFill>
                <a:latin typeface="페이퍼로지 5 Medium"/>
                <a:ea typeface="페이퍼로지 5 Medium"/>
                <a:cs typeface="페이퍼로지 5 Medium"/>
              </a:rPr>
              <a:t>   S O L U T I O N S</a:t>
            </a:r>
          </a:p>
          <a:p>
            <a:pPr algn="l">
              <a:lnSpc>
                <a:spcPct val="130000"/>
              </a:lnSpc>
              <a:buNone/>
              <a:defRPr sz="750" b="0">
                <a:solidFill>
                  <a:srgbClr val="758579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750" b="0" dirty="0">
                <a:solidFill>
                  <a:srgbClr val="758579"/>
                </a:solidFill>
                <a:latin typeface="페이퍼로지 5 Medium"/>
                <a:ea typeface="페이퍼로지 5 Medium"/>
                <a:cs typeface="페이퍼로지 5 Medium"/>
              </a:rPr>
              <a:t>F O R   A   B R I G H T E R   T O M O R </a:t>
            </a:r>
            <a:r>
              <a:rPr sz="750" b="0" dirty="0" err="1">
                <a:solidFill>
                  <a:srgbClr val="758579"/>
                </a:solidFill>
                <a:latin typeface="페이퍼로지 5 Medium"/>
                <a:ea typeface="페이퍼로지 5 Medium"/>
                <a:cs typeface="페이퍼로지 5 Medium"/>
              </a:rPr>
              <a:t>R</a:t>
            </a:r>
            <a:r>
              <a:rPr sz="750" b="0" dirty="0">
                <a:solidFill>
                  <a:srgbClr val="758579"/>
                </a:solidFill>
                <a:latin typeface="페이퍼로지 5 Medium"/>
                <a:ea typeface="페이퍼로지 5 Medium"/>
                <a:cs typeface="페이퍼로지 5 Medium"/>
              </a:rPr>
              <a:t> O W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854065-E4EC-471A-9798-4BD73942A5B5}"/>
              </a:ext>
            </a:extLst>
          </p:cNvPr>
          <p:cNvSpPr>
            <a:spLocks noGrp="1"/>
          </p:cNvSpPr>
          <p:nvPr/>
        </p:nvSpPr>
        <p:spPr>
          <a:xfrm>
            <a:off x="64800" y="64800"/>
            <a:ext cx="10562400" cy="7430400"/>
          </a:xfrm>
          <a:prstGeom prst="rect">
            <a:avLst/>
          </a:prstGeom>
          <a:noFill/>
          <a:ln w="6191">
            <a:solidFill>
              <a:srgbClr val="BBCD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Realcos transparent logo on cover" descr="리얼코스 배경 투명 로고">
            <a:extLst>
              <a:ext uri="{FF2B5EF4-FFF2-40B4-BE49-F238E27FC236}">
                <a16:creationId xmlns:a16="http://schemas.microsoft.com/office/drawing/2014/main" id="{D6620C05-2400-BD7E-69FE-F9E7AC4FE37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" y="850900"/>
            <a:ext cx="1270000" cy="42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184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ontents-background">
            <a:extLst>
              <a:ext uri="{FF2B5EF4-FFF2-40B4-BE49-F238E27FC236}">
                <a16:creationId xmlns:a16="http://schemas.microsoft.com/office/drawing/2014/main" id="{F0E62D1C-68A7-480B-B84F-5FC243117A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691813" cy="7559675"/>
          </a:xfrm>
          <a:prstGeom prst="rect">
            <a:avLst/>
          </a:prstGeom>
          <a:solidFill>
            <a:srgbClr val="FBFA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0" name="Picture 48" descr="봄 자연광 아래 흰 꽃과 크림색 벽">
            <a:extLst>
              <a:ext uri="{FF2B5EF4-FFF2-40B4-BE49-F238E27FC236}">
                <a16:creationId xmlns:a16="http://schemas.microsoft.com/office/drawing/2014/main" id="{940E55BD-C86E-03C3-CCD7-8F0C3C6B987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750" y="0"/>
            <a:ext cx="3167063" cy="7559675"/>
          </a:xfrm>
          <a:prstGeom prst="rect">
            <a:avLst/>
          </a:prstGeom>
        </p:spPr>
      </p:pic>
      <p:sp>
        <p:nvSpPr>
          <p:cNvPr id="3" name="contents-photo-edge">
            <a:extLst>
              <a:ext uri="{FF2B5EF4-FFF2-40B4-BE49-F238E27FC236}">
                <a16:creationId xmlns:a16="http://schemas.microsoft.com/office/drawing/2014/main" id="{9CE477CB-014C-45F6-8A46-3ED6AA073504}"/>
              </a:ext>
            </a:extLst>
          </p:cNvPr>
          <p:cNvSpPr>
            <a:spLocks noGrp="1"/>
          </p:cNvSpPr>
          <p:nvPr/>
        </p:nvSpPr>
        <p:spPr>
          <a:xfrm>
            <a:off x="7429500" y="0"/>
            <a:ext cx="95250" cy="7559675"/>
          </a:xfrm>
          <a:prstGeom prst="rect">
            <a:avLst/>
          </a:prstGeom>
          <a:solidFill>
            <a:srgbClr val="2E654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contents-image-wash">
            <a:extLst>
              <a:ext uri="{FF2B5EF4-FFF2-40B4-BE49-F238E27FC236}">
                <a16:creationId xmlns:a16="http://schemas.microsoft.com/office/drawing/2014/main" id="{28B61458-6C8B-42F2-8F88-4BB0AF4B548C}"/>
              </a:ext>
            </a:extLst>
          </p:cNvPr>
          <p:cNvSpPr>
            <a:spLocks noGrp="1"/>
          </p:cNvSpPr>
          <p:nvPr/>
        </p:nvSpPr>
        <p:spPr>
          <a:xfrm>
            <a:off x="7524750" y="0"/>
            <a:ext cx="3167063" cy="7559675"/>
          </a:xfrm>
          <a:prstGeom prst="rect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contents-kicker">
            <a:extLst>
              <a:ext uri="{FF2B5EF4-FFF2-40B4-BE49-F238E27FC236}">
                <a16:creationId xmlns:a16="http://schemas.microsoft.com/office/drawing/2014/main" id="{7DA390B5-C0CF-4614-AC6F-58D103AEC505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55A8B2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975" b="0">
                <a:solidFill>
                  <a:srgbClr val="55A8B2"/>
                </a:solidFill>
                <a:latin typeface="페이퍼로지 6 SemiBold"/>
                <a:ea typeface="페이퍼로지 6 SemiBold"/>
                <a:cs typeface="페이퍼로지 6 SemiBold"/>
              </a:rPr>
              <a:t>CONTENTS</a:t>
            </a:r>
          </a:p>
        </p:txBody>
      </p:sp>
      <p:sp>
        <p:nvSpPr>
          <p:cNvPr id="6" name="contents-title">
            <a:extLst>
              <a:ext uri="{FF2B5EF4-FFF2-40B4-BE49-F238E27FC236}">
                <a16:creationId xmlns:a16="http://schemas.microsoft.com/office/drawing/2014/main" id="{F577A70C-F3A2-4859-A230-271B4C13AA79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4286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700" b="0">
                <a:solidFill>
                  <a:srgbClr val="2C3A34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sz="2700" b="0">
                <a:solidFill>
                  <a:srgbClr val="2C3A34"/>
                </a:solidFill>
                <a:latin typeface="페이퍼로지 8 ExtraBold"/>
                <a:ea typeface="페이퍼로지 8 ExtraBold"/>
                <a:cs typeface="페이퍼로지 8 ExtraBold"/>
              </a:rPr>
              <a:t>제안서 구성</a:t>
            </a:r>
          </a:p>
        </p:txBody>
      </p:sp>
      <p:sp>
        <p:nvSpPr>
          <p:cNvPr id="7" name="contents-intro">
            <a:extLst>
              <a:ext uri="{FF2B5EF4-FFF2-40B4-BE49-F238E27FC236}">
                <a16:creationId xmlns:a16="http://schemas.microsoft.com/office/drawing/2014/main" id="{934C1769-EA30-485E-B47B-6D0861AACAD1}"/>
              </a:ext>
            </a:extLst>
          </p:cNvPr>
          <p:cNvSpPr>
            <a:spLocks noGrp="1"/>
          </p:cNvSpPr>
          <p:nvPr/>
        </p:nvSpPr>
        <p:spPr>
          <a:xfrm>
            <a:off x="628650" y="1457325"/>
            <a:ext cx="5905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88" b="0">
                <a:solidFill>
                  <a:srgbClr val="6B7D7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lang="ko-KR" altLang="en-US" sz="1088" b="0">
                <a:solidFill>
                  <a:srgbClr val="6B7D74"/>
                </a:solidFill>
                <a:latin typeface="페이퍼로지 4 Regular"/>
                <a:ea typeface="페이퍼로지 4 Regular"/>
                <a:cs typeface="페이퍼로지 4 Regular"/>
              </a:rPr>
              <a:t>제안 제품을 본문 슬라이드 순서대로 정리했습니다</a:t>
            </a:r>
            <a:r>
              <a:rPr lang="en-US" altLang="ko-KR" sz="1088" b="0">
                <a:solidFill>
                  <a:srgbClr val="6B7D74"/>
                </a:solidFill>
                <a:latin typeface="페이퍼로지 4 Regular"/>
                <a:ea typeface="페이퍼로지 4 Regular"/>
                <a:cs typeface="페이퍼로지 4 Regular"/>
              </a:rPr>
              <a:t>.</a:t>
            </a:r>
            <a:endParaRPr sz="1088" b="0">
              <a:solidFill>
                <a:srgbClr val="6B7D74"/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8" name="contents-number-circle-01">
            <a:extLst>
              <a:ext uri="{FF2B5EF4-FFF2-40B4-BE49-F238E27FC236}">
                <a16:creationId xmlns:a16="http://schemas.microsoft.com/office/drawing/2014/main" id="{D6A1DC38-71C1-4DAF-8778-051F220A2E71}"/>
              </a:ext>
            </a:extLst>
          </p:cNvPr>
          <p:cNvSpPr>
            <a:spLocks noGrp="1"/>
          </p:cNvSpPr>
          <p:nvPr/>
        </p:nvSpPr>
        <p:spPr>
          <a:xfrm>
            <a:off x="628650" y="2047875"/>
            <a:ext cx="409575" cy="409575"/>
          </a:xfrm>
          <a:prstGeom prst="ellipse">
            <a:avLst/>
          </a:prstGeom>
          <a:solidFill>
            <a:srgbClr val="EFF4F0"/>
          </a:solidFill>
          <a:ln w="10478">
            <a:solidFill>
              <a:srgbClr val="A9BF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contents-number-01">
            <a:extLst>
              <a:ext uri="{FF2B5EF4-FFF2-40B4-BE49-F238E27FC236}">
                <a16:creationId xmlns:a16="http://schemas.microsoft.com/office/drawing/2014/main" id="{778773C1-98C9-4A0E-854F-4576941A9C38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4095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2E654F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900" b="0" dirty="0">
                <a:solidFill>
                  <a:srgbClr val="2E654F"/>
                </a:solidFill>
                <a:latin typeface="페이퍼로지 6 SemiBold"/>
                <a:ea typeface="페이퍼로지 6 SemiBold"/>
                <a:cs typeface="페이퍼로지 6 SemiBold"/>
              </a:rPr>
              <a:t>01</a:t>
            </a:r>
          </a:p>
        </p:txBody>
      </p:sp>
      <p:sp>
        <p:nvSpPr>
          <p:cNvPr id="10" name="contents-item-title-01">
            <a:extLst>
              <a:ext uri="{FF2B5EF4-FFF2-40B4-BE49-F238E27FC236}">
                <a16:creationId xmlns:a16="http://schemas.microsoft.com/office/drawing/2014/main" id="{C3862D47-21B5-4C0C-8240-D463521E5928}"/>
              </a:ext>
            </a:extLst>
          </p:cNvPr>
          <p:cNvSpPr>
            <a:spLocks noGrp="1"/>
          </p:cNvSpPr>
          <p:nvPr/>
        </p:nvSpPr>
        <p:spPr>
          <a:xfrm>
            <a:off x="1257300" y="200025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2C3A34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lang="ko-KR" altLang="en-US" sz="1425" b="0">
                <a:solidFill>
                  <a:srgbClr val="2C3A34"/>
                </a:solidFill>
                <a:latin typeface="페이퍼로지 6 SemiBold"/>
                <a:ea typeface="페이퍼로지 6 SemiBold"/>
                <a:cs typeface="페이퍼로지 6 SemiBold"/>
              </a:rPr>
              <a:t>캡슐 미스트</a:t>
            </a:r>
            <a:endParaRPr sz="1425" b="0" dirty="0">
              <a:solidFill>
                <a:srgbClr val="2C3A34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11" name="contents-item-english-01">
            <a:extLst>
              <a:ext uri="{FF2B5EF4-FFF2-40B4-BE49-F238E27FC236}">
                <a16:creationId xmlns:a16="http://schemas.microsoft.com/office/drawing/2014/main" id="{8A1E2717-3A7C-409E-ABEE-2F4F297D7BC2}"/>
              </a:ext>
            </a:extLst>
          </p:cNvPr>
          <p:cNvSpPr>
            <a:spLocks noGrp="1"/>
          </p:cNvSpPr>
          <p:nvPr/>
        </p:nvSpPr>
        <p:spPr>
          <a:xfrm>
            <a:off x="1257300" y="2305050"/>
            <a:ext cx="34290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90" b="0">
                <a:solidFill>
                  <a:srgbClr val="6B7D74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lang="en-US" sz="690" b="0">
                <a:solidFill>
                  <a:srgbClr val="6B7D74"/>
                </a:solidFill>
                <a:latin typeface="페이퍼로지 5 Medium"/>
                <a:ea typeface="페이퍼로지 5 Medium"/>
                <a:cs typeface="페이퍼로지 5 Medium"/>
              </a:rPr>
              <a:t>CAPSULE MIST</a:t>
            </a:r>
            <a:endParaRPr sz="690" b="0">
              <a:solidFill>
                <a:srgbClr val="6B7D74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2" name="contents-item-pages-01">
            <a:extLst>
              <a:ext uri="{FF2B5EF4-FFF2-40B4-BE49-F238E27FC236}">
                <a16:creationId xmlns:a16="http://schemas.microsoft.com/office/drawing/2014/main" id="{B7481E47-EEC7-4C1C-9A80-AD0080CF6146}"/>
              </a:ext>
            </a:extLst>
          </p:cNvPr>
          <p:cNvSpPr>
            <a:spLocks noGrp="1"/>
          </p:cNvSpPr>
          <p:nvPr/>
        </p:nvSpPr>
        <p:spPr>
          <a:xfrm>
            <a:off x="5953125" y="2114550"/>
            <a:ext cx="10001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38" b="0">
                <a:solidFill>
                  <a:srgbClr val="2E654F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lang="en-US" altLang="ko-KR" sz="938" b="0" dirty="0">
                <a:solidFill>
                  <a:srgbClr val="2E654F"/>
                </a:solidFill>
                <a:latin typeface="페이퍼로지 6 SemiBold"/>
                <a:ea typeface="페이퍼로지 6 SemiBold"/>
                <a:cs typeface="페이퍼로지 6 SemiBold"/>
              </a:rPr>
              <a:t>0</a:t>
            </a:r>
            <a:r>
              <a:rPr lang="en-US" altLang="ko-KR" sz="1000" dirty="0">
                <a:solidFill>
                  <a:srgbClr val="2E654F"/>
                </a:solidFill>
                <a:latin typeface="페이퍼로지 6 SemiBold"/>
                <a:ea typeface="페이퍼로지 6 SemiBold"/>
                <a:cs typeface="페이퍼로지 6 SemiBold"/>
              </a:rPr>
              <a:t>1</a:t>
            </a:r>
            <a:endParaRPr sz="938" b="0" dirty="0">
              <a:solidFill>
                <a:srgbClr val="2E654F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13" name="contents-divider-01">
            <a:extLst>
              <a:ext uri="{FF2B5EF4-FFF2-40B4-BE49-F238E27FC236}">
                <a16:creationId xmlns:a16="http://schemas.microsoft.com/office/drawing/2014/main" id="{8EFE3747-7EA7-4B4D-8447-478FAA67364C}"/>
              </a:ext>
            </a:extLst>
          </p:cNvPr>
          <p:cNvSpPr>
            <a:spLocks noGrp="1"/>
          </p:cNvSpPr>
          <p:nvPr/>
        </p:nvSpPr>
        <p:spPr>
          <a:xfrm>
            <a:off x="1257300" y="2562225"/>
            <a:ext cx="5695950" cy="0"/>
          </a:xfrm>
          <a:prstGeom prst="line">
            <a:avLst/>
          </a:prstGeom>
          <a:noFill/>
          <a:ln w="7620">
            <a:solidFill>
              <a:srgbClr val="CCD9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contents-number-circle-02">
            <a:extLst>
              <a:ext uri="{FF2B5EF4-FFF2-40B4-BE49-F238E27FC236}">
                <a16:creationId xmlns:a16="http://schemas.microsoft.com/office/drawing/2014/main" id="{C0E20EC9-C373-4230-B563-F5049898E5A2}"/>
              </a:ext>
            </a:extLst>
          </p:cNvPr>
          <p:cNvSpPr>
            <a:spLocks noGrp="1"/>
          </p:cNvSpPr>
          <p:nvPr/>
        </p:nvSpPr>
        <p:spPr>
          <a:xfrm>
            <a:off x="628650" y="2771775"/>
            <a:ext cx="409575" cy="409575"/>
          </a:xfrm>
          <a:prstGeom prst="ellipse">
            <a:avLst/>
          </a:prstGeom>
          <a:solidFill>
            <a:srgbClr val="EFF4F0"/>
          </a:solidFill>
          <a:ln w="10478">
            <a:solidFill>
              <a:srgbClr val="A9BF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contents-number-02">
            <a:extLst>
              <a:ext uri="{FF2B5EF4-FFF2-40B4-BE49-F238E27FC236}">
                <a16:creationId xmlns:a16="http://schemas.microsoft.com/office/drawing/2014/main" id="{0FE759DF-D1E7-4AE7-AAB7-43892D445EF6}"/>
              </a:ext>
            </a:extLst>
          </p:cNvPr>
          <p:cNvSpPr>
            <a:spLocks noGrp="1"/>
          </p:cNvSpPr>
          <p:nvPr/>
        </p:nvSpPr>
        <p:spPr>
          <a:xfrm>
            <a:off x="628650" y="2867025"/>
            <a:ext cx="4095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2E654F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900" b="0" dirty="0">
                <a:solidFill>
                  <a:srgbClr val="2E654F"/>
                </a:solidFill>
                <a:latin typeface="페이퍼로지 6 SemiBold"/>
                <a:ea typeface="페이퍼로지 6 SemiBold"/>
                <a:cs typeface="페이퍼로지 6 SemiBold"/>
              </a:rPr>
              <a:t>02</a:t>
            </a:r>
          </a:p>
        </p:txBody>
      </p:sp>
      <p:sp>
        <p:nvSpPr>
          <p:cNvPr id="16" name="contents-item-title-02">
            <a:extLst>
              <a:ext uri="{FF2B5EF4-FFF2-40B4-BE49-F238E27FC236}">
                <a16:creationId xmlns:a16="http://schemas.microsoft.com/office/drawing/2014/main" id="{2D541482-7083-49D4-87FB-4DD07262644E}"/>
              </a:ext>
            </a:extLst>
          </p:cNvPr>
          <p:cNvSpPr>
            <a:spLocks noGrp="1"/>
          </p:cNvSpPr>
          <p:nvPr/>
        </p:nvSpPr>
        <p:spPr>
          <a:xfrm>
            <a:off x="1257300" y="272415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2C3A34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lang="ko-KR" altLang="en-US" sz="1425" b="0">
                <a:solidFill>
                  <a:srgbClr val="2C3A34"/>
                </a:solidFill>
                <a:latin typeface="페이퍼로지 6 SemiBold"/>
                <a:ea typeface="페이퍼로지 6 SemiBold"/>
                <a:cs typeface="페이퍼로지 6 SemiBold"/>
              </a:rPr>
              <a:t>크림</a:t>
            </a:r>
            <a:r>
              <a:rPr lang="en-US" altLang="ko-KR" sz="1425" b="0">
                <a:solidFill>
                  <a:srgbClr val="2C3A34"/>
                </a:solidFill>
                <a:latin typeface="페이퍼로지 6 SemiBold"/>
                <a:ea typeface="페이퍼로지 6 SemiBold"/>
                <a:cs typeface="페이퍼로지 6 SemiBold"/>
              </a:rPr>
              <a:t>·</a:t>
            </a:r>
            <a:r>
              <a:rPr lang="ko-KR" altLang="en-US" sz="1425" b="0">
                <a:solidFill>
                  <a:srgbClr val="2C3A34"/>
                </a:solidFill>
                <a:latin typeface="페이퍼로지 6 SemiBold"/>
                <a:ea typeface="페이퍼로지 6 SemiBold"/>
                <a:cs typeface="페이퍼로지 6 SemiBold"/>
              </a:rPr>
              <a:t>캡슐 세럼</a:t>
            </a:r>
            <a:endParaRPr sz="1425" b="0">
              <a:solidFill>
                <a:srgbClr val="2C3A34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17" name="contents-item-english-02">
            <a:extLst>
              <a:ext uri="{FF2B5EF4-FFF2-40B4-BE49-F238E27FC236}">
                <a16:creationId xmlns:a16="http://schemas.microsoft.com/office/drawing/2014/main" id="{36F3B76B-3243-4BFC-B2CB-921C4D3E7677}"/>
              </a:ext>
            </a:extLst>
          </p:cNvPr>
          <p:cNvSpPr>
            <a:spLocks noGrp="1"/>
          </p:cNvSpPr>
          <p:nvPr/>
        </p:nvSpPr>
        <p:spPr>
          <a:xfrm>
            <a:off x="1257300" y="3028950"/>
            <a:ext cx="34290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90" b="0">
                <a:solidFill>
                  <a:srgbClr val="6B7D74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lang="en-US" sz="690" b="0">
                <a:solidFill>
                  <a:srgbClr val="6B7D74"/>
                </a:solidFill>
                <a:latin typeface="페이퍼로지 5 Medium"/>
                <a:ea typeface="페이퍼로지 5 Medium"/>
                <a:cs typeface="페이퍼로지 5 Medium"/>
              </a:rPr>
              <a:t>CREAM &amp; CAPSULE SERUM</a:t>
            </a:r>
            <a:endParaRPr sz="690" b="0">
              <a:solidFill>
                <a:srgbClr val="6B7D74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18" name="contents-item-pages-02">
            <a:extLst>
              <a:ext uri="{FF2B5EF4-FFF2-40B4-BE49-F238E27FC236}">
                <a16:creationId xmlns:a16="http://schemas.microsoft.com/office/drawing/2014/main" id="{AC45C4F3-CEB9-4E2C-937D-620264B50201}"/>
              </a:ext>
            </a:extLst>
          </p:cNvPr>
          <p:cNvSpPr>
            <a:spLocks noGrp="1"/>
          </p:cNvSpPr>
          <p:nvPr/>
        </p:nvSpPr>
        <p:spPr>
          <a:xfrm>
            <a:off x="5953125" y="2838450"/>
            <a:ext cx="10001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38" b="0">
                <a:solidFill>
                  <a:srgbClr val="2E654F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lang="en-US" altLang="ko-KR" sz="1000" dirty="0">
                <a:solidFill>
                  <a:srgbClr val="2E654F"/>
                </a:solidFill>
                <a:latin typeface="페이퍼로지 6 SemiBold"/>
                <a:ea typeface="페이퍼로지 6 SemiBold"/>
                <a:cs typeface="페이퍼로지 6 SemiBold"/>
              </a:rPr>
              <a:t>02</a:t>
            </a:r>
            <a:r>
              <a:rPr lang="en-US" altLang="ko-KR" sz="938" b="0" dirty="0">
                <a:solidFill>
                  <a:srgbClr val="2E654F"/>
                </a:solidFill>
                <a:latin typeface="페이퍼로지 6 SemiBold"/>
                <a:ea typeface="페이퍼로지 6 SemiBold"/>
                <a:cs typeface="페이퍼로지 6 SemiBold"/>
              </a:rPr>
              <a:t>- </a:t>
            </a:r>
            <a:r>
              <a:rPr lang="en-US" altLang="ko-KR" sz="938" dirty="0">
                <a:solidFill>
                  <a:srgbClr val="2E654F"/>
                </a:solidFill>
                <a:latin typeface="페이퍼로지 6 SemiBold"/>
                <a:ea typeface="페이퍼로지 6 SemiBold"/>
                <a:cs typeface="페이퍼로지 6 SemiBold"/>
              </a:rPr>
              <a:t>04</a:t>
            </a:r>
            <a:endParaRPr sz="938" b="0" dirty="0">
              <a:solidFill>
                <a:srgbClr val="2E654F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19" name="contents-divider-02">
            <a:extLst>
              <a:ext uri="{FF2B5EF4-FFF2-40B4-BE49-F238E27FC236}">
                <a16:creationId xmlns:a16="http://schemas.microsoft.com/office/drawing/2014/main" id="{E6A1027D-3157-4B57-B074-4B9DAF43A401}"/>
              </a:ext>
            </a:extLst>
          </p:cNvPr>
          <p:cNvSpPr>
            <a:spLocks noGrp="1"/>
          </p:cNvSpPr>
          <p:nvPr/>
        </p:nvSpPr>
        <p:spPr>
          <a:xfrm>
            <a:off x="1257300" y="3286125"/>
            <a:ext cx="5695950" cy="0"/>
          </a:xfrm>
          <a:prstGeom prst="line">
            <a:avLst/>
          </a:prstGeom>
          <a:noFill/>
          <a:ln w="7620">
            <a:solidFill>
              <a:srgbClr val="CCD9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contents-number-circle-03">
            <a:extLst>
              <a:ext uri="{FF2B5EF4-FFF2-40B4-BE49-F238E27FC236}">
                <a16:creationId xmlns:a16="http://schemas.microsoft.com/office/drawing/2014/main" id="{5407463B-24F1-4940-98A7-BDD4B5DA6369}"/>
              </a:ext>
            </a:extLst>
          </p:cNvPr>
          <p:cNvSpPr>
            <a:spLocks noGrp="1"/>
          </p:cNvSpPr>
          <p:nvPr/>
        </p:nvSpPr>
        <p:spPr>
          <a:xfrm>
            <a:off x="628650" y="3495675"/>
            <a:ext cx="409575" cy="409575"/>
          </a:xfrm>
          <a:prstGeom prst="ellipse">
            <a:avLst/>
          </a:prstGeom>
          <a:solidFill>
            <a:srgbClr val="EFF4F0"/>
          </a:solidFill>
          <a:ln w="10478">
            <a:solidFill>
              <a:srgbClr val="A9BF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contents-number-03">
            <a:extLst>
              <a:ext uri="{FF2B5EF4-FFF2-40B4-BE49-F238E27FC236}">
                <a16:creationId xmlns:a16="http://schemas.microsoft.com/office/drawing/2014/main" id="{1233CACE-E69A-4C1C-AAB9-E6252AB3ACE8}"/>
              </a:ext>
            </a:extLst>
          </p:cNvPr>
          <p:cNvSpPr>
            <a:spLocks noGrp="1"/>
          </p:cNvSpPr>
          <p:nvPr/>
        </p:nvSpPr>
        <p:spPr>
          <a:xfrm>
            <a:off x="628650" y="3590925"/>
            <a:ext cx="4095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2E654F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900" b="0">
                <a:solidFill>
                  <a:srgbClr val="2E654F"/>
                </a:solidFill>
                <a:latin typeface="페이퍼로지 6 SemiBold"/>
                <a:ea typeface="페이퍼로지 6 SemiBold"/>
                <a:cs typeface="페이퍼로지 6 SemiBold"/>
              </a:rPr>
              <a:t>03</a:t>
            </a:r>
          </a:p>
        </p:txBody>
      </p:sp>
      <p:sp>
        <p:nvSpPr>
          <p:cNvPr id="22" name="contents-item-title-03">
            <a:extLst>
              <a:ext uri="{FF2B5EF4-FFF2-40B4-BE49-F238E27FC236}">
                <a16:creationId xmlns:a16="http://schemas.microsoft.com/office/drawing/2014/main" id="{0CC4B848-08CE-495A-B808-7C0ABDA27222}"/>
              </a:ext>
            </a:extLst>
          </p:cNvPr>
          <p:cNvSpPr>
            <a:spLocks noGrp="1"/>
          </p:cNvSpPr>
          <p:nvPr/>
        </p:nvSpPr>
        <p:spPr>
          <a:xfrm>
            <a:off x="1257300" y="344805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2C3A34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lang="ko-KR" altLang="en-US" sz="1425" b="0">
                <a:solidFill>
                  <a:srgbClr val="2C3A34"/>
                </a:solidFill>
                <a:latin typeface="페이퍼로지 6 SemiBold"/>
                <a:ea typeface="페이퍼로지 6 SemiBold"/>
                <a:cs typeface="페이퍼로지 6 SemiBold"/>
              </a:rPr>
              <a:t>텍스처 클렌징</a:t>
            </a:r>
            <a:endParaRPr sz="1425" b="0">
              <a:solidFill>
                <a:srgbClr val="2C3A34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23" name="contents-item-english-03">
            <a:extLst>
              <a:ext uri="{FF2B5EF4-FFF2-40B4-BE49-F238E27FC236}">
                <a16:creationId xmlns:a16="http://schemas.microsoft.com/office/drawing/2014/main" id="{2E804F98-4343-4E7F-8788-AED3E0ECB737}"/>
              </a:ext>
            </a:extLst>
          </p:cNvPr>
          <p:cNvSpPr>
            <a:spLocks noGrp="1"/>
          </p:cNvSpPr>
          <p:nvPr/>
        </p:nvSpPr>
        <p:spPr>
          <a:xfrm>
            <a:off x="1257300" y="3752850"/>
            <a:ext cx="34290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90" b="0">
                <a:solidFill>
                  <a:srgbClr val="6B7D74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lang="en-US" sz="690" b="0">
                <a:solidFill>
                  <a:srgbClr val="6B7D74"/>
                </a:solidFill>
                <a:latin typeface="페이퍼로지 5 Medium"/>
                <a:ea typeface="페이퍼로지 5 Medium"/>
                <a:cs typeface="페이퍼로지 5 Medium"/>
              </a:rPr>
              <a:t>TEXTURE CLEANSING</a:t>
            </a:r>
            <a:endParaRPr sz="690" b="0">
              <a:solidFill>
                <a:srgbClr val="6B7D74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24" name="contents-item-pages-03">
            <a:extLst>
              <a:ext uri="{FF2B5EF4-FFF2-40B4-BE49-F238E27FC236}">
                <a16:creationId xmlns:a16="http://schemas.microsoft.com/office/drawing/2014/main" id="{85F120DD-4C3D-4C10-8A00-5364244FB1F6}"/>
              </a:ext>
            </a:extLst>
          </p:cNvPr>
          <p:cNvSpPr>
            <a:spLocks noGrp="1"/>
          </p:cNvSpPr>
          <p:nvPr/>
        </p:nvSpPr>
        <p:spPr>
          <a:xfrm>
            <a:off x="5953125" y="3562350"/>
            <a:ext cx="10001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38" b="0">
                <a:solidFill>
                  <a:srgbClr val="2E654F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lang="en-US" altLang="ko-KR" sz="1000" dirty="0">
                <a:solidFill>
                  <a:srgbClr val="2E654F"/>
                </a:solidFill>
                <a:latin typeface="페이퍼로지 6 SemiBold"/>
                <a:ea typeface="페이퍼로지 6 SemiBold"/>
                <a:cs typeface="페이퍼로지 6 SemiBold"/>
              </a:rPr>
              <a:t>05 </a:t>
            </a:r>
            <a:r>
              <a:rPr lang="en-US" altLang="ko-KR" sz="938" dirty="0">
                <a:solidFill>
                  <a:srgbClr val="2E654F"/>
                </a:solidFill>
                <a:latin typeface="페이퍼로지 6 SemiBold"/>
                <a:ea typeface="페이퍼로지 6 SemiBold"/>
                <a:cs typeface="페이퍼로지 6 SemiBold"/>
              </a:rPr>
              <a:t>- 06</a:t>
            </a:r>
          </a:p>
        </p:txBody>
      </p:sp>
      <p:sp>
        <p:nvSpPr>
          <p:cNvPr id="25" name="contents-divider-03">
            <a:extLst>
              <a:ext uri="{FF2B5EF4-FFF2-40B4-BE49-F238E27FC236}">
                <a16:creationId xmlns:a16="http://schemas.microsoft.com/office/drawing/2014/main" id="{CB6D01E3-C3C2-4A92-A2A1-8784E8FE6DBA}"/>
              </a:ext>
            </a:extLst>
          </p:cNvPr>
          <p:cNvSpPr>
            <a:spLocks noGrp="1"/>
          </p:cNvSpPr>
          <p:nvPr/>
        </p:nvSpPr>
        <p:spPr>
          <a:xfrm>
            <a:off x="1257300" y="4010025"/>
            <a:ext cx="5695950" cy="0"/>
          </a:xfrm>
          <a:prstGeom prst="line">
            <a:avLst/>
          </a:prstGeom>
          <a:noFill/>
          <a:ln w="7620">
            <a:solidFill>
              <a:srgbClr val="CCD9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contents-number-circle-04">
            <a:extLst>
              <a:ext uri="{FF2B5EF4-FFF2-40B4-BE49-F238E27FC236}">
                <a16:creationId xmlns:a16="http://schemas.microsoft.com/office/drawing/2014/main" id="{4C3A8FD6-DB14-4F6B-9EDE-7B9DCAF3030B}"/>
              </a:ext>
            </a:extLst>
          </p:cNvPr>
          <p:cNvSpPr>
            <a:spLocks noGrp="1"/>
          </p:cNvSpPr>
          <p:nvPr/>
        </p:nvSpPr>
        <p:spPr>
          <a:xfrm>
            <a:off x="628650" y="4219575"/>
            <a:ext cx="409575" cy="409575"/>
          </a:xfrm>
          <a:prstGeom prst="ellipse">
            <a:avLst/>
          </a:prstGeom>
          <a:solidFill>
            <a:srgbClr val="EFF4F0"/>
          </a:solidFill>
          <a:ln w="10478">
            <a:solidFill>
              <a:srgbClr val="A9BF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contents-number-04">
            <a:extLst>
              <a:ext uri="{FF2B5EF4-FFF2-40B4-BE49-F238E27FC236}">
                <a16:creationId xmlns:a16="http://schemas.microsoft.com/office/drawing/2014/main" id="{00110BB7-CA27-4175-A915-A0D92721C1C1}"/>
              </a:ext>
            </a:extLst>
          </p:cNvPr>
          <p:cNvSpPr>
            <a:spLocks noGrp="1"/>
          </p:cNvSpPr>
          <p:nvPr/>
        </p:nvSpPr>
        <p:spPr>
          <a:xfrm>
            <a:off x="628650" y="4314825"/>
            <a:ext cx="4095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2E654F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900" b="0">
                <a:solidFill>
                  <a:srgbClr val="2E654F"/>
                </a:solidFill>
                <a:latin typeface="페이퍼로지 6 SemiBold"/>
                <a:ea typeface="페이퍼로지 6 SemiBold"/>
                <a:cs typeface="페이퍼로지 6 SemiBold"/>
              </a:rPr>
              <a:t>04</a:t>
            </a:r>
          </a:p>
        </p:txBody>
      </p:sp>
      <p:sp>
        <p:nvSpPr>
          <p:cNvPr id="28" name="contents-item-title-04">
            <a:extLst>
              <a:ext uri="{FF2B5EF4-FFF2-40B4-BE49-F238E27FC236}">
                <a16:creationId xmlns:a16="http://schemas.microsoft.com/office/drawing/2014/main" id="{9057CB8E-085B-49D6-A1B6-EDA097D18F68}"/>
              </a:ext>
            </a:extLst>
          </p:cNvPr>
          <p:cNvSpPr>
            <a:spLocks noGrp="1"/>
          </p:cNvSpPr>
          <p:nvPr/>
        </p:nvSpPr>
        <p:spPr>
          <a:xfrm>
            <a:off x="1257300" y="417195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2C3A34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lang="ko-KR" altLang="en-US" sz="1425" b="0">
                <a:solidFill>
                  <a:srgbClr val="2C3A34"/>
                </a:solidFill>
                <a:latin typeface="페이퍼로지 6 SemiBold"/>
                <a:ea typeface="페이퍼로지 6 SemiBold"/>
                <a:cs typeface="페이퍼로지 6 SemiBold"/>
              </a:rPr>
              <a:t>버블 에센스</a:t>
            </a:r>
            <a:r>
              <a:rPr lang="en-US" altLang="ko-KR" sz="1425" b="0">
                <a:solidFill>
                  <a:srgbClr val="2C3A34"/>
                </a:solidFill>
                <a:latin typeface="페이퍼로지 6 SemiBold"/>
                <a:ea typeface="페이퍼로지 6 SemiBold"/>
                <a:cs typeface="페이퍼로지 6 SemiBold"/>
              </a:rPr>
              <a:t>·</a:t>
            </a:r>
            <a:r>
              <a:rPr lang="ko-KR" altLang="en-US" sz="1425" b="0">
                <a:solidFill>
                  <a:srgbClr val="2C3A34"/>
                </a:solidFill>
                <a:latin typeface="페이퍼로지 6 SemiBold"/>
                <a:ea typeface="페이퍼로지 6 SemiBold"/>
                <a:cs typeface="페이퍼로지 6 SemiBold"/>
              </a:rPr>
              <a:t>팩 투 폼</a:t>
            </a:r>
            <a:endParaRPr sz="1425" b="0" dirty="0">
              <a:solidFill>
                <a:srgbClr val="2C3A34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29" name="contents-item-english-04">
            <a:extLst>
              <a:ext uri="{FF2B5EF4-FFF2-40B4-BE49-F238E27FC236}">
                <a16:creationId xmlns:a16="http://schemas.microsoft.com/office/drawing/2014/main" id="{0A0E4DD7-B249-4EDE-AEAD-A442EEF8EC24}"/>
              </a:ext>
            </a:extLst>
          </p:cNvPr>
          <p:cNvSpPr>
            <a:spLocks noGrp="1"/>
          </p:cNvSpPr>
          <p:nvPr/>
        </p:nvSpPr>
        <p:spPr>
          <a:xfrm>
            <a:off x="1257300" y="4476750"/>
            <a:ext cx="34290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90" b="0">
                <a:solidFill>
                  <a:srgbClr val="6B7D74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lang="en-US" sz="690" b="0">
                <a:solidFill>
                  <a:srgbClr val="6B7D74"/>
                </a:solidFill>
                <a:latin typeface="페이퍼로지 5 Medium"/>
                <a:ea typeface="페이퍼로지 5 Medium"/>
                <a:cs typeface="페이퍼로지 5 Medium"/>
              </a:rPr>
              <a:t>BUBBLE ESSENCE &amp; PACK-TO-FOAM</a:t>
            </a:r>
            <a:endParaRPr sz="690" b="0">
              <a:solidFill>
                <a:srgbClr val="6B7D74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30" name="contents-item-pages-04">
            <a:extLst>
              <a:ext uri="{FF2B5EF4-FFF2-40B4-BE49-F238E27FC236}">
                <a16:creationId xmlns:a16="http://schemas.microsoft.com/office/drawing/2014/main" id="{B234E321-F1D7-40A4-A5DA-9507EF651BDF}"/>
              </a:ext>
            </a:extLst>
          </p:cNvPr>
          <p:cNvSpPr>
            <a:spLocks noGrp="1"/>
          </p:cNvSpPr>
          <p:nvPr/>
        </p:nvSpPr>
        <p:spPr>
          <a:xfrm>
            <a:off x="5953125" y="4286250"/>
            <a:ext cx="10001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38" b="0">
                <a:solidFill>
                  <a:srgbClr val="2E654F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lang="en-US" altLang="ko-KR" sz="938" dirty="0">
                <a:solidFill>
                  <a:srgbClr val="2E654F"/>
                </a:solidFill>
                <a:latin typeface="페이퍼로지 6 SemiBold"/>
                <a:ea typeface="페이퍼로지 6 SemiBold"/>
                <a:cs typeface="페이퍼로지 6 SemiBold"/>
              </a:rPr>
              <a:t>07 - 08</a:t>
            </a:r>
          </a:p>
        </p:txBody>
      </p:sp>
      <p:sp>
        <p:nvSpPr>
          <p:cNvPr id="31" name="contents-divider-04">
            <a:extLst>
              <a:ext uri="{FF2B5EF4-FFF2-40B4-BE49-F238E27FC236}">
                <a16:creationId xmlns:a16="http://schemas.microsoft.com/office/drawing/2014/main" id="{378BADBC-798A-48F2-9328-FBDD3E47D3C0}"/>
              </a:ext>
            </a:extLst>
          </p:cNvPr>
          <p:cNvSpPr>
            <a:spLocks noGrp="1"/>
          </p:cNvSpPr>
          <p:nvPr/>
        </p:nvSpPr>
        <p:spPr>
          <a:xfrm>
            <a:off x="1257300" y="4733925"/>
            <a:ext cx="5695950" cy="0"/>
          </a:xfrm>
          <a:prstGeom prst="line">
            <a:avLst/>
          </a:prstGeom>
          <a:noFill/>
          <a:ln w="7620">
            <a:solidFill>
              <a:srgbClr val="CCD9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contents-number-circle-05">
            <a:extLst>
              <a:ext uri="{FF2B5EF4-FFF2-40B4-BE49-F238E27FC236}">
                <a16:creationId xmlns:a16="http://schemas.microsoft.com/office/drawing/2014/main" id="{417AA99F-1C13-426D-AB43-F462FA0C5145}"/>
              </a:ext>
            </a:extLst>
          </p:cNvPr>
          <p:cNvSpPr>
            <a:spLocks noGrp="1"/>
          </p:cNvSpPr>
          <p:nvPr/>
        </p:nvSpPr>
        <p:spPr>
          <a:xfrm>
            <a:off x="628650" y="4943475"/>
            <a:ext cx="409575" cy="409575"/>
          </a:xfrm>
          <a:prstGeom prst="ellipse">
            <a:avLst/>
          </a:prstGeom>
          <a:solidFill>
            <a:srgbClr val="EFF4F0"/>
          </a:solidFill>
          <a:ln w="10478">
            <a:solidFill>
              <a:srgbClr val="A9BF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contents-number-05">
            <a:extLst>
              <a:ext uri="{FF2B5EF4-FFF2-40B4-BE49-F238E27FC236}">
                <a16:creationId xmlns:a16="http://schemas.microsoft.com/office/drawing/2014/main" id="{E4B59469-D122-4B33-A14C-39682E061F7D}"/>
              </a:ext>
            </a:extLst>
          </p:cNvPr>
          <p:cNvSpPr>
            <a:spLocks noGrp="1"/>
          </p:cNvSpPr>
          <p:nvPr/>
        </p:nvSpPr>
        <p:spPr>
          <a:xfrm>
            <a:off x="628650" y="5038725"/>
            <a:ext cx="4095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2E654F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900" b="0" dirty="0">
                <a:solidFill>
                  <a:srgbClr val="2E654F"/>
                </a:solidFill>
                <a:latin typeface="페이퍼로지 6 SemiBold"/>
                <a:ea typeface="페이퍼로지 6 SemiBold"/>
                <a:cs typeface="페이퍼로지 6 SemiBold"/>
              </a:rPr>
              <a:t>05</a:t>
            </a:r>
          </a:p>
        </p:txBody>
      </p:sp>
      <p:sp>
        <p:nvSpPr>
          <p:cNvPr id="34" name="contents-item-title-05">
            <a:extLst>
              <a:ext uri="{FF2B5EF4-FFF2-40B4-BE49-F238E27FC236}">
                <a16:creationId xmlns:a16="http://schemas.microsoft.com/office/drawing/2014/main" id="{24A89A18-3C08-4EAD-88FE-398FC0014123}"/>
              </a:ext>
            </a:extLst>
          </p:cNvPr>
          <p:cNvSpPr>
            <a:spLocks noGrp="1"/>
          </p:cNvSpPr>
          <p:nvPr/>
        </p:nvSpPr>
        <p:spPr>
          <a:xfrm>
            <a:off x="1257300" y="489585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2C3A34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lang="ko-KR" altLang="en-US" sz="1425" dirty="0" err="1">
                <a:solidFill>
                  <a:srgbClr val="2C3A34"/>
                </a:solidFill>
                <a:latin typeface="페이퍼로지 6 SemiBold"/>
                <a:ea typeface="페이퍼로지 6 SemiBold"/>
                <a:cs typeface="페이퍼로지 6 SemiBold"/>
              </a:rPr>
              <a:t>폴리글루타믹</a:t>
            </a:r>
            <a:r>
              <a:rPr lang="en-US" altLang="ko-KR" sz="1425" b="0" dirty="0">
                <a:solidFill>
                  <a:srgbClr val="2C3A34"/>
                </a:solidFill>
                <a:latin typeface="페이퍼로지 6 SemiBold"/>
                <a:ea typeface="페이퍼로지 6 SemiBold"/>
                <a:cs typeface="페이퍼로지 6 SemiBold"/>
              </a:rPr>
              <a:t>·</a:t>
            </a:r>
            <a:r>
              <a:rPr lang="ko-KR" altLang="en-US" sz="1425" dirty="0">
                <a:solidFill>
                  <a:srgbClr val="2C3A34"/>
                </a:solidFill>
                <a:latin typeface="페이퍼로지 6 SemiBold"/>
                <a:ea typeface="페이퍼로지 6 SemiBold"/>
                <a:cs typeface="페이퍼로지 6 SemiBold"/>
              </a:rPr>
              <a:t>헤어</a:t>
            </a:r>
            <a:r>
              <a:rPr lang="ko-KR" altLang="en-US" sz="1425" b="0" dirty="0">
                <a:solidFill>
                  <a:srgbClr val="2C3A34"/>
                </a:solidFill>
                <a:latin typeface="페이퍼로지 6 SemiBold"/>
                <a:ea typeface="페이퍼로지 6 SemiBold"/>
                <a:cs typeface="페이퍼로지 6 SemiBold"/>
              </a:rPr>
              <a:t> 앰플</a:t>
            </a:r>
            <a:endParaRPr sz="1425" b="0" dirty="0">
              <a:solidFill>
                <a:srgbClr val="2C3A34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35" name="contents-item-english-05">
            <a:extLst>
              <a:ext uri="{FF2B5EF4-FFF2-40B4-BE49-F238E27FC236}">
                <a16:creationId xmlns:a16="http://schemas.microsoft.com/office/drawing/2014/main" id="{E5EBE797-1330-4596-9F3D-71B9169E8353}"/>
              </a:ext>
            </a:extLst>
          </p:cNvPr>
          <p:cNvSpPr>
            <a:spLocks noGrp="1"/>
          </p:cNvSpPr>
          <p:nvPr/>
        </p:nvSpPr>
        <p:spPr>
          <a:xfrm>
            <a:off x="1257300" y="5200650"/>
            <a:ext cx="34290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90" b="0">
                <a:solidFill>
                  <a:srgbClr val="6B7D74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lang="en-US" sz="690" b="0" dirty="0">
                <a:solidFill>
                  <a:srgbClr val="6B7D74"/>
                </a:solidFill>
                <a:latin typeface="페이퍼로지 5 Medium"/>
                <a:ea typeface="페이퍼로지 5 Medium"/>
                <a:cs typeface="페이퍼로지 5 Medium"/>
              </a:rPr>
              <a:t>POLYGLUTAMIC &amp; </a:t>
            </a:r>
            <a:r>
              <a:rPr lang="en-US" sz="690" dirty="0">
                <a:solidFill>
                  <a:srgbClr val="6B7D74"/>
                </a:solidFill>
                <a:latin typeface="페이퍼로지 5 Medium"/>
                <a:ea typeface="페이퍼로지 5 Medium"/>
                <a:cs typeface="페이퍼로지 5 Medium"/>
              </a:rPr>
              <a:t>HAIR</a:t>
            </a:r>
            <a:r>
              <a:rPr lang="en-US" sz="690" b="0" dirty="0">
                <a:solidFill>
                  <a:srgbClr val="6B7D74"/>
                </a:solidFill>
                <a:latin typeface="페이퍼로지 5 Medium"/>
                <a:ea typeface="페이퍼로지 5 Medium"/>
                <a:cs typeface="페이퍼로지 5 Medium"/>
              </a:rPr>
              <a:t> AMPOULE</a:t>
            </a:r>
            <a:endParaRPr sz="690" b="0" dirty="0">
              <a:solidFill>
                <a:srgbClr val="6B7D74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36" name="contents-item-pages-05">
            <a:extLst>
              <a:ext uri="{FF2B5EF4-FFF2-40B4-BE49-F238E27FC236}">
                <a16:creationId xmlns:a16="http://schemas.microsoft.com/office/drawing/2014/main" id="{70375833-CB08-433F-8913-43A90ED15CF5}"/>
              </a:ext>
            </a:extLst>
          </p:cNvPr>
          <p:cNvSpPr>
            <a:spLocks noGrp="1"/>
          </p:cNvSpPr>
          <p:nvPr/>
        </p:nvSpPr>
        <p:spPr>
          <a:xfrm>
            <a:off x="5953125" y="5010150"/>
            <a:ext cx="10001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38" b="0">
                <a:solidFill>
                  <a:srgbClr val="2E654F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lang="en-US" altLang="ko-KR" sz="938" dirty="0">
                <a:solidFill>
                  <a:srgbClr val="2E654F"/>
                </a:solidFill>
                <a:latin typeface="페이퍼로지 6 SemiBold"/>
                <a:ea typeface="페이퍼로지 6 SemiBold"/>
                <a:cs typeface="페이퍼로지 6 SemiBold"/>
              </a:rPr>
              <a:t>09 - 10</a:t>
            </a:r>
          </a:p>
        </p:txBody>
      </p:sp>
      <p:sp>
        <p:nvSpPr>
          <p:cNvPr id="37" name="contents-divider-05">
            <a:extLst>
              <a:ext uri="{FF2B5EF4-FFF2-40B4-BE49-F238E27FC236}">
                <a16:creationId xmlns:a16="http://schemas.microsoft.com/office/drawing/2014/main" id="{387D0B00-9405-4CEC-A9F7-8EFC2A60A842}"/>
              </a:ext>
            </a:extLst>
          </p:cNvPr>
          <p:cNvSpPr>
            <a:spLocks noGrp="1"/>
          </p:cNvSpPr>
          <p:nvPr/>
        </p:nvSpPr>
        <p:spPr>
          <a:xfrm>
            <a:off x="1257300" y="5457825"/>
            <a:ext cx="5695950" cy="0"/>
          </a:xfrm>
          <a:prstGeom prst="line">
            <a:avLst/>
          </a:prstGeom>
          <a:noFill/>
          <a:ln w="7620">
            <a:solidFill>
              <a:srgbClr val="CCD9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contents-number-circle-06">
            <a:extLst>
              <a:ext uri="{FF2B5EF4-FFF2-40B4-BE49-F238E27FC236}">
                <a16:creationId xmlns:a16="http://schemas.microsoft.com/office/drawing/2014/main" id="{7FA98D64-F637-4CC8-85E3-ECD84AA3A334}"/>
              </a:ext>
            </a:extLst>
          </p:cNvPr>
          <p:cNvSpPr>
            <a:spLocks noGrp="1"/>
          </p:cNvSpPr>
          <p:nvPr/>
        </p:nvSpPr>
        <p:spPr>
          <a:xfrm>
            <a:off x="628650" y="5667375"/>
            <a:ext cx="409575" cy="409575"/>
          </a:xfrm>
          <a:prstGeom prst="ellipse">
            <a:avLst/>
          </a:prstGeom>
          <a:solidFill>
            <a:srgbClr val="EFF4F0"/>
          </a:solidFill>
          <a:ln w="10478">
            <a:solidFill>
              <a:srgbClr val="A9BF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contents-number-06">
            <a:extLst>
              <a:ext uri="{FF2B5EF4-FFF2-40B4-BE49-F238E27FC236}">
                <a16:creationId xmlns:a16="http://schemas.microsoft.com/office/drawing/2014/main" id="{414F8197-2CEA-4EFA-8818-25B5FCDE1B1E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4095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2E654F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sz="900" b="0">
                <a:solidFill>
                  <a:srgbClr val="2E654F"/>
                </a:solidFill>
                <a:latin typeface="페이퍼로지 6 SemiBold"/>
                <a:ea typeface="페이퍼로지 6 SemiBold"/>
                <a:cs typeface="페이퍼로지 6 SemiBold"/>
              </a:rPr>
              <a:t>06</a:t>
            </a:r>
          </a:p>
        </p:txBody>
      </p:sp>
      <p:sp>
        <p:nvSpPr>
          <p:cNvPr id="40" name="contents-item-title-06">
            <a:extLst>
              <a:ext uri="{FF2B5EF4-FFF2-40B4-BE49-F238E27FC236}">
                <a16:creationId xmlns:a16="http://schemas.microsoft.com/office/drawing/2014/main" id="{BED8502D-00B0-4545-A4B1-564B4CDE72E5}"/>
              </a:ext>
            </a:extLst>
          </p:cNvPr>
          <p:cNvSpPr>
            <a:spLocks noGrp="1"/>
          </p:cNvSpPr>
          <p:nvPr/>
        </p:nvSpPr>
        <p:spPr>
          <a:xfrm>
            <a:off x="1257300" y="561975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2C3A34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lang="ko-KR" altLang="en-US" sz="1425" b="0">
                <a:solidFill>
                  <a:srgbClr val="2C3A34"/>
                </a:solidFill>
                <a:latin typeface="페이퍼로지 6 SemiBold"/>
                <a:ea typeface="페이퍼로지 6 SemiBold"/>
                <a:cs typeface="페이퍼로지 6 SemiBold"/>
              </a:rPr>
              <a:t>캡슐 퍼퓸</a:t>
            </a:r>
            <a:endParaRPr sz="1425" b="0">
              <a:solidFill>
                <a:srgbClr val="2C3A34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41" name="contents-item-english-06">
            <a:extLst>
              <a:ext uri="{FF2B5EF4-FFF2-40B4-BE49-F238E27FC236}">
                <a16:creationId xmlns:a16="http://schemas.microsoft.com/office/drawing/2014/main" id="{CE1CC824-DC45-4CCD-AFFC-9A328CEB1497}"/>
              </a:ext>
            </a:extLst>
          </p:cNvPr>
          <p:cNvSpPr>
            <a:spLocks noGrp="1"/>
          </p:cNvSpPr>
          <p:nvPr/>
        </p:nvSpPr>
        <p:spPr>
          <a:xfrm>
            <a:off x="1257300" y="5924550"/>
            <a:ext cx="34290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90" b="0">
                <a:solidFill>
                  <a:srgbClr val="6B7D74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lang="en-US" sz="690" b="0">
                <a:solidFill>
                  <a:srgbClr val="6B7D74"/>
                </a:solidFill>
                <a:latin typeface="페이퍼로지 5 Medium"/>
                <a:ea typeface="페이퍼로지 5 Medium"/>
                <a:cs typeface="페이퍼로지 5 Medium"/>
              </a:rPr>
              <a:t>CAPSULE PERFUME</a:t>
            </a:r>
            <a:endParaRPr sz="690" b="0">
              <a:solidFill>
                <a:srgbClr val="6B7D74"/>
              </a:solidFill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42" name="contents-item-pages-06">
            <a:extLst>
              <a:ext uri="{FF2B5EF4-FFF2-40B4-BE49-F238E27FC236}">
                <a16:creationId xmlns:a16="http://schemas.microsoft.com/office/drawing/2014/main" id="{E0508DBE-6866-4DA5-98C7-E06216356708}"/>
              </a:ext>
            </a:extLst>
          </p:cNvPr>
          <p:cNvSpPr>
            <a:spLocks noGrp="1"/>
          </p:cNvSpPr>
          <p:nvPr/>
        </p:nvSpPr>
        <p:spPr>
          <a:xfrm>
            <a:off x="5953125" y="5734050"/>
            <a:ext cx="10001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38" b="0">
                <a:solidFill>
                  <a:srgbClr val="2E654F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lang="en-US" altLang="ko-KR" sz="938" dirty="0">
                <a:solidFill>
                  <a:srgbClr val="2E654F"/>
                </a:solidFill>
                <a:latin typeface="페이퍼로지 6 SemiBold"/>
                <a:ea typeface="페이퍼로지 6 SemiBold"/>
                <a:cs typeface="페이퍼로지 6 SemiBold"/>
              </a:rPr>
              <a:t>11</a:t>
            </a:r>
            <a:endParaRPr sz="938" dirty="0">
              <a:solidFill>
                <a:srgbClr val="2E654F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43" name="contents-divider-06">
            <a:extLst>
              <a:ext uri="{FF2B5EF4-FFF2-40B4-BE49-F238E27FC236}">
                <a16:creationId xmlns:a16="http://schemas.microsoft.com/office/drawing/2014/main" id="{B4530BEB-AA78-4D17-938E-20ED888EEBE4}"/>
              </a:ext>
            </a:extLst>
          </p:cNvPr>
          <p:cNvSpPr>
            <a:spLocks noGrp="1"/>
          </p:cNvSpPr>
          <p:nvPr/>
        </p:nvSpPr>
        <p:spPr>
          <a:xfrm>
            <a:off x="1257300" y="6181725"/>
            <a:ext cx="5695950" cy="0"/>
          </a:xfrm>
          <a:prstGeom prst="line">
            <a:avLst/>
          </a:prstGeom>
          <a:noFill/>
          <a:ln w="7620">
            <a:solidFill>
              <a:srgbClr val="CCD9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contents-footer-line">
            <a:extLst>
              <a:ext uri="{FF2B5EF4-FFF2-40B4-BE49-F238E27FC236}">
                <a16:creationId xmlns:a16="http://schemas.microsoft.com/office/drawing/2014/main" id="{370298BA-F1B2-4B4A-998B-5FA57D0FD98B}"/>
              </a:ext>
            </a:extLst>
          </p:cNvPr>
          <p:cNvSpPr>
            <a:spLocks noGrp="1"/>
          </p:cNvSpPr>
          <p:nvPr/>
        </p:nvSpPr>
        <p:spPr>
          <a:xfrm>
            <a:off x="609600" y="7010400"/>
            <a:ext cx="6343650" cy="0"/>
          </a:xfrm>
          <a:prstGeom prst="line">
            <a:avLst/>
          </a:prstGeom>
          <a:noFill/>
          <a:ln w="7620">
            <a:solidFill>
              <a:srgbClr val="CCD9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contents-footer-label">
            <a:extLst>
              <a:ext uri="{FF2B5EF4-FFF2-40B4-BE49-F238E27FC236}">
                <a16:creationId xmlns:a16="http://schemas.microsoft.com/office/drawing/2014/main" id="{85202C50-F1F8-4941-9FF0-922A286075BA}"/>
              </a:ext>
            </a:extLst>
          </p:cNvPr>
          <p:cNvSpPr>
            <a:spLocks noGrp="1"/>
          </p:cNvSpPr>
          <p:nvPr/>
        </p:nvSpPr>
        <p:spPr>
          <a:xfrm>
            <a:off x="609600" y="71056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38" b="0">
                <a:solidFill>
                  <a:srgbClr val="6B7D74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638" b="0" dirty="0">
                <a:solidFill>
                  <a:srgbClr val="6B7D74"/>
                </a:solidFill>
                <a:latin typeface="페이퍼로지 5 Medium"/>
                <a:ea typeface="페이퍼로지 5 Medium"/>
                <a:cs typeface="페이퍼로지 5 Medium"/>
              </a:rPr>
              <a:t>2027 SPRING </a:t>
            </a:r>
            <a:r>
              <a:rPr lang="en-US" sz="638" b="0" dirty="0">
                <a:solidFill>
                  <a:srgbClr val="6B7D74"/>
                </a:solidFill>
                <a:latin typeface="페이퍼로지 5 Medium"/>
                <a:ea typeface="페이퍼로지 5 Medium"/>
                <a:cs typeface="페이퍼로지 5 Medium"/>
              </a:rPr>
              <a:t>BEAUTY PRODUCT</a:t>
            </a:r>
            <a:r>
              <a:rPr sz="638" b="0" dirty="0">
                <a:solidFill>
                  <a:srgbClr val="6B7D74"/>
                </a:solidFill>
                <a:latin typeface="페이퍼로지 5 Medium"/>
                <a:ea typeface="페이퍼로지 5 Medium"/>
                <a:cs typeface="페이퍼로지 5 Medium"/>
              </a:rPr>
              <a:t> PROPOSAL</a:t>
            </a:r>
          </a:p>
        </p:txBody>
      </p:sp>
      <p:sp>
        <p:nvSpPr>
          <p:cNvPr id="47" name="contents-outer-border">
            <a:extLst>
              <a:ext uri="{FF2B5EF4-FFF2-40B4-BE49-F238E27FC236}">
                <a16:creationId xmlns:a16="http://schemas.microsoft.com/office/drawing/2014/main" id="{6DC2E23E-0784-4F5D-B20A-A8BBC185D8EF}"/>
              </a:ext>
            </a:extLst>
          </p:cNvPr>
          <p:cNvSpPr>
            <a:spLocks noGrp="1"/>
          </p:cNvSpPr>
          <p:nvPr/>
        </p:nvSpPr>
        <p:spPr>
          <a:xfrm>
            <a:off x="64770" y="64770"/>
            <a:ext cx="10562273" cy="7430135"/>
          </a:xfrm>
          <a:prstGeom prst="rect">
            <a:avLst/>
          </a:prstGeom>
          <a:noFill/>
          <a:ln w="7620">
            <a:solidFill>
              <a:srgbClr val="A9BF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946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BFF01-D8D7-3444-A777-A218BC5CF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그림 67">
            <a:extLst>
              <a:ext uri="{FF2B5EF4-FFF2-40B4-BE49-F238E27FC236}">
                <a16:creationId xmlns:a16="http://schemas.microsoft.com/office/drawing/2014/main" id="{F71E10BC-37F3-3C64-0F5D-AA18362B01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" r="27"/>
          <a:stretch/>
        </p:blipFill>
        <p:spPr>
          <a:xfrm>
            <a:off x="100238" y="104837"/>
            <a:ext cx="3341250" cy="7350000"/>
          </a:xfrm>
          <a:prstGeom prst="rect">
            <a:avLst/>
          </a:prstGeom>
        </p:spPr>
      </p:pic>
      <p:sp>
        <p:nvSpPr>
          <p:cNvPr id="788" name="left-info-outline">
            <a:extLst>
              <a:ext uri="{FF2B5EF4-FFF2-40B4-BE49-F238E27FC236}">
                <a16:creationId xmlns:a16="http://schemas.microsoft.com/office/drawing/2014/main" id="{8F4A96DE-7337-4398-08E7-6B529F918E38}"/>
              </a:ext>
            </a:extLst>
          </p:cNvPr>
          <p:cNvSpPr>
            <a:spLocks noGrp="1"/>
          </p:cNvSpPr>
          <p:nvPr/>
        </p:nvSpPr>
        <p:spPr>
          <a:xfrm>
            <a:off x="200475" y="6720000"/>
            <a:ext cx="3140775" cy="609000"/>
          </a:xfrm>
          <a:prstGeom prst="rect">
            <a:avLst/>
          </a:prstGeom>
          <a:solidFill>
            <a:srgbClr val="3F5F78">
              <a:alpha val="36000"/>
            </a:srgbClr>
          </a:solidFill>
          <a:ln w="6191">
            <a:solidFill>
              <a:srgbClr val="E6EEE7">
                <a:alpha val="90000"/>
              </a:srgbClr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790" name="left-title-panel">
            <a:extLst>
              <a:ext uri="{FF2B5EF4-FFF2-40B4-BE49-F238E27FC236}">
                <a16:creationId xmlns:a16="http://schemas.microsoft.com/office/drawing/2014/main" id="{6F01F8F2-AE25-81BE-0B83-B844E92BACEA}"/>
              </a:ext>
            </a:extLst>
          </p:cNvPr>
          <p:cNvSpPr>
            <a:spLocks noGrp="1"/>
          </p:cNvSpPr>
          <p:nvPr/>
        </p:nvSpPr>
        <p:spPr>
          <a:xfrm>
            <a:off x="250594" y="294000"/>
            <a:ext cx="2923594" cy="1848000"/>
          </a:xfrm>
          <a:prstGeom prst="rect">
            <a:avLst/>
          </a:prstGeom>
          <a:solidFill>
            <a:srgbClr val="EDF3F8"/>
          </a:solidFill>
          <a:ln w="7620">
            <a:solidFill>
              <a:srgbClr val="A5BE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outer-border">
            <a:extLst>
              <a:ext uri="{FF2B5EF4-FFF2-40B4-BE49-F238E27FC236}">
                <a16:creationId xmlns:a16="http://schemas.microsoft.com/office/drawing/2014/main" id="{68BDC143-E803-A258-6BE5-0AD3BB06B424}"/>
              </a:ext>
            </a:extLst>
          </p:cNvPr>
          <p:cNvSpPr>
            <a:spLocks noGrp="1"/>
          </p:cNvSpPr>
          <p:nvPr/>
        </p:nvSpPr>
        <p:spPr>
          <a:xfrm>
            <a:off x="100238" y="105000"/>
            <a:ext cx="10491525" cy="7350000"/>
          </a:xfrm>
          <a:prstGeom prst="rect">
            <a:avLst/>
          </a:prstGeom>
          <a:noFill/>
          <a:ln w="10478">
            <a:solidFill>
              <a:srgbClr val="D3E1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image-panel-divider">
            <a:extLst>
              <a:ext uri="{FF2B5EF4-FFF2-40B4-BE49-F238E27FC236}">
                <a16:creationId xmlns:a16="http://schemas.microsoft.com/office/drawing/2014/main" id="{C8FFCA98-D8A6-A8E4-4925-0A498C2E7B67}"/>
              </a:ext>
            </a:extLst>
          </p:cNvPr>
          <p:cNvSpPr>
            <a:spLocks noGrp="1"/>
          </p:cNvSpPr>
          <p:nvPr/>
        </p:nvSpPr>
        <p:spPr>
          <a:xfrm>
            <a:off x="3441488" y="105000"/>
            <a:ext cx="0" cy="7350000"/>
          </a:xfrm>
          <a:prstGeom prst="line">
            <a:avLst/>
          </a:prstGeom>
          <a:noFill/>
          <a:ln w="19050">
            <a:solidFill>
              <a:srgbClr val="29596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left-product-title">
            <a:extLst>
              <a:ext uri="{FF2B5EF4-FFF2-40B4-BE49-F238E27FC236}">
                <a16:creationId xmlns:a16="http://schemas.microsoft.com/office/drawing/2014/main" id="{DE7D4C28-2870-5C2C-BCF2-DE58CFE3560D}"/>
              </a:ext>
            </a:extLst>
          </p:cNvPr>
          <p:cNvSpPr>
            <a:spLocks noGrp="1"/>
          </p:cNvSpPr>
          <p:nvPr/>
        </p:nvSpPr>
        <p:spPr>
          <a:xfrm>
            <a:off x="434363" y="808500"/>
            <a:ext cx="2422406" cy="77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buNone/>
              <a:defRPr sz="2250" b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1900" dirty="0" err="1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글로우</a:t>
            </a:r>
            <a:r>
              <a:rPr lang="ko-KR" altLang="en-US" sz="1900" dirty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 캡슐 </a:t>
            </a:r>
            <a:endParaRPr lang="en-US" altLang="ko-KR" sz="1900" dirty="0">
              <a:solidFill>
                <a:srgbClr val="26362F"/>
              </a:solidFill>
              <a:latin typeface="Paperlogy 7 Bold"/>
              <a:ea typeface="Paperlogy 7 Bold"/>
              <a:cs typeface="Paperlogy 7 Bold"/>
            </a:endParaRPr>
          </a:p>
          <a:p>
            <a:pPr algn="l">
              <a:lnSpc>
                <a:spcPct val="92000"/>
              </a:lnSpc>
              <a:buNone/>
              <a:defRPr sz="2250" b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1900" b="0" dirty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앰</a:t>
            </a:r>
            <a:r>
              <a:rPr lang="ko-KR" altLang="en-US" sz="1900" dirty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플 </a:t>
            </a:r>
            <a:r>
              <a:rPr lang="ko-KR" altLang="en-US" sz="1900" dirty="0" err="1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미스트</a:t>
            </a:r>
            <a:r>
              <a:rPr lang="ko-KR" altLang="en-US" sz="1900" dirty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 </a:t>
            </a:r>
            <a:endParaRPr sz="1900" b="0" dirty="0">
              <a:solidFill>
                <a:srgbClr val="26362F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6" name="left-title-rule">
            <a:extLst>
              <a:ext uri="{FF2B5EF4-FFF2-40B4-BE49-F238E27FC236}">
                <a16:creationId xmlns:a16="http://schemas.microsoft.com/office/drawing/2014/main" id="{37D62C7A-62B0-9D13-43A9-81D335E95CD8}"/>
              </a:ext>
            </a:extLst>
          </p:cNvPr>
          <p:cNvSpPr>
            <a:spLocks noGrp="1"/>
          </p:cNvSpPr>
          <p:nvPr/>
        </p:nvSpPr>
        <p:spPr>
          <a:xfrm>
            <a:off x="434363" y="1659000"/>
            <a:ext cx="517894" cy="0"/>
          </a:xfrm>
          <a:prstGeom prst="line">
            <a:avLst/>
          </a:prstGeom>
          <a:noFill/>
          <a:ln w="28575">
            <a:solidFill>
              <a:srgbClr val="29596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left-tagline">
            <a:extLst>
              <a:ext uri="{FF2B5EF4-FFF2-40B4-BE49-F238E27FC236}">
                <a16:creationId xmlns:a16="http://schemas.microsoft.com/office/drawing/2014/main" id="{BA69DE58-C22D-9A59-F290-B801E57AED6D}"/>
              </a:ext>
            </a:extLst>
          </p:cNvPr>
          <p:cNvSpPr>
            <a:spLocks noGrp="1"/>
          </p:cNvSpPr>
          <p:nvPr/>
        </p:nvSpPr>
        <p:spPr>
          <a:xfrm>
            <a:off x="434363" y="1774500"/>
            <a:ext cx="2388994" cy="23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sz="900" b="0" dirty="0">
                <a:solidFill>
                  <a:srgbClr val="2E5B63"/>
                </a:solidFill>
                <a:latin typeface="Paperlogy 5 Medium"/>
                <a:ea typeface="Paperlogy 5 Medium"/>
                <a:cs typeface="Paperlogy 5 Medium"/>
              </a:rPr>
              <a:t>Glow Capsule Ampoule Mist </a:t>
            </a:r>
            <a:endParaRPr sz="900" b="0" dirty="0">
              <a:solidFill>
                <a:srgbClr val="2E5B63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9" name="left-info-label-1">
            <a:extLst>
              <a:ext uri="{FF2B5EF4-FFF2-40B4-BE49-F238E27FC236}">
                <a16:creationId xmlns:a16="http://schemas.microsoft.com/office/drawing/2014/main" id="{6EEAFC7B-D77F-FC16-E980-26C5CED1313A}"/>
              </a:ext>
            </a:extLst>
          </p:cNvPr>
          <p:cNvSpPr>
            <a:spLocks noGrp="1"/>
          </p:cNvSpPr>
          <p:nvPr/>
        </p:nvSpPr>
        <p:spPr>
          <a:xfrm>
            <a:off x="258947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 dirty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LAB NO.</a:t>
            </a:r>
          </a:p>
        </p:txBody>
      </p:sp>
      <p:sp>
        <p:nvSpPr>
          <p:cNvPr id="10" name="left-info-value-1">
            <a:extLst>
              <a:ext uri="{FF2B5EF4-FFF2-40B4-BE49-F238E27FC236}">
                <a16:creationId xmlns:a16="http://schemas.microsoft.com/office/drawing/2014/main" id="{CCF3F8A8-6DCD-A62C-12A7-CF7A55B702F3}"/>
              </a:ext>
            </a:extLst>
          </p:cNvPr>
          <p:cNvSpPr>
            <a:spLocks noGrp="1"/>
          </p:cNvSpPr>
          <p:nvPr/>
        </p:nvSpPr>
        <p:spPr>
          <a:xfrm>
            <a:off x="258947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#260914-1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1" name="left-info-label-2">
            <a:extLst>
              <a:ext uri="{FF2B5EF4-FFF2-40B4-BE49-F238E27FC236}">
                <a16:creationId xmlns:a16="http://schemas.microsoft.com/office/drawing/2014/main" id="{DFF09188-D63D-2E1C-4258-F4694AF364C3}"/>
              </a:ext>
            </a:extLst>
          </p:cNvPr>
          <p:cNvSpPr>
            <a:spLocks noGrp="1"/>
          </p:cNvSpPr>
          <p:nvPr/>
        </p:nvSpPr>
        <p:spPr>
          <a:xfrm>
            <a:off x="868725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 dirty="0" err="1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기능성</a:t>
            </a:r>
            <a:endParaRPr sz="570" b="0" dirty="0">
              <a:solidFill>
                <a:srgbClr val="F4F7F2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12" name="left-info-value-2">
            <a:extLst>
              <a:ext uri="{FF2B5EF4-FFF2-40B4-BE49-F238E27FC236}">
                <a16:creationId xmlns:a16="http://schemas.microsoft.com/office/drawing/2014/main" id="{37C2CB3B-2F56-1C7A-251D-C2FCB99A75E6}"/>
              </a:ext>
            </a:extLst>
          </p:cNvPr>
          <p:cNvSpPr>
            <a:spLocks noGrp="1"/>
          </p:cNvSpPr>
          <p:nvPr/>
        </p:nvSpPr>
        <p:spPr>
          <a:xfrm>
            <a:off x="868725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주름</a:t>
            </a:r>
            <a:r>
              <a:rPr lang="en-US" altLang="ko-KR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•</a:t>
            </a:r>
            <a:r>
              <a:rPr lang="ko-KR" altLang="en-US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미백</a:t>
            </a:r>
            <a:endParaRPr lang="en-US" altLang="ko-KR"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3" name="left-info-label-3">
            <a:extLst>
              <a:ext uri="{FF2B5EF4-FFF2-40B4-BE49-F238E27FC236}">
                <a16:creationId xmlns:a16="http://schemas.microsoft.com/office/drawing/2014/main" id="{2516F754-B25D-88BD-8295-CF350D09DEE4}"/>
              </a:ext>
            </a:extLst>
          </p:cNvPr>
          <p:cNvSpPr>
            <a:spLocks noGrp="1"/>
          </p:cNvSpPr>
          <p:nvPr/>
        </p:nvSpPr>
        <p:spPr>
          <a:xfrm>
            <a:off x="1478503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 dirty="0" err="1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제형</a:t>
            </a:r>
            <a:endParaRPr sz="570" b="0" dirty="0">
              <a:solidFill>
                <a:srgbClr val="F4F7F2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14" name="left-info-value-3">
            <a:extLst>
              <a:ext uri="{FF2B5EF4-FFF2-40B4-BE49-F238E27FC236}">
                <a16:creationId xmlns:a16="http://schemas.microsoft.com/office/drawing/2014/main" id="{A48E1384-BD2D-6359-FE3D-D53AA80BF955}"/>
              </a:ext>
            </a:extLst>
          </p:cNvPr>
          <p:cNvSpPr>
            <a:spLocks noGrp="1"/>
          </p:cNvSpPr>
          <p:nvPr/>
        </p:nvSpPr>
        <p:spPr>
          <a:xfrm>
            <a:off x="1478503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오일 캡슐 점액상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5" name="left-info-label-4">
            <a:extLst>
              <a:ext uri="{FF2B5EF4-FFF2-40B4-BE49-F238E27FC236}">
                <a16:creationId xmlns:a16="http://schemas.microsoft.com/office/drawing/2014/main" id="{107EFA60-A86B-386F-59EB-61C2DBFBFA4A}"/>
              </a:ext>
            </a:extLst>
          </p:cNvPr>
          <p:cNvSpPr>
            <a:spLocks noGrp="1"/>
          </p:cNvSpPr>
          <p:nvPr/>
        </p:nvSpPr>
        <p:spPr>
          <a:xfrm>
            <a:off x="2088281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제품군</a:t>
            </a:r>
          </a:p>
        </p:txBody>
      </p:sp>
      <p:sp>
        <p:nvSpPr>
          <p:cNvPr id="16" name="left-info-value-4">
            <a:extLst>
              <a:ext uri="{FF2B5EF4-FFF2-40B4-BE49-F238E27FC236}">
                <a16:creationId xmlns:a16="http://schemas.microsoft.com/office/drawing/2014/main" id="{72979C3A-5CC1-B072-8859-C915AC1D4103}"/>
              </a:ext>
            </a:extLst>
          </p:cNvPr>
          <p:cNvSpPr>
            <a:spLocks noGrp="1"/>
          </p:cNvSpPr>
          <p:nvPr/>
        </p:nvSpPr>
        <p:spPr>
          <a:xfrm>
            <a:off x="2088281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b="0" dirty="0" err="1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미스트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7" name="left-info-label-5">
            <a:extLst>
              <a:ext uri="{FF2B5EF4-FFF2-40B4-BE49-F238E27FC236}">
                <a16:creationId xmlns:a16="http://schemas.microsoft.com/office/drawing/2014/main" id="{0F190629-3D6D-979F-A604-78C7B36A2E06}"/>
              </a:ext>
            </a:extLst>
          </p:cNvPr>
          <p:cNvSpPr>
            <a:spLocks noGrp="1"/>
          </p:cNvSpPr>
          <p:nvPr/>
        </p:nvSpPr>
        <p:spPr>
          <a:xfrm>
            <a:off x="2698059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패키지</a:t>
            </a:r>
          </a:p>
        </p:txBody>
      </p:sp>
      <p:sp>
        <p:nvSpPr>
          <p:cNvPr id="18" name="left-info-value-5">
            <a:extLst>
              <a:ext uri="{FF2B5EF4-FFF2-40B4-BE49-F238E27FC236}">
                <a16:creationId xmlns:a16="http://schemas.microsoft.com/office/drawing/2014/main" id="{5EBDDF75-50CA-E1BD-CA77-35A19DA47E00}"/>
              </a:ext>
            </a:extLst>
          </p:cNvPr>
          <p:cNvSpPr>
            <a:spLocks noGrp="1"/>
          </p:cNvSpPr>
          <p:nvPr/>
        </p:nvSpPr>
        <p:spPr>
          <a:xfrm>
            <a:off x="2698059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스프레이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9" name="proposal-number">
            <a:extLst>
              <a:ext uri="{FF2B5EF4-FFF2-40B4-BE49-F238E27FC236}">
                <a16:creationId xmlns:a16="http://schemas.microsoft.com/office/drawing/2014/main" id="{DFDBB478-16D1-1B59-647B-7B472DD4D017}"/>
              </a:ext>
            </a:extLst>
          </p:cNvPr>
          <p:cNvSpPr>
            <a:spLocks noGrp="1"/>
          </p:cNvSpPr>
          <p:nvPr/>
        </p:nvSpPr>
        <p:spPr>
          <a:xfrm>
            <a:off x="9439031" y="336000"/>
            <a:ext cx="868725" cy="33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5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5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No. 0</a:t>
            </a:r>
            <a:r>
              <a:rPr lang="en-US" sz="15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1</a:t>
            </a:r>
            <a:endParaRPr sz="1500" b="0" dirty="0">
              <a:solidFill>
                <a:srgbClr val="315F4B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23" name="intro-accent-line">
            <a:extLst>
              <a:ext uri="{FF2B5EF4-FFF2-40B4-BE49-F238E27FC236}">
                <a16:creationId xmlns:a16="http://schemas.microsoft.com/office/drawing/2014/main" id="{E8E1D47E-2A1D-68DF-CC20-1D6F7F892B30}"/>
              </a:ext>
            </a:extLst>
          </p:cNvPr>
          <p:cNvSpPr>
            <a:spLocks noGrp="1"/>
          </p:cNvSpPr>
          <p:nvPr/>
        </p:nvSpPr>
        <p:spPr>
          <a:xfrm>
            <a:off x="3742200" y="451500"/>
            <a:ext cx="0" cy="672000"/>
          </a:xfrm>
          <a:prstGeom prst="line">
            <a:avLst/>
          </a:prstGeom>
          <a:noFill/>
          <a:ln w="19050">
            <a:solidFill>
              <a:srgbClr val="29596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intro-title">
            <a:extLst>
              <a:ext uri="{FF2B5EF4-FFF2-40B4-BE49-F238E27FC236}">
                <a16:creationId xmlns:a16="http://schemas.microsoft.com/office/drawing/2014/main" id="{94441202-78BF-FDFE-732A-B1DF7D4E9A3E}"/>
              </a:ext>
            </a:extLst>
          </p:cNvPr>
          <p:cNvSpPr>
            <a:spLocks noGrp="1"/>
          </p:cNvSpPr>
          <p:nvPr/>
        </p:nvSpPr>
        <p:spPr>
          <a:xfrm>
            <a:off x="3931537" y="532000"/>
            <a:ext cx="5178938" cy="5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1275" b="0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흔들 필요 없이 간편하게 사용하는 </a:t>
            </a:r>
            <a:endParaRPr lang="en-US" altLang="ko-KR" sz="1275" b="0" dirty="0">
              <a:solidFill>
                <a:srgbClr val="26362F"/>
              </a:solidFill>
              <a:latin typeface="Paperlogy 5 Medium"/>
              <a:ea typeface="Paperlogy 5 Medium"/>
              <a:cs typeface="Paperlogy 5 Medium"/>
            </a:endParaRPr>
          </a:p>
          <a:p>
            <a:pPr algn="l">
              <a:lnSpc>
                <a:spcPct val="112000"/>
              </a:lnSpc>
              <a:buNone/>
              <a:defRPr sz="1275" b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1275" b="0" dirty="0" err="1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수분광</a:t>
            </a:r>
            <a:r>
              <a:rPr lang="ko-KR" altLang="en-US" sz="1275" b="0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 캡슐 </a:t>
            </a:r>
            <a:r>
              <a:rPr lang="ko-KR" altLang="en-US" sz="1275" b="0" dirty="0" err="1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미스트</a:t>
            </a:r>
            <a:endParaRPr sz="1275" b="0" dirty="0">
              <a:solidFill>
                <a:srgbClr val="26362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26" name="concept-band">
            <a:extLst>
              <a:ext uri="{FF2B5EF4-FFF2-40B4-BE49-F238E27FC236}">
                <a16:creationId xmlns:a16="http://schemas.microsoft.com/office/drawing/2014/main" id="{0A9A1089-50A0-0B97-92BC-C8646A1DA4A4}"/>
              </a:ext>
            </a:extLst>
          </p:cNvPr>
          <p:cNvSpPr>
            <a:spLocks noGrp="1"/>
          </p:cNvSpPr>
          <p:nvPr/>
        </p:nvSpPr>
        <p:spPr>
          <a:xfrm>
            <a:off x="3441488" y="1343999"/>
            <a:ext cx="7150275" cy="3028825"/>
          </a:xfrm>
          <a:prstGeom prst="rect">
            <a:avLst/>
          </a:prstGeom>
          <a:solidFill>
            <a:srgbClr val="EDF3F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concept-band-accent">
            <a:extLst>
              <a:ext uri="{FF2B5EF4-FFF2-40B4-BE49-F238E27FC236}">
                <a16:creationId xmlns:a16="http://schemas.microsoft.com/office/drawing/2014/main" id="{97FC3A22-B63B-E23B-1794-892823BDAD93}"/>
              </a:ext>
            </a:extLst>
          </p:cNvPr>
          <p:cNvSpPr>
            <a:spLocks noGrp="1"/>
          </p:cNvSpPr>
          <p:nvPr/>
        </p:nvSpPr>
        <p:spPr>
          <a:xfrm>
            <a:off x="3441488" y="1343999"/>
            <a:ext cx="83531" cy="3028825"/>
          </a:xfrm>
          <a:prstGeom prst="rect">
            <a:avLst/>
          </a:prstGeom>
          <a:solidFill>
            <a:srgbClr val="29596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concept-title">
            <a:extLst>
              <a:ext uri="{FF2B5EF4-FFF2-40B4-BE49-F238E27FC236}">
                <a16:creationId xmlns:a16="http://schemas.microsoft.com/office/drawing/2014/main" id="{63DB9D63-845C-0734-9CAC-4C53FD907CD0}"/>
              </a:ext>
            </a:extLst>
          </p:cNvPr>
          <p:cNvSpPr>
            <a:spLocks noGrp="1"/>
          </p:cNvSpPr>
          <p:nvPr/>
        </p:nvSpPr>
        <p:spPr>
          <a:xfrm>
            <a:off x="3725494" y="1575000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1800" b="0" dirty="0">
                <a:solidFill>
                  <a:srgbClr val="295965"/>
                </a:solidFill>
                <a:latin typeface="Paperlogy 7 Bold"/>
                <a:ea typeface="Paperlogy 7 Bold"/>
                <a:cs typeface="Paperlogy 7 Bold"/>
              </a:rPr>
              <a:t>흔들 필요 없는 캡슐 </a:t>
            </a:r>
            <a:r>
              <a:rPr lang="ko-KR" altLang="en-US" sz="1800" b="0" dirty="0" err="1">
                <a:solidFill>
                  <a:srgbClr val="295965"/>
                </a:solidFill>
                <a:latin typeface="Paperlogy 7 Bold"/>
                <a:ea typeface="Paperlogy 7 Bold"/>
                <a:cs typeface="Paperlogy 7 Bold"/>
              </a:rPr>
              <a:t>미스트</a:t>
            </a:r>
            <a:endParaRPr sz="1800" b="0" dirty="0">
              <a:solidFill>
                <a:srgbClr val="295965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29" name="concept-body">
            <a:extLst>
              <a:ext uri="{FF2B5EF4-FFF2-40B4-BE49-F238E27FC236}">
                <a16:creationId xmlns:a16="http://schemas.microsoft.com/office/drawing/2014/main" id="{0A0928DA-A025-1D28-7785-139A59A7F663}"/>
              </a:ext>
            </a:extLst>
          </p:cNvPr>
          <p:cNvSpPr>
            <a:spLocks noGrp="1"/>
          </p:cNvSpPr>
          <p:nvPr/>
        </p:nvSpPr>
        <p:spPr>
          <a:xfrm>
            <a:off x="3725494" y="2047500"/>
            <a:ext cx="6298256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오일 캡슐을 함유한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미스트를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흔들지 않고 간편하게 사용해 일상 속 피부 케어를 손쉽게 이어갈 수 있습니다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</a:t>
            </a:r>
            <a:endParaRPr sz="1050" b="0" dirty="0">
              <a:solidFill>
                <a:srgbClr val="26362F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30" name="technology-section-title">
            <a:extLst>
              <a:ext uri="{FF2B5EF4-FFF2-40B4-BE49-F238E27FC236}">
                <a16:creationId xmlns:a16="http://schemas.microsoft.com/office/drawing/2014/main" id="{B987451E-10FC-ECE8-30AB-3236719B12AB}"/>
              </a:ext>
            </a:extLst>
          </p:cNvPr>
          <p:cNvSpPr>
            <a:spLocks noGrp="1"/>
          </p:cNvSpPr>
          <p:nvPr/>
        </p:nvSpPr>
        <p:spPr>
          <a:xfrm>
            <a:off x="3725494" y="4475580"/>
            <a:ext cx="3424781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125" b="0" dirty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rPr>
              <a:t>TECHNOLOGY &amp; MECHANISM</a:t>
            </a:r>
          </a:p>
        </p:txBody>
      </p:sp>
      <p:sp>
        <p:nvSpPr>
          <p:cNvPr id="31" name="technology-section-rule">
            <a:extLst>
              <a:ext uri="{FF2B5EF4-FFF2-40B4-BE49-F238E27FC236}">
                <a16:creationId xmlns:a16="http://schemas.microsoft.com/office/drawing/2014/main" id="{37BD8557-DD47-F958-A596-FCE009835867}"/>
              </a:ext>
            </a:extLst>
          </p:cNvPr>
          <p:cNvSpPr>
            <a:spLocks noGrp="1"/>
          </p:cNvSpPr>
          <p:nvPr/>
        </p:nvSpPr>
        <p:spPr>
          <a:xfrm>
            <a:off x="3714750" y="4733515"/>
            <a:ext cx="6486525" cy="0"/>
          </a:xfrm>
          <a:prstGeom prst="line">
            <a:avLst/>
          </a:prstGeom>
          <a:noFill/>
          <a:ln w="9525">
            <a:solidFill>
              <a:srgbClr val="A5BEC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profile-section-title">
            <a:extLst>
              <a:ext uri="{FF2B5EF4-FFF2-40B4-BE49-F238E27FC236}">
                <a16:creationId xmlns:a16="http://schemas.microsoft.com/office/drawing/2014/main" id="{8F50D004-C5EC-9AB0-1B11-4293B3A74A50}"/>
              </a:ext>
            </a:extLst>
          </p:cNvPr>
          <p:cNvSpPr>
            <a:spLocks noGrp="1"/>
          </p:cNvSpPr>
          <p:nvPr/>
        </p:nvSpPr>
        <p:spPr>
          <a:xfrm>
            <a:off x="3725494" y="6215680"/>
            <a:ext cx="2088281" cy="2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13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130" b="0" dirty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rPr>
              <a:t>PRODUCT PROFILE</a:t>
            </a:r>
          </a:p>
        </p:txBody>
      </p:sp>
      <p:sp>
        <p:nvSpPr>
          <p:cNvPr id="66" name="footer-page">
            <a:extLst>
              <a:ext uri="{FF2B5EF4-FFF2-40B4-BE49-F238E27FC236}">
                <a16:creationId xmlns:a16="http://schemas.microsoft.com/office/drawing/2014/main" id="{A9DE59DB-8EAA-273F-0723-E0D254131FAD}"/>
              </a:ext>
            </a:extLst>
          </p:cNvPr>
          <p:cNvSpPr>
            <a:spLocks noGrp="1"/>
          </p:cNvSpPr>
          <p:nvPr/>
        </p:nvSpPr>
        <p:spPr>
          <a:xfrm>
            <a:off x="10244599" y="7293800"/>
            <a:ext cx="284006" cy="14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675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675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01</a:t>
            </a:r>
          </a:p>
        </p:txBody>
      </p:sp>
      <p:graphicFrame>
        <p:nvGraphicFramePr>
          <p:cNvPr id="556" name="표 24">
            <a:extLst>
              <a:ext uri="{FF2B5EF4-FFF2-40B4-BE49-F238E27FC236}">
                <a16:creationId xmlns:a16="http://schemas.microsoft.com/office/drawing/2014/main" id="{8F4F58BD-4D96-A2BD-8B3A-9D8D5870BD9A}"/>
              </a:ext>
            </a:extLst>
          </p:cNvPr>
          <p:cNvGraphicFramePr/>
          <p:nvPr/>
        </p:nvGraphicFramePr>
        <p:xfrm>
          <a:off x="3725493" y="6501279"/>
          <a:ext cx="6482026" cy="672000"/>
        </p:xfrm>
        <a:graphic>
          <a:graphicData uri="http://schemas.openxmlformats.org/drawingml/2006/table">
            <a:tbl>
              <a:tblPr/>
              <a:tblGrid>
                <a:gridCol w="3241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1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rgbClr val="FFFFFF"/>
                          </a:solidFill>
                          <a:latin typeface="Paperlogy 7 Bold"/>
                          <a:ea typeface="Paperlogy 7 Bold"/>
                          <a:cs typeface="Paperlogy 7 Bold"/>
                        </a:rPr>
                        <a:t>INGREDIENT</a:t>
                      </a:r>
                    </a:p>
                  </a:txBody>
                  <a:tcPr anchor="ctr">
                    <a:lnL w="12700">
                      <a:solidFill>
                        <a:srgbClr val="A5BEC7"/>
                      </a:solidFill>
                    </a:lnL>
                    <a:lnR w="12700">
                      <a:solidFill>
                        <a:srgbClr val="A5BEC7"/>
                      </a:solidFill>
                    </a:lnR>
                    <a:lnT w="12700">
                      <a:solidFill>
                        <a:srgbClr val="A5BEC7"/>
                      </a:solidFill>
                    </a:lnT>
                    <a:lnB w="12700">
                      <a:solidFill>
                        <a:srgbClr val="A5BEC7"/>
                      </a:solidFill>
                    </a:lnB>
                    <a:solidFill>
                      <a:srgbClr val="295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rgbClr val="FFFFFF"/>
                          </a:solidFill>
                          <a:latin typeface="Paperlogy 7 Bold"/>
                          <a:ea typeface="Paperlogy 7 Bold"/>
                          <a:cs typeface="Paperlogy 7 Bold"/>
                        </a:rPr>
                        <a:t>HOW TO USE</a:t>
                      </a:r>
                    </a:p>
                  </a:txBody>
                  <a:tcPr anchor="ctr">
                    <a:lnL w="12700">
                      <a:solidFill>
                        <a:srgbClr val="A5BEC7"/>
                      </a:solidFill>
                    </a:lnL>
                    <a:lnR w="12700">
                      <a:solidFill>
                        <a:srgbClr val="A5BEC7"/>
                      </a:solidFill>
                    </a:lnR>
                    <a:lnT w="12700">
                      <a:solidFill>
                        <a:srgbClr val="A5BEC7"/>
                      </a:solidFill>
                    </a:lnT>
                    <a:lnB w="12700">
                      <a:solidFill>
                        <a:srgbClr val="A5BEC7"/>
                      </a:solidFill>
                    </a:lnB>
                    <a:solidFill>
                      <a:srgbClr val="2959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u="none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Vitamin C Water 100,000ppm, </a:t>
                      </a:r>
                      <a:r>
                        <a:rPr lang="ko-KR" altLang="en-US" sz="900" u="none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바쿠치올</a:t>
                      </a:r>
                      <a:r>
                        <a:rPr lang="en-US" altLang="ko-KR" sz="900" u="none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,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900" u="none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글루타티온</a:t>
                      </a:r>
                      <a:r>
                        <a:rPr lang="en-US" altLang="ko-KR" sz="900" u="none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, 10</a:t>
                      </a:r>
                      <a:r>
                        <a:rPr lang="ko-KR" altLang="en-US" sz="900" u="none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종 </a:t>
                      </a:r>
                      <a:r>
                        <a:rPr lang="ko-KR" altLang="en-US" sz="900" u="none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히알루론산</a:t>
                      </a:r>
                      <a:endParaRPr lang="en-US" altLang="ko-KR" sz="900" u="none" dirty="0">
                        <a:solidFill>
                          <a:srgbClr val="26362F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 anchor="ctr">
                    <a:lnL w="12700">
                      <a:solidFill>
                        <a:srgbClr val="A5BEC7"/>
                      </a:solidFill>
                    </a:lnL>
                    <a:lnR w="12700">
                      <a:solidFill>
                        <a:srgbClr val="A5BEC7"/>
                      </a:solidFill>
                    </a:lnR>
                    <a:lnT w="12700">
                      <a:solidFill>
                        <a:srgbClr val="A5BEC7"/>
                      </a:solidFill>
                    </a:lnT>
                    <a:lnB w="12700">
                      <a:solidFill>
                        <a:srgbClr val="A5BEC7"/>
                      </a:solidFill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원하는 부위에 분사한 후</a:t>
                      </a:r>
                      <a:endParaRPr lang="en-US" altLang="ko-KR" sz="900" dirty="0">
                        <a:solidFill>
                          <a:srgbClr val="26362F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가볍게 두드려 흡수시켜줍니다</a:t>
                      </a:r>
                      <a:r>
                        <a:rPr lang="en-US" altLang="ko-KR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.</a:t>
                      </a:r>
                      <a:endParaRPr sz="900" dirty="0">
                        <a:solidFill>
                          <a:srgbClr val="26362F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 anchor="ctr">
                    <a:lnL w="12700">
                      <a:solidFill>
                        <a:srgbClr val="A5BEC7"/>
                      </a:solidFill>
                    </a:lnL>
                    <a:lnR w="12700">
                      <a:solidFill>
                        <a:srgbClr val="A5BEC7"/>
                      </a:solidFill>
                    </a:lnR>
                    <a:lnT w="12700">
                      <a:solidFill>
                        <a:srgbClr val="A5BEC7"/>
                      </a:solidFill>
                    </a:lnT>
                    <a:lnB w="12700">
                      <a:solidFill>
                        <a:srgbClr val="A5BEC7"/>
                      </a:solidFill>
                    </a:lnB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78" name="EWG icon">
            <a:extLst>
              <a:ext uri="{FF2B5EF4-FFF2-40B4-BE49-F238E27FC236}">
                <a16:creationId xmlns:a16="http://schemas.microsoft.com/office/drawing/2014/main" id="{84E577CA-D9A4-EF4B-DC98-E7E348BE7F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6667"/>
          <a:stretch/>
        </p:blipFill>
        <p:spPr>
          <a:xfrm>
            <a:off x="9271969" y="652332"/>
            <a:ext cx="434363" cy="434363"/>
          </a:xfrm>
          <a:prstGeom prst="rect">
            <a:avLst/>
          </a:prstGeom>
        </p:spPr>
      </p:pic>
      <p:pic>
        <p:nvPicPr>
          <p:cNvPr id="791" name="Hwahae icon">
            <a:extLst>
              <a:ext uri="{FF2B5EF4-FFF2-40B4-BE49-F238E27FC236}">
                <a16:creationId xmlns:a16="http://schemas.microsoft.com/office/drawing/2014/main" id="{1C47974B-4313-4C55-BAD9-50FC30B390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333" r="33333"/>
          <a:stretch/>
        </p:blipFill>
        <p:spPr>
          <a:xfrm>
            <a:off x="9706332" y="652332"/>
            <a:ext cx="434363" cy="434363"/>
          </a:xfrm>
          <a:prstGeom prst="rect">
            <a:avLst/>
          </a:prstGeom>
        </p:spPr>
      </p:pic>
      <p:pic>
        <p:nvPicPr>
          <p:cNvPr id="792" name="VEGAN icon">
            <a:extLst>
              <a:ext uri="{FF2B5EF4-FFF2-40B4-BE49-F238E27FC236}">
                <a16:creationId xmlns:a16="http://schemas.microsoft.com/office/drawing/2014/main" id="{34861EBE-DDAC-4662-A029-8EDFC49E1F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667"/>
          <a:stretch/>
        </p:blipFill>
        <p:spPr>
          <a:xfrm>
            <a:off x="10140695" y="652332"/>
            <a:ext cx="434362" cy="434363"/>
          </a:xfrm>
          <a:prstGeom prst="rect">
            <a:avLst/>
          </a:prstGeom>
        </p:spPr>
      </p:pic>
      <p:sp>
        <p:nvSpPr>
          <p:cNvPr id="518" name="pictogram-label-ewg">
            <a:extLst>
              <a:ext uri="{FF2B5EF4-FFF2-40B4-BE49-F238E27FC236}">
                <a16:creationId xmlns:a16="http://schemas.microsoft.com/office/drawing/2014/main" id="{43A36571-148B-C145-067C-B0279101FBE4}"/>
              </a:ext>
            </a:extLst>
          </p:cNvPr>
          <p:cNvSpPr>
            <a:spLocks noGrp="1"/>
          </p:cNvSpPr>
          <p:nvPr/>
        </p:nvSpPr>
        <p:spPr>
          <a:xfrm>
            <a:off x="9271969" y="1174014"/>
            <a:ext cx="434363" cy="12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rPr>
              <a:t>EWG</a:t>
            </a:r>
          </a:p>
        </p:txBody>
      </p:sp>
      <p:sp>
        <p:nvSpPr>
          <p:cNvPr id="520" name="pictogram-label-hwahae">
            <a:extLst>
              <a:ext uri="{FF2B5EF4-FFF2-40B4-BE49-F238E27FC236}">
                <a16:creationId xmlns:a16="http://schemas.microsoft.com/office/drawing/2014/main" id="{B137C61D-ECB3-113C-0FA6-50D810DC308C}"/>
              </a:ext>
            </a:extLst>
          </p:cNvPr>
          <p:cNvSpPr>
            <a:spLocks noGrp="1"/>
          </p:cNvSpPr>
          <p:nvPr/>
        </p:nvSpPr>
        <p:spPr>
          <a:xfrm>
            <a:off x="9706331" y="1174014"/>
            <a:ext cx="434363" cy="12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rPr>
              <a:t>화해</a:t>
            </a:r>
          </a:p>
        </p:txBody>
      </p:sp>
      <p:sp>
        <p:nvSpPr>
          <p:cNvPr id="522" name="pictogram-label-vegan">
            <a:extLst>
              <a:ext uri="{FF2B5EF4-FFF2-40B4-BE49-F238E27FC236}">
                <a16:creationId xmlns:a16="http://schemas.microsoft.com/office/drawing/2014/main" id="{6CDD7894-9E8D-3320-D29C-5A0B2F3210EF}"/>
              </a:ext>
            </a:extLst>
          </p:cNvPr>
          <p:cNvSpPr>
            <a:spLocks noGrp="1"/>
          </p:cNvSpPr>
          <p:nvPr/>
        </p:nvSpPr>
        <p:spPr>
          <a:xfrm>
            <a:off x="10140694" y="1174014"/>
            <a:ext cx="434363" cy="12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rPr>
              <a:t>VEGAN</a:t>
            </a:r>
          </a:p>
        </p:txBody>
      </p:sp>
      <p:pic>
        <p:nvPicPr>
          <p:cNvPr id="61" name="그림 20">
            <a:extLst>
              <a:ext uri="{FF2B5EF4-FFF2-40B4-BE49-F238E27FC236}">
                <a16:creationId xmlns:a16="http://schemas.microsoft.com/office/drawing/2014/main" id="{1F7904EE-D3D2-3E2C-6968-9C8F82E8C4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4895321"/>
            <a:ext cx="270439" cy="1008857"/>
          </a:xfrm>
          <a:prstGeom prst="rect">
            <a:avLst/>
          </a:prstGeom>
        </p:spPr>
      </p:pic>
      <p:sp>
        <p:nvSpPr>
          <p:cNvPr id="449" name="blue-capsule-shell">
            <a:extLst>
              <a:ext uri="{FF2B5EF4-FFF2-40B4-BE49-F238E27FC236}">
                <a16:creationId xmlns:a16="http://schemas.microsoft.com/office/drawing/2014/main" id="{73749D7F-88AC-C074-95D5-640199106BC0}"/>
              </a:ext>
            </a:extLst>
          </p:cNvPr>
          <p:cNvSpPr>
            <a:spLocks noGrp="1"/>
          </p:cNvSpPr>
          <p:nvPr/>
        </p:nvSpPr>
        <p:spPr>
          <a:xfrm>
            <a:off x="5811419" y="4877283"/>
            <a:ext cx="110808" cy="110808"/>
          </a:xfrm>
          <a:prstGeom prst="ellipse">
            <a:avLst/>
          </a:prstGeom>
          <a:solidFill>
            <a:srgbClr val="B6E1F2"/>
          </a:solidFill>
          <a:ln w="10478">
            <a:solidFill>
              <a:srgbClr val="318DB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453" name="blue-capsule-interior">
            <a:extLst>
              <a:ext uri="{FF2B5EF4-FFF2-40B4-BE49-F238E27FC236}">
                <a16:creationId xmlns:a16="http://schemas.microsoft.com/office/drawing/2014/main" id="{E5210E91-81D2-6D27-9E9E-9902238DB3AE}"/>
              </a:ext>
            </a:extLst>
          </p:cNvPr>
          <p:cNvSpPr>
            <a:spLocks noGrp="1"/>
          </p:cNvSpPr>
          <p:nvPr/>
        </p:nvSpPr>
        <p:spPr>
          <a:xfrm>
            <a:off x="5848153" y="4901661"/>
            <a:ext cx="68701" cy="66485"/>
          </a:xfrm>
          <a:prstGeom prst="ellipse">
            <a:avLst/>
          </a:prstGeom>
          <a:solidFill>
            <a:srgbClr val="E6F7FC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457" name="glow-oil-core">
            <a:extLst>
              <a:ext uri="{FF2B5EF4-FFF2-40B4-BE49-F238E27FC236}">
                <a16:creationId xmlns:a16="http://schemas.microsoft.com/office/drawing/2014/main" id="{2EE7313C-2B7D-72F4-3A1A-A55ABB131C31}"/>
              </a:ext>
            </a:extLst>
          </p:cNvPr>
          <p:cNvSpPr>
            <a:spLocks noGrp="1"/>
          </p:cNvSpPr>
          <p:nvPr/>
        </p:nvSpPr>
        <p:spPr>
          <a:xfrm>
            <a:off x="5903724" y="4930471"/>
            <a:ext cx="37121" cy="37121"/>
          </a:xfrm>
          <a:prstGeom prst="ellipse">
            <a:avLst/>
          </a:prstGeom>
          <a:solidFill>
            <a:srgbClr val="F7CF48"/>
          </a:solidFill>
          <a:ln w="6668">
            <a:solidFill>
              <a:srgbClr val="C79C00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461" name="capsule-highlight">
            <a:extLst>
              <a:ext uri="{FF2B5EF4-FFF2-40B4-BE49-F238E27FC236}">
                <a16:creationId xmlns:a16="http://schemas.microsoft.com/office/drawing/2014/main" id="{29D4B19B-4BAD-8BD8-67A7-D20D59774A24}"/>
              </a:ext>
            </a:extLst>
          </p:cNvPr>
          <p:cNvSpPr>
            <a:spLocks noGrp="1"/>
          </p:cNvSpPr>
          <p:nvPr/>
        </p:nvSpPr>
        <p:spPr>
          <a:xfrm>
            <a:off x="5860396" y="4903323"/>
            <a:ext cx="19391" cy="15513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465" name="legend-capsule-label">
            <a:extLst>
              <a:ext uri="{FF2B5EF4-FFF2-40B4-BE49-F238E27FC236}">
                <a16:creationId xmlns:a16="http://schemas.microsoft.com/office/drawing/2014/main" id="{6D6A6A3C-FCD6-D19B-7A06-CF0BFB9C6671}"/>
              </a:ext>
            </a:extLst>
          </p:cNvPr>
          <p:cNvSpPr>
            <a:spLocks noGrp="1"/>
          </p:cNvSpPr>
          <p:nvPr/>
        </p:nvSpPr>
        <p:spPr>
          <a:xfrm>
            <a:off x="6056617" y="4860000"/>
            <a:ext cx="1080000" cy="12739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478" b="1">
                <a:solidFill>
                  <a:srgbClr val="20372F"/>
                </a:solidFill>
                <a:latin typeface="Paperlogy"/>
                <a:ea typeface="Paperlogy"/>
                <a:cs typeface="Paperlogy"/>
              </a:defRPr>
            </a:pPr>
            <a:r>
              <a:rPr sz="800" b="1" dirty="0" err="1">
                <a:solidFill>
                  <a:srgbClr val="20372F"/>
                </a:solidFill>
                <a:latin typeface="페이퍼로지 4 Regular" pitchFamily="2" charset="-127"/>
                <a:ea typeface="페이퍼로지 4 Regular" pitchFamily="2" charset="-127"/>
                <a:cs typeface="Paperlogy"/>
              </a:rPr>
              <a:t>블루수분캡슐</a:t>
            </a:r>
            <a:endParaRPr sz="800" b="1" dirty="0">
              <a:solidFill>
                <a:srgbClr val="20372F"/>
              </a:solidFill>
              <a:latin typeface="페이퍼로지 4 Regular" pitchFamily="2" charset="-127"/>
              <a:ea typeface="페이퍼로지 4 Regular" pitchFamily="2" charset="-127"/>
              <a:cs typeface="Paperlogy"/>
            </a:endParaRPr>
          </a:p>
        </p:txBody>
      </p:sp>
      <p:sp>
        <p:nvSpPr>
          <p:cNvPr id="469" name="legend-oil">
            <a:extLst>
              <a:ext uri="{FF2B5EF4-FFF2-40B4-BE49-F238E27FC236}">
                <a16:creationId xmlns:a16="http://schemas.microsoft.com/office/drawing/2014/main" id="{7114629D-8185-6080-B664-40C68B9522A2}"/>
              </a:ext>
            </a:extLst>
          </p:cNvPr>
          <p:cNvSpPr>
            <a:spLocks noGrp="1"/>
          </p:cNvSpPr>
          <p:nvPr/>
        </p:nvSpPr>
        <p:spPr>
          <a:xfrm>
            <a:off x="6967348" y="4880517"/>
            <a:ext cx="110808" cy="110808"/>
          </a:xfrm>
          <a:prstGeom prst="ellipse">
            <a:avLst/>
          </a:prstGeom>
          <a:solidFill>
            <a:srgbClr val="F7CF48"/>
          </a:solidFill>
          <a:ln w="9525">
            <a:solidFill>
              <a:srgbClr val="C79C00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473" name="legend-oil-label">
            <a:extLst>
              <a:ext uri="{FF2B5EF4-FFF2-40B4-BE49-F238E27FC236}">
                <a16:creationId xmlns:a16="http://schemas.microsoft.com/office/drawing/2014/main" id="{DCB418EA-A51A-14BB-9514-D97ACC2BD8D6}"/>
              </a:ext>
            </a:extLst>
          </p:cNvPr>
          <p:cNvSpPr>
            <a:spLocks noGrp="1"/>
          </p:cNvSpPr>
          <p:nvPr/>
        </p:nvSpPr>
        <p:spPr>
          <a:xfrm>
            <a:off x="7215658" y="4863927"/>
            <a:ext cx="1080000" cy="12739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478" b="1">
                <a:solidFill>
                  <a:srgbClr val="20372F"/>
                </a:solidFill>
                <a:latin typeface="Paperlogy"/>
                <a:ea typeface="Paperlogy"/>
                <a:cs typeface="Paperlogy"/>
              </a:defRPr>
            </a:pPr>
            <a:r>
              <a:rPr sz="800" b="1" dirty="0" err="1">
                <a:solidFill>
                  <a:srgbClr val="20372F"/>
                </a:solidFill>
                <a:latin typeface="페이퍼로지 4 Regular" pitchFamily="2" charset="-127"/>
                <a:ea typeface="페이퍼로지 4 Regular" pitchFamily="2" charset="-127"/>
                <a:cs typeface="Paperlogy"/>
              </a:rPr>
              <a:t>글로우오일</a:t>
            </a:r>
            <a:endParaRPr sz="800" b="1" dirty="0">
              <a:solidFill>
                <a:srgbClr val="20372F"/>
              </a:solidFill>
              <a:latin typeface="페이퍼로지 4 Regular" pitchFamily="2" charset="-127"/>
              <a:ea typeface="페이퍼로지 4 Regular" pitchFamily="2" charset="-127"/>
              <a:cs typeface="Paperlogy"/>
            </a:endParaRPr>
          </a:p>
        </p:txBody>
      </p:sp>
      <p:sp>
        <p:nvSpPr>
          <p:cNvPr id="477" name="legend-hydrogel">
            <a:extLst>
              <a:ext uri="{FF2B5EF4-FFF2-40B4-BE49-F238E27FC236}">
                <a16:creationId xmlns:a16="http://schemas.microsoft.com/office/drawing/2014/main" id="{D05F291A-0E4F-3845-9C10-A169CC7F4629}"/>
              </a:ext>
            </a:extLst>
          </p:cNvPr>
          <p:cNvSpPr>
            <a:spLocks noGrp="1"/>
          </p:cNvSpPr>
          <p:nvPr/>
        </p:nvSpPr>
        <p:spPr>
          <a:xfrm>
            <a:off x="8046214" y="4892393"/>
            <a:ext cx="120881" cy="90661"/>
          </a:xfrm>
          <a:prstGeom prst="rect">
            <a:avLst/>
          </a:prstGeom>
          <a:solidFill>
            <a:srgbClr val="C9EEF8"/>
          </a:solidFill>
          <a:ln w="7620">
            <a:solidFill>
              <a:srgbClr val="3C9FB5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481" name="legend-hydrogel-label">
            <a:extLst>
              <a:ext uri="{FF2B5EF4-FFF2-40B4-BE49-F238E27FC236}">
                <a16:creationId xmlns:a16="http://schemas.microsoft.com/office/drawing/2014/main" id="{2C50B138-41AC-C569-CAD8-529F02B0FE45}"/>
              </a:ext>
            </a:extLst>
          </p:cNvPr>
          <p:cNvSpPr>
            <a:spLocks noGrp="1"/>
          </p:cNvSpPr>
          <p:nvPr/>
        </p:nvSpPr>
        <p:spPr>
          <a:xfrm>
            <a:off x="8328772" y="4863927"/>
            <a:ext cx="1080000" cy="12739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441" b="1">
                <a:solidFill>
                  <a:srgbClr val="20372F"/>
                </a:solidFill>
                <a:latin typeface="Paperlogy"/>
                <a:ea typeface="Paperlogy"/>
                <a:cs typeface="Paperlogy"/>
              </a:defRPr>
            </a:pPr>
            <a:r>
              <a:rPr sz="800" b="1" dirty="0" err="1">
                <a:solidFill>
                  <a:srgbClr val="20372F"/>
                </a:solidFill>
                <a:latin typeface="페이퍼로지 4 Regular" pitchFamily="2" charset="-127"/>
                <a:ea typeface="페이퍼로지 4 Regular" pitchFamily="2" charset="-127"/>
                <a:cs typeface="Paperlogy"/>
              </a:rPr>
              <a:t>하이드로겔매트릭스</a:t>
            </a:r>
            <a:endParaRPr sz="800" b="1" dirty="0">
              <a:solidFill>
                <a:srgbClr val="20372F"/>
              </a:solidFill>
              <a:latin typeface="페이퍼로지 4 Regular" pitchFamily="2" charset="-127"/>
              <a:ea typeface="페이퍼로지 4 Regular" pitchFamily="2" charset="-127"/>
              <a:cs typeface="Paperlogy"/>
            </a:endParaRPr>
          </a:p>
        </p:txBody>
      </p:sp>
      <p:sp>
        <p:nvSpPr>
          <p:cNvPr id="485" name="blue-capsule-shell">
            <a:extLst>
              <a:ext uri="{FF2B5EF4-FFF2-40B4-BE49-F238E27FC236}">
                <a16:creationId xmlns:a16="http://schemas.microsoft.com/office/drawing/2014/main" id="{BF842370-D6AB-42D7-F633-1D2B3A5F11AC}"/>
              </a:ext>
            </a:extLst>
          </p:cNvPr>
          <p:cNvSpPr>
            <a:spLocks noGrp="1"/>
          </p:cNvSpPr>
          <p:nvPr/>
        </p:nvSpPr>
        <p:spPr>
          <a:xfrm>
            <a:off x="5254861" y="5274124"/>
            <a:ext cx="60441" cy="60441"/>
          </a:xfrm>
          <a:prstGeom prst="ellipse">
            <a:avLst/>
          </a:prstGeom>
          <a:solidFill>
            <a:srgbClr val="B6E1F2"/>
          </a:solidFill>
          <a:ln w="10478">
            <a:solidFill>
              <a:srgbClr val="318DB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489" name="blue-capsule-interior">
            <a:extLst>
              <a:ext uri="{FF2B5EF4-FFF2-40B4-BE49-F238E27FC236}">
                <a16:creationId xmlns:a16="http://schemas.microsoft.com/office/drawing/2014/main" id="{509EE7B5-C90F-1AC3-FD92-C5EA1EAB87F4}"/>
              </a:ext>
            </a:extLst>
          </p:cNvPr>
          <p:cNvSpPr>
            <a:spLocks noGrp="1"/>
          </p:cNvSpPr>
          <p:nvPr/>
        </p:nvSpPr>
        <p:spPr>
          <a:xfrm>
            <a:off x="5274898" y="5287421"/>
            <a:ext cx="37473" cy="36264"/>
          </a:xfrm>
          <a:prstGeom prst="ellipse">
            <a:avLst/>
          </a:prstGeom>
          <a:solidFill>
            <a:srgbClr val="E6F7FC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493" name="capsule-highlight">
            <a:extLst>
              <a:ext uri="{FF2B5EF4-FFF2-40B4-BE49-F238E27FC236}">
                <a16:creationId xmlns:a16="http://schemas.microsoft.com/office/drawing/2014/main" id="{E3E555BD-B9D2-882D-062B-A6A103A65B1E}"/>
              </a:ext>
            </a:extLst>
          </p:cNvPr>
          <p:cNvSpPr>
            <a:spLocks noGrp="1"/>
          </p:cNvSpPr>
          <p:nvPr/>
        </p:nvSpPr>
        <p:spPr>
          <a:xfrm>
            <a:off x="5281577" y="5288328"/>
            <a:ext cx="10577" cy="8462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497" name="blue-capsule-shell">
            <a:extLst>
              <a:ext uri="{FF2B5EF4-FFF2-40B4-BE49-F238E27FC236}">
                <a16:creationId xmlns:a16="http://schemas.microsoft.com/office/drawing/2014/main" id="{85361CE8-1221-66E7-1C91-58728D6737CB}"/>
              </a:ext>
            </a:extLst>
          </p:cNvPr>
          <p:cNvSpPr>
            <a:spLocks noGrp="1"/>
          </p:cNvSpPr>
          <p:nvPr/>
        </p:nvSpPr>
        <p:spPr>
          <a:xfrm>
            <a:off x="5357611" y="5203610"/>
            <a:ext cx="80587" cy="80587"/>
          </a:xfrm>
          <a:prstGeom prst="ellipse">
            <a:avLst/>
          </a:prstGeom>
          <a:solidFill>
            <a:srgbClr val="B6E1F2"/>
          </a:solidFill>
          <a:ln w="10478">
            <a:solidFill>
              <a:srgbClr val="318DB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01" name="blue-capsule-interior">
            <a:extLst>
              <a:ext uri="{FF2B5EF4-FFF2-40B4-BE49-F238E27FC236}">
                <a16:creationId xmlns:a16="http://schemas.microsoft.com/office/drawing/2014/main" id="{D91018CD-265C-4CF5-6F53-1ABCB34027F0}"/>
              </a:ext>
            </a:extLst>
          </p:cNvPr>
          <p:cNvSpPr>
            <a:spLocks noGrp="1"/>
          </p:cNvSpPr>
          <p:nvPr/>
        </p:nvSpPr>
        <p:spPr>
          <a:xfrm>
            <a:off x="5384325" y="5221339"/>
            <a:ext cx="49964" cy="48353"/>
          </a:xfrm>
          <a:prstGeom prst="ellipse">
            <a:avLst/>
          </a:prstGeom>
          <a:solidFill>
            <a:srgbClr val="E6F7FC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05" name="capsule-highlight">
            <a:extLst>
              <a:ext uri="{FF2B5EF4-FFF2-40B4-BE49-F238E27FC236}">
                <a16:creationId xmlns:a16="http://schemas.microsoft.com/office/drawing/2014/main" id="{9690811C-C24D-8F19-4DCD-4F67A9C2E362}"/>
              </a:ext>
            </a:extLst>
          </p:cNvPr>
          <p:cNvSpPr>
            <a:spLocks noGrp="1"/>
          </p:cNvSpPr>
          <p:nvPr/>
        </p:nvSpPr>
        <p:spPr>
          <a:xfrm>
            <a:off x="5393231" y="5222548"/>
            <a:ext cx="14103" cy="11282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09" name="blue-capsule-shell">
            <a:extLst>
              <a:ext uri="{FF2B5EF4-FFF2-40B4-BE49-F238E27FC236}">
                <a16:creationId xmlns:a16="http://schemas.microsoft.com/office/drawing/2014/main" id="{A33AE9BF-352A-67F7-36B2-6240F415063A}"/>
              </a:ext>
            </a:extLst>
          </p:cNvPr>
          <p:cNvSpPr>
            <a:spLocks noGrp="1"/>
          </p:cNvSpPr>
          <p:nvPr/>
        </p:nvSpPr>
        <p:spPr>
          <a:xfrm>
            <a:off x="5494608" y="5163316"/>
            <a:ext cx="50367" cy="50367"/>
          </a:xfrm>
          <a:prstGeom prst="ellipse">
            <a:avLst/>
          </a:prstGeom>
          <a:solidFill>
            <a:srgbClr val="B6E1F2"/>
          </a:solidFill>
          <a:ln w="10478">
            <a:solidFill>
              <a:srgbClr val="318DB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64" name="blue-capsule-interior">
            <a:extLst>
              <a:ext uri="{FF2B5EF4-FFF2-40B4-BE49-F238E27FC236}">
                <a16:creationId xmlns:a16="http://schemas.microsoft.com/office/drawing/2014/main" id="{1BB9C02B-483C-29DD-A902-80B1D83081AC}"/>
              </a:ext>
            </a:extLst>
          </p:cNvPr>
          <p:cNvSpPr>
            <a:spLocks noGrp="1"/>
          </p:cNvSpPr>
          <p:nvPr/>
        </p:nvSpPr>
        <p:spPr>
          <a:xfrm>
            <a:off x="5511307" y="5174397"/>
            <a:ext cx="31228" cy="30221"/>
          </a:xfrm>
          <a:prstGeom prst="ellipse">
            <a:avLst/>
          </a:prstGeom>
          <a:solidFill>
            <a:srgbClr val="E6F7FC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69" name="capsule-highlight">
            <a:extLst>
              <a:ext uri="{FF2B5EF4-FFF2-40B4-BE49-F238E27FC236}">
                <a16:creationId xmlns:a16="http://schemas.microsoft.com/office/drawing/2014/main" id="{809ED884-D101-EA93-8F0B-D3D5B2B185F7}"/>
              </a:ext>
            </a:extLst>
          </p:cNvPr>
          <p:cNvSpPr>
            <a:spLocks noGrp="1"/>
          </p:cNvSpPr>
          <p:nvPr/>
        </p:nvSpPr>
        <p:spPr>
          <a:xfrm>
            <a:off x="5516872" y="5175153"/>
            <a:ext cx="8814" cy="7051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73" name="blue-capsule-shell">
            <a:extLst>
              <a:ext uri="{FF2B5EF4-FFF2-40B4-BE49-F238E27FC236}">
                <a16:creationId xmlns:a16="http://schemas.microsoft.com/office/drawing/2014/main" id="{15DB6536-1680-2AC2-D44E-8007322AF9E9}"/>
              </a:ext>
            </a:extLst>
          </p:cNvPr>
          <p:cNvSpPr>
            <a:spLocks noGrp="1"/>
          </p:cNvSpPr>
          <p:nvPr/>
        </p:nvSpPr>
        <p:spPr>
          <a:xfrm>
            <a:off x="5571671" y="5117986"/>
            <a:ext cx="70514" cy="70514"/>
          </a:xfrm>
          <a:prstGeom prst="ellipse">
            <a:avLst/>
          </a:prstGeom>
          <a:solidFill>
            <a:srgbClr val="B6E1F2"/>
          </a:solidFill>
          <a:ln w="10478">
            <a:solidFill>
              <a:srgbClr val="318DB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77" name="blue-capsule-interior">
            <a:extLst>
              <a:ext uri="{FF2B5EF4-FFF2-40B4-BE49-F238E27FC236}">
                <a16:creationId xmlns:a16="http://schemas.microsoft.com/office/drawing/2014/main" id="{9529F835-AE88-68EC-3BD1-E6FBCB60AC73}"/>
              </a:ext>
            </a:extLst>
          </p:cNvPr>
          <p:cNvSpPr>
            <a:spLocks noGrp="1"/>
          </p:cNvSpPr>
          <p:nvPr/>
        </p:nvSpPr>
        <p:spPr>
          <a:xfrm>
            <a:off x="5595047" y="5133499"/>
            <a:ext cx="43719" cy="42309"/>
          </a:xfrm>
          <a:prstGeom prst="ellipse">
            <a:avLst/>
          </a:prstGeom>
          <a:solidFill>
            <a:srgbClr val="E6F7FC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81" name="capsule-highlight">
            <a:extLst>
              <a:ext uri="{FF2B5EF4-FFF2-40B4-BE49-F238E27FC236}">
                <a16:creationId xmlns:a16="http://schemas.microsoft.com/office/drawing/2014/main" id="{72ADB552-6EC9-6474-915B-7AAFB62904B5}"/>
              </a:ext>
            </a:extLst>
          </p:cNvPr>
          <p:cNvSpPr>
            <a:spLocks noGrp="1"/>
          </p:cNvSpPr>
          <p:nvPr/>
        </p:nvSpPr>
        <p:spPr>
          <a:xfrm>
            <a:off x="5602839" y="5134557"/>
            <a:ext cx="12340" cy="9872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85" name="직선 연결선 84">
            <a:extLst>
              <a:ext uri="{FF2B5EF4-FFF2-40B4-BE49-F238E27FC236}">
                <a16:creationId xmlns:a16="http://schemas.microsoft.com/office/drawing/2014/main" id="{5B88A3A4-F486-1E84-6F65-14F08B0E43C4}"/>
              </a:ext>
            </a:extLst>
          </p:cNvPr>
          <p:cNvSpPr>
            <a:spLocks noGrp="1"/>
          </p:cNvSpPr>
          <p:nvPr/>
        </p:nvSpPr>
        <p:spPr>
          <a:xfrm>
            <a:off x="5117862" y="5289234"/>
            <a:ext cx="342497" cy="80587"/>
          </a:xfrm>
          <a:prstGeom prst="line">
            <a:avLst/>
          </a:prstGeom>
          <a:noFill/>
          <a:ln w="11430">
            <a:solidFill>
              <a:srgbClr val="2F8FC5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87" name="직선 연결선 86">
            <a:extLst>
              <a:ext uri="{FF2B5EF4-FFF2-40B4-BE49-F238E27FC236}">
                <a16:creationId xmlns:a16="http://schemas.microsoft.com/office/drawing/2014/main" id="{3052CBD4-474E-E7B8-0714-A4D225614F1A}"/>
              </a:ext>
            </a:extLst>
          </p:cNvPr>
          <p:cNvSpPr>
            <a:spLocks noGrp="1"/>
          </p:cNvSpPr>
          <p:nvPr/>
        </p:nvSpPr>
        <p:spPr>
          <a:xfrm>
            <a:off x="5186361" y="5279161"/>
            <a:ext cx="410997" cy="135992"/>
          </a:xfrm>
          <a:prstGeom prst="line">
            <a:avLst/>
          </a:prstGeom>
          <a:noFill/>
          <a:ln w="11430">
            <a:solidFill>
              <a:srgbClr val="2F8FC5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90" name="직선 연결선 89">
            <a:extLst>
              <a:ext uri="{FF2B5EF4-FFF2-40B4-BE49-F238E27FC236}">
                <a16:creationId xmlns:a16="http://schemas.microsoft.com/office/drawing/2014/main" id="{E33F737B-5C06-519A-BA2D-139B5C9B212D}"/>
              </a:ext>
            </a:extLst>
          </p:cNvPr>
          <p:cNvSpPr>
            <a:spLocks noGrp="1"/>
          </p:cNvSpPr>
          <p:nvPr/>
        </p:nvSpPr>
        <p:spPr>
          <a:xfrm>
            <a:off x="5246298" y="5253977"/>
            <a:ext cx="496621" cy="201469"/>
          </a:xfrm>
          <a:prstGeom prst="line">
            <a:avLst/>
          </a:prstGeom>
          <a:noFill/>
          <a:ln w="11430">
            <a:solidFill>
              <a:srgbClr val="2F8FC5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94" name="surface-film">
            <a:extLst>
              <a:ext uri="{FF2B5EF4-FFF2-40B4-BE49-F238E27FC236}">
                <a16:creationId xmlns:a16="http://schemas.microsoft.com/office/drawing/2014/main" id="{FE518D79-3C5F-1EBD-C7EC-78C99A83FE88}"/>
              </a:ext>
            </a:extLst>
          </p:cNvPr>
          <p:cNvSpPr>
            <a:spLocks noGrp="1"/>
          </p:cNvSpPr>
          <p:nvPr/>
        </p:nvSpPr>
        <p:spPr>
          <a:xfrm>
            <a:off x="5571670" y="5324492"/>
            <a:ext cx="2996850" cy="45330"/>
          </a:xfrm>
          <a:prstGeom prst="rect">
            <a:avLst/>
          </a:prstGeom>
          <a:solidFill>
            <a:srgbClr val="F7CF48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98" name="hydrogel-film">
            <a:extLst>
              <a:ext uri="{FF2B5EF4-FFF2-40B4-BE49-F238E27FC236}">
                <a16:creationId xmlns:a16="http://schemas.microsoft.com/office/drawing/2014/main" id="{1DB91AC3-DFED-E8B4-82F7-3FB2AFA01B1B}"/>
              </a:ext>
            </a:extLst>
          </p:cNvPr>
          <p:cNvSpPr>
            <a:spLocks noGrp="1"/>
          </p:cNvSpPr>
          <p:nvPr/>
        </p:nvSpPr>
        <p:spPr>
          <a:xfrm>
            <a:off x="5571670" y="5369822"/>
            <a:ext cx="2996850" cy="65478"/>
          </a:xfrm>
          <a:prstGeom prst="rect">
            <a:avLst/>
          </a:prstGeom>
          <a:solidFill>
            <a:srgbClr val="C9EEF8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102" name="stratum-corneum">
            <a:extLst>
              <a:ext uri="{FF2B5EF4-FFF2-40B4-BE49-F238E27FC236}">
                <a16:creationId xmlns:a16="http://schemas.microsoft.com/office/drawing/2014/main" id="{A4A14898-F5B3-AE98-731B-A58C9228DFAF}"/>
              </a:ext>
            </a:extLst>
          </p:cNvPr>
          <p:cNvSpPr>
            <a:spLocks noGrp="1"/>
          </p:cNvSpPr>
          <p:nvPr/>
        </p:nvSpPr>
        <p:spPr>
          <a:xfrm>
            <a:off x="5571670" y="5435299"/>
            <a:ext cx="2996850" cy="130955"/>
          </a:xfrm>
          <a:prstGeom prst="rect">
            <a:avLst/>
          </a:prstGeom>
          <a:solidFill>
            <a:srgbClr val="FFF2E6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106" name="corneocyte">
            <a:extLst>
              <a:ext uri="{FF2B5EF4-FFF2-40B4-BE49-F238E27FC236}">
                <a16:creationId xmlns:a16="http://schemas.microsoft.com/office/drawing/2014/main" id="{9D9EA6B2-6798-F19F-3F7E-C26F4E2C3FEB}"/>
              </a:ext>
            </a:extLst>
          </p:cNvPr>
          <p:cNvSpPr>
            <a:spLocks noGrp="1"/>
          </p:cNvSpPr>
          <p:nvPr/>
        </p:nvSpPr>
        <p:spPr>
          <a:xfrm>
            <a:off x="5597360" y="5460483"/>
            <a:ext cx="231186" cy="50367"/>
          </a:xfrm>
          <a:prstGeom prst="roundRect">
            <a:avLst>
              <a:gd name="adj" fmla="val 50000"/>
            </a:avLst>
          </a:prstGeom>
          <a:solidFill>
            <a:srgbClr val="FCE7D5"/>
          </a:solidFill>
          <a:ln w="5715">
            <a:solidFill>
              <a:srgbClr val="E7BC99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110" name="corneocyte">
            <a:extLst>
              <a:ext uri="{FF2B5EF4-FFF2-40B4-BE49-F238E27FC236}">
                <a16:creationId xmlns:a16="http://schemas.microsoft.com/office/drawing/2014/main" id="{8D13D33F-A329-E707-14B6-20865CF3C7C3}"/>
              </a:ext>
            </a:extLst>
          </p:cNvPr>
          <p:cNvSpPr>
            <a:spLocks noGrp="1"/>
          </p:cNvSpPr>
          <p:nvPr/>
        </p:nvSpPr>
        <p:spPr>
          <a:xfrm>
            <a:off x="5845669" y="5475593"/>
            <a:ext cx="231186" cy="50367"/>
          </a:xfrm>
          <a:prstGeom prst="roundRect">
            <a:avLst>
              <a:gd name="adj" fmla="val 50000"/>
            </a:avLst>
          </a:prstGeom>
          <a:solidFill>
            <a:srgbClr val="FCE7D5"/>
          </a:solidFill>
          <a:ln w="5715">
            <a:solidFill>
              <a:srgbClr val="E7BC99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114" name="corneocyte">
            <a:extLst>
              <a:ext uri="{FF2B5EF4-FFF2-40B4-BE49-F238E27FC236}">
                <a16:creationId xmlns:a16="http://schemas.microsoft.com/office/drawing/2014/main" id="{60AF7C18-A77A-CD2D-B76D-B40979318B9F}"/>
              </a:ext>
            </a:extLst>
          </p:cNvPr>
          <p:cNvSpPr>
            <a:spLocks noGrp="1"/>
          </p:cNvSpPr>
          <p:nvPr/>
        </p:nvSpPr>
        <p:spPr>
          <a:xfrm>
            <a:off x="6093980" y="5460483"/>
            <a:ext cx="231186" cy="50367"/>
          </a:xfrm>
          <a:prstGeom prst="roundRect">
            <a:avLst>
              <a:gd name="adj" fmla="val 50000"/>
            </a:avLst>
          </a:prstGeom>
          <a:solidFill>
            <a:srgbClr val="FCE7D5"/>
          </a:solidFill>
          <a:ln w="5715">
            <a:solidFill>
              <a:srgbClr val="E7BC99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118" name="corneocyte">
            <a:extLst>
              <a:ext uri="{FF2B5EF4-FFF2-40B4-BE49-F238E27FC236}">
                <a16:creationId xmlns:a16="http://schemas.microsoft.com/office/drawing/2014/main" id="{1B65FE03-EC3B-1B4B-81B5-CB6C43A6F16E}"/>
              </a:ext>
            </a:extLst>
          </p:cNvPr>
          <p:cNvSpPr>
            <a:spLocks noGrp="1"/>
          </p:cNvSpPr>
          <p:nvPr/>
        </p:nvSpPr>
        <p:spPr>
          <a:xfrm>
            <a:off x="6342290" y="5475593"/>
            <a:ext cx="231186" cy="50367"/>
          </a:xfrm>
          <a:prstGeom prst="roundRect">
            <a:avLst>
              <a:gd name="adj" fmla="val 50000"/>
            </a:avLst>
          </a:prstGeom>
          <a:solidFill>
            <a:srgbClr val="FCE7D5"/>
          </a:solidFill>
          <a:ln w="5715">
            <a:solidFill>
              <a:srgbClr val="E7BC99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122" name="corneocyte">
            <a:extLst>
              <a:ext uri="{FF2B5EF4-FFF2-40B4-BE49-F238E27FC236}">
                <a16:creationId xmlns:a16="http://schemas.microsoft.com/office/drawing/2014/main" id="{3798E452-C917-D08B-85AB-64D4F5412210}"/>
              </a:ext>
            </a:extLst>
          </p:cNvPr>
          <p:cNvSpPr>
            <a:spLocks noGrp="1"/>
          </p:cNvSpPr>
          <p:nvPr/>
        </p:nvSpPr>
        <p:spPr>
          <a:xfrm>
            <a:off x="6590601" y="5460483"/>
            <a:ext cx="231186" cy="50367"/>
          </a:xfrm>
          <a:prstGeom prst="roundRect">
            <a:avLst>
              <a:gd name="adj" fmla="val 50000"/>
            </a:avLst>
          </a:prstGeom>
          <a:solidFill>
            <a:srgbClr val="FCE7D5"/>
          </a:solidFill>
          <a:ln w="5715">
            <a:solidFill>
              <a:srgbClr val="E7BC99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126" name="corneocyte">
            <a:extLst>
              <a:ext uri="{FF2B5EF4-FFF2-40B4-BE49-F238E27FC236}">
                <a16:creationId xmlns:a16="http://schemas.microsoft.com/office/drawing/2014/main" id="{50AC814E-EDB7-9C3A-527E-96EFFC2B1785}"/>
              </a:ext>
            </a:extLst>
          </p:cNvPr>
          <p:cNvSpPr>
            <a:spLocks noGrp="1"/>
          </p:cNvSpPr>
          <p:nvPr/>
        </p:nvSpPr>
        <p:spPr>
          <a:xfrm>
            <a:off x="6838911" y="5475593"/>
            <a:ext cx="231186" cy="50367"/>
          </a:xfrm>
          <a:prstGeom prst="roundRect">
            <a:avLst>
              <a:gd name="adj" fmla="val 50000"/>
            </a:avLst>
          </a:prstGeom>
          <a:solidFill>
            <a:srgbClr val="FCE7D5"/>
          </a:solidFill>
          <a:ln w="5715">
            <a:solidFill>
              <a:srgbClr val="E7BC99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15" name="corneocyte">
            <a:extLst>
              <a:ext uri="{FF2B5EF4-FFF2-40B4-BE49-F238E27FC236}">
                <a16:creationId xmlns:a16="http://schemas.microsoft.com/office/drawing/2014/main" id="{420E9314-DBD2-9F95-6DE1-971FC2A6B057}"/>
              </a:ext>
            </a:extLst>
          </p:cNvPr>
          <p:cNvSpPr>
            <a:spLocks noGrp="1"/>
          </p:cNvSpPr>
          <p:nvPr/>
        </p:nvSpPr>
        <p:spPr>
          <a:xfrm>
            <a:off x="7087221" y="5460483"/>
            <a:ext cx="231186" cy="50367"/>
          </a:xfrm>
          <a:prstGeom prst="roundRect">
            <a:avLst>
              <a:gd name="adj" fmla="val 50000"/>
            </a:avLst>
          </a:prstGeom>
          <a:solidFill>
            <a:srgbClr val="FCE7D5"/>
          </a:solidFill>
          <a:ln w="5715">
            <a:solidFill>
              <a:srgbClr val="E7BC99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17" name="corneocyte">
            <a:extLst>
              <a:ext uri="{FF2B5EF4-FFF2-40B4-BE49-F238E27FC236}">
                <a16:creationId xmlns:a16="http://schemas.microsoft.com/office/drawing/2014/main" id="{17D05DC0-73E5-6AE0-384C-F926C34CFADD}"/>
              </a:ext>
            </a:extLst>
          </p:cNvPr>
          <p:cNvSpPr>
            <a:spLocks noGrp="1"/>
          </p:cNvSpPr>
          <p:nvPr/>
        </p:nvSpPr>
        <p:spPr>
          <a:xfrm>
            <a:off x="7335532" y="5475593"/>
            <a:ext cx="231186" cy="50367"/>
          </a:xfrm>
          <a:prstGeom prst="roundRect">
            <a:avLst>
              <a:gd name="adj" fmla="val 50000"/>
            </a:avLst>
          </a:prstGeom>
          <a:solidFill>
            <a:srgbClr val="FCE7D5"/>
          </a:solidFill>
          <a:ln w="5715">
            <a:solidFill>
              <a:srgbClr val="E7BC99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21" name="corneocyte">
            <a:extLst>
              <a:ext uri="{FF2B5EF4-FFF2-40B4-BE49-F238E27FC236}">
                <a16:creationId xmlns:a16="http://schemas.microsoft.com/office/drawing/2014/main" id="{938BCDE0-EEDA-F967-BFA4-5D2FD4C6E4D1}"/>
              </a:ext>
            </a:extLst>
          </p:cNvPr>
          <p:cNvSpPr>
            <a:spLocks noGrp="1"/>
          </p:cNvSpPr>
          <p:nvPr/>
        </p:nvSpPr>
        <p:spPr>
          <a:xfrm>
            <a:off x="7583843" y="5460483"/>
            <a:ext cx="231186" cy="50367"/>
          </a:xfrm>
          <a:prstGeom prst="roundRect">
            <a:avLst>
              <a:gd name="adj" fmla="val 50000"/>
            </a:avLst>
          </a:prstGeom>
          <a:solidFill>
            <a:srgbClr val="FCE7D5"/>
          </a:solidFill>
          <a:ln w="5715">
            <a:solidFill>
              <a:srgbClr val="E7BC99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24" name="corneocyte">
            <a:extLst>
              <a:ext uri="{FF2B5EF4-FFF2-40B4-BE49-F238E27FC236}">
                <a16:creationId xmlns:a16="http://schemas.microsoft.com/office/drawing/2014/main" id="{C0A0B0F5-9494-82F5-5F02-A4035F014FCE}"/>
              </a:ext>
            </a:extLst>
          </p:cNvPr>
          <p:cNvSpPr>
            <a:spLocks noGrp="1"/>
          </p:cNvSpPr>
          <p:nvPr/>
        </p:nvSpPr>
        <p:spPr>
          <a:xfrm>
            <a:off x="7832152" y="5475593"/>
            <a:ext cx="231186" cy="50367"/>
          </a:xfrm>
          <a:prstGeom prst="roundRect">
            <a:avLst>
              <a:gd name="adj" fmla="val 50000"/>
            </a:avLst>
          </a:prstGeom>
          <a:solidFill>
            <a:srgbClr val="FCE7D5"/>
          </a:solidFill>
          <a:ln w="5715">
            <a:solidFill>
              <a:srgbClr val="E7BC99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26" name="corneocyte">
            <a:extLst>
              <a:ext uri="{FF2B5EF4-FFF2-40B4-BE49-F238E27FC236}">
                <a16:creationId xmlns:a16="http://schemas.microsoft.com/office/drawing/2014/main" id="{EA98A50B-9D47-F660-E870-4A6A7EAF8C8A}"/>
              </a:ext>
            </a:extLst>
          </p:cNvPr>
          <p:cNvSpPr>
            <a:spLocks noGrp="1"/>
          </p:cNvSpPr>
          <p:nvPr/>
        </p:nvSpPr>
        <p:spPr>
          <a:xfrm>
            <a:off x="8080463" y="5460483"/>
            <a:ext cx="231186" cy="50367"/>
          </a:xfrm>
          <a:prstGeom prst="roundRect">
            <a:avLst>
              <a:gd name="adj" fmla="val 50000"/>
            </a:avLst>
          </a:prstGeom>
          <a:solidFill>
            <a:srgbClr val="FCE7D5"/>
          </a:solidFill>
          <a:ln w="5715">
            <a:solidFill>
              <a:srgbClr val="E7BC99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29" name="corneocyte">
            <a:extLst>
              <a:ext uri="{FF2B5EF4-FFF2-40B4-BE49-F238E27FC236}">
                <a16:creationId xmlns:a16="http://schemas.microsoft.com/office/drawing/2014/main" id="{1D80F4EA-3ED2-46EE-3924-21B3568CEBC0}"/>
              </a:ext>
            </a:extLst>
          </p:cNvPr>
          <p:cNvSpPr>
            <a:spLocks noGrp="1"/>
          </p:cNvSpPr>
          <p:nvPr/>
        </p:nvSpPr>
        <p:spPr>
          <a:xfrm>
            <a:off x="8328774" y="5475593"/>
            <a:ext cx="231186" cy="50367"/>
          </a:xfrm>
          <a:prstGeom prst="roundRect">
            <a:avLst>
              <a:gd name="adj" fmla="val 50000"/>
            </a:avLst>
          </a:prstGeom>
          <a:solidFill>
            <a:srgbClr val="FCE7D5"/>
          </a:solidFill>
          <a:ln w="5715">
            <a:solidFill>
              <a:srgbClr val="E7BC99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31" name="epidermis">
            <a:extLst>
              <a:ext uri="{FF2B5EF4-FFF2-40B4-BE49-F238E27FC236}">
                <a16:creationId xmlns:a16="http://schemas.microsoft.com/office/drawing/2014/main" id="{F96CB29E-7F8C-EBB4-8208-9F7BD54EC2B7}"/>
              </a:ext>
            </a:extLst>
          </p:cNvPr>
          <p:cNvSpPr>
            <a:spLocks noGrp="1"/>
          </p:cNvSpPr>
          <p:nvPr/>
        </p:nvSpPr>
        <p:spPr>
          <a:xfrm>
            <a:off x="5571670" y="5566254"/>
            <a:ext cx="2996850" cy="241763"/>
          </a:xfrm>
          <a:prstGeom prst="rect">
            <a:avLst/>
          </a:prstGeom>
          <a:solidFill>
            <a:srgbClr val="FBD8BC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33" name="epidermal-cell">
            <a:extLst>
              <a:ext uri="{FF2B5EF4-FFF2-40B4-BE49-F238E27FC236}">
                <a16:creationId xmlns:a16="http://schemas.microsoft.com/office/drawing/2014/main" id="{FD90D437-71F3-4991-8EC4-6E15B8DC17A9}"/>
              </a:ext>
            </a:extLst>
          </p:cNvPr>
          <p:cNvSpPr>
            <a:spLocks noGrp="1"/>
          </p:cNvSpPr>
          <p:nvPr/>
        </p:nvSpPr>
        <p:spPr>
          <a:xfrm>
            <a:off x="5571671" y="5591438"/>
            <a:ext cx="214061" cy="85624"/>
          </a:xfrm>
          <a:prstGeom prst="ellipse">
            <a:avLst/>
          </a:prstGeom>
          <a:solidFill>
            <a:srgbClr val="FAD6AF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35" name="epidermal-cell">
            <a:extLst>
              <a:ext uri="{FF2B5EF4-FFF2-40B4-BE49-F238E27FC236}">
                <a16:creationId xmlns:a16="http://schemas.microsoft.com/office/drawing/2014/main" id="{B59D2E41-DCDA-7B24-37F9-DEEEED4BB5F7}"/>
              </a:ext>
            </a:extLst>
          </p:cNvPr>
          <p:cNvSpPr>
            <a:spLocks noGrp="1"/>
          </p:cNvSpPr>
          <p:nvPr/>
        </p:nvSpPr>
        <p:spPr>
          <a:xfrm>
            <a:off x="5837108" y="5591438"/>
            <a:ext cx="214061" cy="85624"/>
          </a:xfrm>
          <a:prstGeom prst="ellipse">
            <a:avLst/>
          </a:prstGeom>
          <a:solidFill>
            <a:srgbClr val="FAD6AF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37" name="epidermal-cell">
            <a:extLst>
              <a:ext uri="{FF2B5EF4-FFF2-40B4-BE49-F238E27FC236}">
                <a16:creationId xmlns:a16="http://schemas.microsoft.com/office/drawing/2014/main" id="{6C6BA83A-4E34-710A-89FF-B4BED60BF0EC}"/>
              </a:ext>
            </a:extLst>
          </p:cNvPr>
          <p:cNvSpPr>
            <a:spLocks noGrp="1"/>
          </p:cNvSpPr>
          <p:nvPr/>
        </p:nvSpPr>
        <p:spPr>
          <a:xfrm>
            <a:off x="6102542" y="5591438"/>
            <a:ext cx="214061" cy="85624"/>
          </a:xfrm>
          <a:prstGeom prst="ellipse">
            <a:avLst/>
          </a:prstGeom>
          <a:solidFill>
            <a:srgbClr val="FAD6AF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39" name="epidermal-cell">
            <a:extLst>
              <a:ext uri="{FF2B5EF4-FFF2-40B4-BE49-F238E27FC236}">
                <a16:creationId xmlns:a16="http://schemas.microsoft.com/office/drawing/2014/main" id="{F47DEF89-ABCD-359B-98CF-25BB8D063150}"/>
              </a:ext>
            </a:extLst>
          </p:cNvPr>
          <p:cNvSpPr>
            <a:spLocks noGrp="1"/>
          </p:cNvSpPr>
          <p:nvPr/>
        </p:nvSpPr>
        <p:spPr>
          <a:xfrm>
            <a:off x="6367979" y="5591438"/>
            <a:ext cx="214061" cy="85624"/>
          </a:xfrm>
          <a:prstGeom prst="ellipse">
            <a:avLst/>
          </a:prstGeom>
          <a:solidFill>
            <a:srgbClr val="FAD6AF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41" name="epidermal-cell">
            <a:extLst>
              <a:ext uri="{FF2B5EF4-FFF2-40B4-BE49-F238E27FC236}">
                <a16:creationId xmlns:a16="http://schemas.microsoft.com/office/drawing/2014/main" id="{0D0F0308-F54F-804A-F6D2-89B09B7E9BA9}"/>
              </a:ext>
            </a:extLst>
          </p:cNvPr>
          <p:cNvSpPr>
            <a:spLocks noGrp="1"/>
          </p:cNvSpPr>
          <p:nvPr/>
        </p:nvSpPr>
        <p:spPr>
          <a:xfrm>
            <a:off x="6633413" y="5591438"/>
            <a:ext cx="214061" cy="85624"/>
          </a:xfrm>
          <a:prstGeom prst="ellipse">
            <a:avLst/>
          </a:prstGeom>
          <a:solidFill>
            <a:srgbClr val="FAD6AF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43" name="epidermal-cell">
            <a:extLst>
              <a:ext uri="{FF2B5EF4-FFF2-40B4-BE49-F238E27FC236}">
                <a16:creationId xmlns:a16="http://schemas.microsoft.com/office/drawing/2014/main" id="{08302728-0D32-CC98-FAE7-696B9C98509B}"/>
              </a:ext>
            </a:extLst>
          </p:cNvPr>
          <p:cNvSpPr>
            <a:spLocks noGrp="1"/>
          </p:cNvSpPr>
          <p:nvPr/>
        </p:nvSpPr>
        <p:spPr>
          <a:xfrm>
            <a:off x="6898847" y="5591438"/>
            <a:ext cx="214061" cy="85624"/>
          </a:xfrm>
          <a:prstGeom prst="ellipse">
            <a:avLst/>
          </a:prstGeom>
          <a:solidFill>
            <a:srgbClr val="FAD6AF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45" name="epidermal-cell">
            <a:extLst>
              <a:ext uri="{FF2B5EF4-FFF2-40B4-BE49-F238E27FC236}">
                <a16:creationId xmlns:a16="http://schemas.microsoft.com/office/drawing/2014/main" id="{D0DF0D68-2C9D-F2DB-C5F4-D9A0FEE8328F}"/>
              </a:ext>
            </a:extLst>
          </p:cNvPr>
          <p:cNvSpPr>
            <a:spLocks noGrp="1"/>
          </p:cNvSpPr>
          <p:nvPr/>
        </p:nvSpPr>
        <p:spPr>
          <a:xfrm>
            <a:off x="7164284" y="5591438"/>
            <a:ext cx="214061" cy="85624"/>
          </a:xfrm>
          <a:prstGeom prst="ellipse">
            <a:avLst/>
          </a:prstGeom>
          <a:solidFill>
            <a:srgbClr val="FAD6AF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47" name="epidermal-cell">
            <a:extLst>
              <a:ext uri="{FF2B5EF4-FFF2-40B4-BE49-F238E27FC236}">
                <a16:creationId xmlns:a16="http://schemas.microsoft.com/office/drawing/2014/main" id="{72E77D75-058E-6298-1F4A-AD61F9470757}"/>
              </a:ext>
            </a:extLst>
          </p:cNvPr>
          <p:cNvSpPr>
            <a:spLocks noGrp="1"/>
          </p:cNvSpPr>
          <p:nvPr/>
        </p:nvSpPr>
        <p:spPr>
          <a:xfrm>
            <a:off x="7429719" y="5591438"/>
            <a:ext cx="214061" cy="85624"/>
          </a:xfrm>
          <a:prstGeom prst="ellipse">
            <a:avLst/>
          </a:prstGeom>
          <a:solidFill>
            <a:srgbClr val="FAD6AF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49" name="epidermal-cell">
            <a:extLst>
              <a:ext uri="{FF2B5EF4-FFF2-40B4-BE49-F238E27FC236}">
                <a16:creationId xmlns:a16="http://schemas.microsoft.com/office/drawing/2014/main" id="{C2FFEFDD-2857-79D9-061D-261AB2097DCA}"/>
              </a:ext>
            </a:extLst>
          </p:cNvPr>
          <p:cNvSpPr>
            <a:spLocks noGrp="1"/>
          </p:cNvSpPr>
          <p:nvPr/>
        </p:nvSpPr>
        <p:spPr>
          <a:xfrm>
            <a:off x="7695155" y="5591438"/>
            <a:ext cx="214061" cy="85624"/>
          </a:xfrm>
          <a:prstGeom prst="ellipse">
            <a:avLst/>
          </a:prstGeom>
          <a:solidFill>
            <a:srgbClr val="FAD6AF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51" name="epidermal-cell">
            <a:extLst>
              <a:ext uri="{FF2B5EF4-FFF2-40B4-BE49-F238E27FC236}">
                <a16:creationId xmlns:a16="http://schemas.microsoft.com/office/drawing/2014/main" id="{B4C86F19-C12F-AC15-BA8F-51E2B1663AAF}"/>
              </a:ext>
            </a:extLst>
          </p:cNvPr>
          <p:cNvSpPr>
            <a:spLocks noGrp="1"/>
          </p:cNvSpPr>
          <p:nvPr/>
        </p:nvSpPr>
        <p:spPr>
          <a:xfrm>
            <a:off x="7960589" y="5591438"/>
            <a:ext cx="214061" cy="85624"/>
          </a:xfrm>
          <a:prstGeom prst="ellipse">
            <a:avLst/>
          </a:prstGeom>
          <a:solidFill>
            <a:srgbClr val="FAD6AF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53" name="epidermal-cell">
            <a:extLst>
              <a:ext uri="{FF2B5EF4-FFF2-40B4-BE49-F238E27FC236}">
                <a16:creationId xmlns:a16="http://schemas.microsoft.com/office/drawing/2014/main" id="{6B03B72A-4662-5524-D672-20CFD0D577A6}"/>
              </a:ext>
            </a:extLst>
          </p:cNvPr>
          <p:cNvSpPr>
            <a:spLocks noGrp="1"/>
          </p:cNvSpPr>
          <p:nvPr/>
        </p:nvSpPr>
        <p:spPr>
          <a:xfrm>
            <a:off x="8226023" y="5591438"/>
            <a:ext cx="214061" cy="85624"/>
          </a:xfrm>
          <a:prstGeom prst="ellipse">
            <a:avLst/>
          </a:prstGeom>
          <a:solidFill>
            <a:srgbClr val="FAD6AF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55" name="epidermal-cell">
            <a:extLst>
              <a:ext uri="{FF2B5EF4-FFF2-40B4-BE49-F238E27FC236}">
                <a16:creationId xmlns:a16="http://schemas.microsoft.com/office/drawing/2014/main" id="{5A80EB9E-3334-5613-90C6-991A751102FD}"/>
              </a:ext>
            </a:extLst>
          </p:cNvPr>
          <p:cNvSpPr>
            <a:spLocks noGrp="1"/>
          </p:cNvSpPr>
          <p:nvPr/>
        </p:nvSpPr>
        <p:spPr>
          <a:xfrm>
            <a:off x="5700108" y="5682099"/>
            <a:ext cx="214061" cy="85624"/>
          </a:xfrm>
          <a:prstGeom prst="ellipse">
            <a:avLst/>
          </a:prstGeom>
          <a:solidFill>
            <a:srgbClr val="F7C48E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58" name="epidermal-cell">
            <a:extLst>
              <a:ext uri="{FF2B5EF4-FFF2-40B4-BE49-F238E27FC236}">
                <a16:creationId xmlns:a16="http://schemas.microsoft.com/office/drawing/2014/main" id="{B83949A6-A963-1B54-B7A9-ACC60975119F}"/>
              </a:ext>
            </a:extLst>
          </p:cNvPr>
          <p:cNvSpPr>
            <a:spLocks noGrp="1"/>
          </p:cNvSpPr>
          <p:nvPr/>
        </p:nvSpPr>
        <p:spPr>
          <a:xfrm>
            <a:off x="5965542" y="5682099"/>
            <a:ext cx="214061" cy="85624"/>
          </a:xfrm>
          <a:prstGeom prst="ellipse">
            <a:avLst/>
          </a:prstGeom>
          <a:solidFill>
            <a:srgbClr val="F7C48E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60" name="epidermal-cell">
            <a:extLst>
              <a:ext uri="{FF2B5EF4-FFF2-40B4-BE49-F238E27FC236}">
                <a16:creationId xmlns:a16="http://schemas.microsoft.com/office/drawing/2014/main" id="{5F3EACF5-E8F0-240C-4F0E-0A2230BC4F10}"/>
              </a:ext>
            </a:extLst>
          </p:cNvPr>
          <p:cNvSpPr>
            <a:spLocks noGrp="1"/>
          </p:cNvSpPr>
          <p:nvPr/>
        </p:nvSpPr>
        <p:spPr>
          <a:xfrm>
            <a:off x="6230979" y="5682099"/>
            <a:ext cx="214061" cy="85624"/>
          </a:xfrm>
          <a:prstGeom prst="ellipse">
            <a:avLst/>
          </a:prstGeom>
          <a:solidFill>
            <a:srgbClr val="F7C48E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62" name="epidermal-cell">
            <a:extLst>
              <a:ext uri="{FF2B5EF4-FFF2-40B4-BE49-F238E27FC236}">
                <a16:creationId xmlns:a16="http://schemas.microsoft.com/office/drawing/2014/main" id="{67DCB4B2-27FA-A1FF-0E3F-27247119EA40}"/>
              </a:ext>
            </a:extLst>
          </p:cNvPr>
          <p:cNvSpPr>
            <a:spLocks noGrp="1"/>
          </p:cNvSpPr>
          <p:nvPr/>
        </p:nvSpPr>
        <p:spPr>
          <a:xfrm>
            <a:off x="6496414" y="5682099"/>
            <a:ext cx="214061" cy="85624"/>
          </a:xfrm>
          <a:prstGeom prst="ellipse">
            <a:avLst/>
          </a:prstGeom>
          <a:solidFill>
            <a:srgbClr val="F7C48E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64" name="epidermal-cell">
            <a:extLst>
              <a:ext uri="{FF2B5EF4-FFF2-40B4-BE49-F238E27FC236}">
                <a16:creationId xmlns:a16="http://schemas.microsoft.com/office/drawing/2014/main" id="{D163FCB1-C8E9-801A-572A-281CDAEB618A}"/>
              </a:ext>
            </a:extLst>
          </p:cNvPr>
          <p:cNvSpPr>
            <a:spLocks noGrp="1"/>
          </p:cNvSpPr>
          <p:nvPr/>
        </p:nvSpPr>
        <p:spPr>
          <a:xfrm>
            <a:off x="6761850" y="5682099"/>
            <a:ext cx="214061" cy="85624"/>
          </a:xfrm>
          <a:prstGeom prst="ellipse">
            <a:avLst/>
          </a:prstGeom>
          <a:solidFill>
            <a:srgbClr val="F7C48E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66" name="epidermal-cell">
            <a:extLst>
              <a:ext uri="{FF2B5EF4-FFF2-40B4-BE49-F238E27FC236}">
                <a16:creationId xmlns:a16="http://schemas.microsoft.com/office/drawing/2014/main" id="{3F0E5D70-DEDE-1E19-D71F-0D209ED7162E}"/>
              </a:ext>
            </a:extLst>
          </p:cNvPr>
          <p:cNvSpPr>
            <a:spLocks noGrp="1"/>
          </p:cNvSpPr>
          <p:nvPr/>
        </p:nvSpPr>
        <p:spPr>
          <a:xfrm>
            <a:off x="7027284" y="5682099"/>
            <a:ext cx="214061" cy="85624"/>
          </a:xfrm>
          <a:prstGeom prst="ellipse">
            <a:avLst/>
          </a:prstGeom>
          <a:solidFill>
            <a:srgbClr val="F7C48E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68" name="epidermal-cell">
            <a:extLst>
              <a:ext uri="{FF2B5EF4-FFF2-40B4-BE49-F238E27FC236}">
                <a16:creationId xmlns:a16="http://schemas.microsoft.com/office/drawing/2014/main" id="{FA0346C7-E65C-1DD8-9B3C-0610470164C8}"/>
              </a:ext>
            </a:extLst>
          </p:cNvPr>
          <p:cNvSpPr>
            <a:spLocks noGrp="1"/>
          </p:cNvSpPr>
          <p:nvPr/>
        </p:nvSpPr>
        <p:spPr>
          <a:xfrm>
            <a:off x="7292722" y="5682099"/>
            <a:ext cx="214061" cy="85624"/>
          </a:xfrm>
          <a:prstGeom prst="ellipse">
            <a:avLst/>
          </a:prstGeom>
          <a:solidFill>
            <a:srgbClr val="F7C48E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70" name="epidermal-cell">
            <a:extLst>
              <a:ext uri="{FF2B5EF4-FFF2-40B4-BE49-F238E27FC236}">
                <a16:creationId xmlns:a16="http://schemas.microsoft.com/office/drawing/2014/main" id="{6DA35B1F-B34B-0D5B-CBDD-0E7CCF6A4131}"/>
              </a:ext>
            </a:extLst>
          </p:cNvPr>
          <p:cNvSpPr>
            <a:spLocks noGrp="1"/>
          </p:cNvSpPr>
          <p:nvPr/>
        </p:nvSpPr>
        <p:spPr>
          <a:xfrm>
            <a:off x="7558156" y="5682099"/>
            <a:ext cx="214061" cy="85624"/>
          </a:xfrm>
          <a:prstGeom prst="ellipse">
            <a:avLst/>
          </a:prstGeom>
          <a:solidFill>
            <a:srgbClr val="F7C48E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72" name="epidermal-cell">
            <a:extLst>
              <a:ext uri="{FF2B5EF4-FFF2-40B4-BE49-F238E27FC236}">
                <a16:creationId xmlns:a16="http://schemas.microsoft.com/office/drawing/2014/main" id="{D755803D-887C-181E-CC1E-224BBC258927}"/>
              </a:ext>
            </a:extLst>
          </p:cNvPr>
          <p:cNvSpPr>
            <a:spLocks noGrp="1"/>
          </p:cNvSpPr>
          <p:nvPr/>
        </p:nvSpPr>
        <p:spPr>
          <a:xfrm>
            <a:off x="7823592" y="5682099"/>
            <a:ext cx="214061" cy="85624"/>
          </a:xfrm>
          <a:prstGeom prst="ellipse">
            <a:avLst/>
          </a:prstGeom>
          <a:solidFill>
            <a:srgbClr val="F7C48E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574" name="epidermal-cell">
            <a:extLst>
              <a:ext uri="{FF2B5EF4-FFF2-40B4-BE49-F238E27FC236}">
                <a16:creationId xmlns:a16="http://schemas.microsoft.com/office/drawing/2014/main" id="{E4B48422-D46C-1AF9-04B7-6DEA7C4C239D}"/>
              </a:ext>
            </a:extLst>
          </p:cNvPr>
          <p:cNvSpPr>
            <a:spLocks noGrp="1"/>
          </p:cNvSpPr>
          <p:nvPr/>
        </p:nvSpPr>
        <p:spPr>
          <a:xfrm>
            <a:off x="8089026" y="5682099"/>
            <a:ext cx="214061" cy="85624"/>
          </a:xfrm>
          <a:prstGeom prst="ellipse">
            <a:avLst/>
          </a:prstGeom>
          <a:solidFill>
            <a:srgbClr val="F7C48E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128" name="epidermal-cell">
            <a:extLst>
              <a:ext uri="{FF2B5EF4-FFF2-40B4-BE49-F238E27FC236}">
                <a16:creationId xmlns:a16="http://schemas.microsoft.com/office/drawing/2014/main" id="{D3DBBA0E-F97E-7F69-0CD2-9FE101B228C6}"/>
              </a:ext>
            </a:extLst>
          </p:cNvPr>
          <p:cNvSpPr>
            <a:spLocks noGrp="1"/>
          </p:cNvSpPr>
          <p:nvPr/>
        </p:nvSpPr>
        <p:spPr>
          <a:xfrm>
            <a:off x="8354461" y="5682099"/>
            <a:ext cx="214061" cy="85624"/>
          </a:xfrm>
          <a:prstGeom prst="ellipse">
            <a:avLst/>
          </a:prstGeom>
          <a:solidFill>
            <a:srgbClr val="F7C48E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131" name="dermis">
            <a:extLst>
              <a:ext uri="{FF2B5EF4-FFF2-40B4-BE49-F238E27FC236}">
                <a16:creationId xmlns:a16="http://schemas.microsoft.com/office/drawing/2014/main" id="{4C42EFAB-A736-298B-6D71-83CECFBACB17}"/>
              </a:ext>
            </a:extLst>
          </p:cNvPr>
          <p:cNvSpPr>
            <a:spLocks noGrp="1"/>
          </p:cNvSpPr>
          <p:nvPr/>
        </p:nvSpPr>
        <p:spPr>
          <a:xfrm>
            <a:off x="5571670" y="5808017"/>
            <a:ext cx="2996850" cy="271983"/>
          </a:xfrm>
          <a:prstGeom prst="rect">
            <a:avLst/>
          </a:prstGeom>
          <a:solidFill>
            <a:srgbClr val="F2B283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135" name="epidermal-cell">
            <a:extLst>
              <a:ext uri="{FF2B5EF4-FFF2-40B4-BE49-F238E27FC236}">
                <a16:creationId xmlns:a16="http://schemas.microsoft.com/office/drawing/2014/main" id="{D0268B2C-C377-1AA5-0D14-6DAB989756B8}"/>
              </a:ext>
            </a:extLst>
          </p:cNvPr>
          <p:cNvSpPr>
            <a:spLocks noGrp="1"/>
          </p:cNvSpPr>
          <p:nvPr/>
        </p:nvSpPr>
        <p:spPr>
          <a:xfrm>
            <a:off x="5691545" y="5868457"/>
            <a:ext cx="248310" cy="120881"/>
          </a:xfrm>
          <a:prstGeom prst="ellipse">
            <a:avLst/>
          </a:prstGeom>
          <a:solidFill>
            <a:srgbClr val="EDA970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139" name="epidermal-cell">
            <a:extLst>
              <a:ext uri="{FF2B5EF4-FFF2-40B4-BE49-F238E27FC236}">
                <a16:creationId xmlns:a16="http://schemas.microsoft.com/office/drawing/2014/main" id="{7205D152-4E4F-0CDF-B291-B687FB23F15C}"/>
              </a:ext>
            </a:extLst>
          </p:cNvPr>
          <p:cNvSpPr>
            <a:spLocks noGrp="1"/>
          </p:cNvSpPr>
          <p:nvPr/>
        </p:nvSpPr>
        <p:spPr>
          <a:xfrm>
            <a:off x="6059730" y="5903714"/>
            <a:ext cx="248310" cy="120881"/>
          </a:xfrm>
          <a:prstGeom prst="ellipse">
            <a:avLst/>
          </a:prstGeom>
          <a:solidFill>
            <a:srgbClr val="EDA970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143" name="epidermal-cell">
            <a:extLst>
              <a:ext uri="{FF2B5EF4-FFF2-40B4-BE49-F238E27FC236}">
                <a16:creationId xmlns:a16="http://schemas.microsoft.com/office/drawing/2014/main" id="{EE794F22-8886-0906-CE71-32FCFC207A75}"/>
              </a:ext>
            </a:extLst>
          </p:cNvPr>
          <p:cNvSpPr>
            <a:spLocks noGrp="1"/>
          </p:cNvSpPr>
          <p:nvPr/>
        </p:nvSpPr>
        <p:spPr>
          <a:xfrm>
            <a:off x="6427914" y="5868457"/>
            <a:ext cx="248310" cy="120881"/>
          </a:xfrm>
          <a:prstGeom prst="ellipse">
            <a:avLst/>
          </a:prstGeom>
          <a:solidFill>
            <a:srgbClr val="EDA970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147" name="epidermal-cell">
            <a:extLst>
              <a:ext uri="{FF2B5EF4-FFF2-40B4-BE49-F238E27FC236}">
                <a16:creationId xmlns:a16="http://schemas.microsoft.com/office/drawing/2014/main" id="{6C12BD1B-BDA6-FC8B-FDC1-7A49AA567678}"/>
              </a:ext>
            </a:extLst>
          </p:cNvPr>
          <p:cNvSpPr>
            <a:spLocks noGrp="1"/>
          </p:cNvSpPr>
          <p:nvPr/>
        </p:nvSpPr>
        <p:spPr>
          <a:xfrm>
            <a:off x="6796099" y="5903714"/>
            <a:ext cx="248310" cy="120881"/>
          </a:xfrm>
          <a:prstGeom prst="ellipse">
            <a:avLst/>
          </a:prstGeom>
          <a:solidFill>
            <a:srgbClr val="EDA970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151" name="epidermal-cell">
            <a:extLst>
              <a:ext uri="{FF2B5EF4-FFF2-40B4-BE49-F238E27FC236}">
                <a16:creationId xmlns:a16="http://schemas.microsoft.com/office/drawing/2014/main" id="{AFB96288-B1CD-0333-C448-67558EB9FCA4}"/>
              </a:ext>
            </a:extLst>
          </p:cNvPr>
          <p:cNvSpPr>
            <a:spLocks noGrp="1"/>
          </p:cNvSpPr>
          <p:nvPr/>
        </p:nvSpPr>
        <p:spPr>
          <a:xfrm>
            <a:off x="7164283" y="5868457"/>
            <a:ext cx="248310" cy="120881"/>
          </a:xfrm>
          <a:prstGeom prst="ellipse">
            <a:avLst/>
          </a:prstGeom>
          <a:solidFill>
            <a:srgbClr val="EDA970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155" name="epidermal-cell">
            <a:extLst>
              <a:ext uri="{FF2B5EF4-FFF2-40B4-BE49-F238E27FC236}">
                <a16:creationId xmlns:a16="http://schemas.microsoft.com/office/drawing/2014/main" id="{DB6CDCBF-A925-2342-6178-F76467B0A8C6}"/>
              </a:ext>
            </a:extLst>
          </p:cNvPr>
          <p:cNvSpPr>
            <a:spLocks noGrp="1"/>
          </p:cNvSpPr>
          <p:nvPr/>
        </p:nvSpPr>
        <p:spPr>
          <a:xfrm>
            <a:off x="7532468" y="5903714"/>
            <a:ext cx="248310" cy="120881"/>
          </a:xfrm>
          <a:prstGeom prst="ellipse">
            <a:avLst/>
          </a:prstGeom>
          <a:solidFill>
            <a:srgbClr val="EDA970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159" name="epidermal-cell">
            <a:extLst>
              <a:ext uri="{FF2B5EF4-FFF2-40B4-BE49-F238E27FC236}">
                <a16:creationId xmlns:a16="http://schemas.microsoft.com/office/drawing/2014/main" id="{9175EA11-A0B0-ED8B-16FB-BE4FF2F4DA20}"/>
              </a:ext>
            </a:extLst>
          </p:cNvPr>
          <p:cNvSpPr>
            <a:spLocks noGrp="1"/>
          </p:cNvSpPr>
          <p:nvPr/>
        </p:nvSpPr>
        <p:spPr>
          <a:xfrm>
            <a:off x="7900652" y="5868457"/>
            <a:ext cx="248310" cy="120881"/>
          </a:xfrm>
          <a:prstGeom prst="ellipse">
            <a:avLst/>
          </a:prstGeom>
          <a:solidFill>
            <a:srgbClr val="EDA970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163" name="epidermal-cell">
            <a:extLst>
              <a:ext uri="{FF2B5EF4-FFF2-40B4-BE49-F238E27FC236}">
                <a16:creationId xmlns:a16="http://schemas.microsoft.com/office/drawing/2014/main" id="{55B9CF16-1FA3-2617-5382-72CF6E314CCA}"/>
              </a:ext>
            </a:extLst>
          </p:cNvPr>
          <p:cNvSpPr>
            <a:spLocks noGrp="1"/>
          </p:cNvSpPr>
          <p:nvPr/>
        </p:nvSpPr>
        <p:spPr>
          <a:xfrm>
            <a:off x="8268836" y="5903714"/>
            <a:ext cx="248310" cy="120881"/>
          </a:xfrm>
          <a:prstGeom prst="ellipse">
            <a:avLst/>
          </a:prstGeom>
          <a:solidFill>
            <a:srgbClr val="EDA970"/>
          </a:solidFill>
          <a:ln w="5715">
            <a:solidFill>
              <a:srgbClr val="E2A16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167" name="직선 연결선 166">
            <a:extLst>
              <a:ext uri="{FF2B5EF4-FFF2-40B4-BE49-F238E27FC236}">
                <a16:creationId xmlns:a16="http://schemas.microsoft.com/office/drawing/2014/main" id="{685B7F38-AAD2-289D-DDA0-E0A6F74E55E0}"/>
              </a:ext>
            </a:extLst>
          </p:cNvPr>
          <p:cNvSpPr>
            <a:spLocks noGrp="1"/>
          </p:cNvSpPr>
          <p:nvPr/>
        </p:nvSpPr>
        <p:spPr>
          <a:xfrm>
            <a:off x="5657295" y="6029633"/>
            <a:ext cx="2825603" cy="0"/>
          </a:xfrm>
          <a:prstGeom prst="line">
            <a:avLst/>
          </a:prstGeom>
          <a:noFill/>
          <a:ln w="7620">
            <a:solidFill>
              <a:srgbClr val="E49E67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171" name="pore-rim">
            <a:extLst>
              <a:ext uri="{FF2B5EF4-FFF2-40B4-BE49-F238E27FC236}">
                <a16:creationId xmlns:a16="http://schemas.microsoft.com/office/drawing/2014/main" id="{D5EF4DAC-7235-DC78-00DF-F48A5D850F2D}"/>
              </a:ext>
            </a:extLst>
          </p:cNvPr>
          <p:cNvSpPr>
            <a:spLocks noGrp="1"/>
          </p:cNvSpPr>
          <p:nvPr/>
        </p:nvSpPr>
        <p:spPr>
          <a:xfrm rot="10800000">
            <a:off x="6136792" y="5470557"/>
            <a:ext cx="161175" cy="297167"/>
          </a:xfrm>
          <a:prstGeom prst="trapezoid">
            <a:avLst/>
          </a:prstGeom>
          <a:solidFill>
            <a:srgbClr val="FFFFFF"/>
          </a:solidFill>
          <a:ln w="7620">
            <a:solidFill>
              <a:srgbClr val="DFA776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175" name="pore-cavity">
            <a:extLst>
              <a:ext uri="{FF2B5EF4-FFF2-40B4-BE49-F238E27FC236}">
                <a16:creationId xmlns:a16="http://schemas.microsoft.com/office/drawing/2014/main" id="{81A8EEE8-9785-8F90-D19B-6FF80A29D359}"/>
              </a:ext>
            </a:extLst>
          </p:cNvPr>
          <p:cNvSpPr>
            <a:spLocks noGrp="1"/>
          </p:cNvSpPr>
          <p:nvPr/>
        </p:nvSpPr>
        <p:spPr>
          <a:xfrm rot="10800000">
            <a:off x="6186111" y="5520924"/>
            <a:ext cx="103152" cy="246800"/>
          </a:xfrm>
          <a:prstGeom prst="triangle">
            <a:avLst/>
          </a:prstGeom>
          <a:solidFill>
            <a:srgbClr val="F1C492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179" name="blue-capsule-shell">
            <a:extLst>
              <a:ext uri="{FF2B5EF4-FFF2-40B4-BE49-F238E27FC236}">
                <a16:creationId xmlns:a16="http://schemas.microsoft.com/office/drawing/2014/main" id="{2874E7FF-A71B-0C33-2091-20EF1A68ED15}"/>
              </a:ext>
            </a:extLst>
          </p:cNvPr>
          <p:cNvSpPr>
            <a:spLocks noGrp="1"/>
          </p:cNvSpPr>
          <p:nvPr/>
        </p:nvSpPr>
        <p:spPr>
          <a:xfrm>
            <a:off x="6213854" y="5548223"/>
            <a:ext cx="70514" cy="70514"/>
          </a:xfrm>
          <a:prstGeom prst="ellipse">
            <a:avLst/>
          </a:prstGeom>
          <a:solidFill>
            <a:srgbClr val="B6E1F2"/>
          </a:solidFill>
          <a:ln w="10478">
            <a:solidFill>
              <a:srgbClr val="318DB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183" name="blue-capsule-interior">
            <a:extLst>
              <a:ext uri="{FF2B5EF4-FFF2-40B4-BE49-F238E27FC236}">
                <a16:creationId xmlns:a16="http://schemas.microsoft.com/office/drawing/2014/main" id="{A0F88D6C-A198-57FF-96F3-85D9AAEBD7CF}"/>
              </a:ext>
            </a:extLst>
          </p:cNvPr>
          <p:cNvSpPr>
            <a:spLocks noGrp="1"/>
          </p:cNvSpPr>
          <p:nvPr/>
        </p:nvSpPr>
        <p:spPr>
          <a:xfrm>
            <a:off x="6237229" y="5563736"/>
            <a:ext cx="43719" cy="42309"/>
          </a:xfrm>
          <a:prstGeom prst="ellipse">
            <a:avLst/>
          </a:prstGeom>
          <a:solidFill>
            <a:srgbClr val="E6F7FC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187" name="capsule-highlight">
            <a:extLst>
              <a:ext uri="{FF2B5EF4-FFF2-40B4-BE49-F238E27FC236}">
                <a16:creationId xmlns:a16="http://schemas.microsoft.com/office/drawing/2014/main" id="{FB7AAF00-643A-E491-FE92-20428599572F}"/>
              </a:ext>
            </a:extLst>
          </p:cNvPr>
          <p:cNvSpPr>
            <a:spLocks noGrp="1"/>
          </p:cNvSpPr>
          <p:nvPr/>
        </p:nvSpPr>
        <p:spPr>
          <a:xfrm>
            <a:off x="6245021" y="5564794"/>
            <a:ext cx="12340" cy="9872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191" name="blue-capsule-shell">
            <a:extLst>
              <a:ext uri="{FF2B5EF4-FFF2-40B4-BE49-F238E27FC236}">
                <a16:creationId xmlns:a16="http://schemas.microsoft.com/office/drawing/2014/main" id="{0B2C8D89-7FD6-2BC9-F06A-AE532B7D6543}"/>
              </a:ext>
            </a:extLst>
          </p:cNvPr>
          <p:cNvSpPr>
            <a:spLocks noGrp="1"/>
          </p:cNvSpPr>
          <p:nvPr/>
        </p:nvSpPr>
        <p:spPr>
          <a:xfrm>
            <a:off x="6228238" y="5641503"/>
            <a:ext cx="50367" cy="50367"/>
          </a:xfrm>
          <a:prstGeom prst="ellipse">
            <a:avLst/>
          </a:prstGeom>
          <a:solidFill>
            <a:srgbClr val="B6E1F2"/>
          </a:solidFill>
          <a:ln w="10478">
            <a:solidFill>
              <a:srgbClr val="318DB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195" name="blue-capsule-interior">
            <a:extLst>
              <a:ext uri="{FF2B5EF4-FFF2-40B4-BE49-F238E27FC236}">
                <a16:creationId xmlns:a16="http://schemas.microsoft.com/office/drawing/2014/main" id="{E96937F3-455B-58FF-0E26-453CEB17C8A4}"/>
              </a:ext>
            </a:extLst>
          </p:cNvPr>
          <p:cNvSpPr>
            <a:spLocks noGrp="1"/>
          </p:cNvSpPr>
          <p:nvPr/>
        </p:nvSpPr>
        <p:spPr>
          <a:xfrm>
            <a:off x="6244935" y="5652584"/>
            <a:ext cx="31228" cy="30221"/>
          </a:xfrm>
          <a:prstGeom prst="ellipse">
            <a:avLst/>
          </a:prstGeom>
          <a:solidFill>
            <a:srgbClr val="E6F7FC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199" name="capsule-highlight">
            <a:extLst>
              <a:ext uri="{FF2B5EF4-FFF2-40B4-BE49-F238E27FC236}">
                <a16:creationId xmlns:a16="http://schemas.microsoft.com/office/drawing/2014/main" id="{732D9674-BD47-D9A1-03CB-84C0A5CAC411}"/>
              </a:ext>
            </a:extLst>
          </p:cNvPr>
          <p:cNvSpPr>
            <a:spLocks noGrp="1"/>
          </p:cNvSpPr>
          <p:nvPr/>
        </p:nvSpPr>
        <p:spPr>
          <a:xfrm>
            <a:off x="6250502" y="5653339"/>
            <a:ext cx="8814" cy="7051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203" name="pore-rim">
            <a:extLst>
              <a:ext uri="{FF2B5EF4-FFF2-40B4-BE49-F238E27FC236}">
                <a16:creationId xmlns:a16="http://schemas.microsoft.com/office/drawing/2014/main" id="{7B4EB856-F316-F450-E0AF-8C2F3F95A6B5}"/>
              </a:ext>
            </a:extLst>
          </p:cNvPr>
          <p:cNvSpPr>
            <a:spLocks noGrp="1"/>
          </p:cNvSpPr>
          <p:nvPr/>
        </p:nvSpPr>
        <p:spPr>
          <a:xfrm rot="10800000">
            <a:off x="6975911" y="5470557"/>
            <a:ext cx="161175" cy="297167"/>
          </a:xfrm>
          <a:prstGeom prst="trapezoid">
            <a:avLst/>
          </a:prstGeom>
          <a:solidFill>
            <a:srgbClr val="FFFFFF"/>
          </a:solidFill>
          <a:ln w="7620">
            <a:solidFill>
              <a:srgbClr val="DFA776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207" name="pore-cavity">
            <a:extLst>
              <a:ext uri="{FF2B5EF4-FFF2-40B4-BE49-F238E27FC236}">
                <a16:creationId xmlns:a16="http://schemas.microsoft.com/office/drawing/2014/main" id="{F089577C-4D0F-B23F-10D0-39EF70B8790D}"/>
              </a:ext>
            </a:extLst>
          </p:cNvPr>
          <p:cNvSpPr>
            <a:spLocks noGrp="1"/>
          </p:cNvSpPr>
          <p:nvPr/>
        </p:nvSpPr>
        <p:spPr>
          <a:xfrm rot="10800000">
            <a:off x="7025229" y="5520924"/>
            <a:ext cx="103152" cy="246800"/>
          </a:xfrm>
          <a:prstGeom prst="triangle">
            <a:avLst/>
          </a:prstGeom>
          <a:solidFill>
            <a:srgbClr val="F1C492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211" name="blue-capsule-shell">
            <a:extLst>
              <a:ext uri="{FF2B5EF4-FFF2-40B4-BE49-F238E27FC236}">
                <a16:creationId xmlns:a16="http://schemas.microsoft.com/office/drawing/2014/main" id="{80276966-BE5D-0407-B506-1C1C04D498F9}"/>
              </a:ext>
            </a:extLst>
          </p:cNvPr>
          <p:cNvSpPr>
            <a:spLocks noGrp="1"/>
          </p:cNvSpPr>
          <p:nvPr/>
        </p:nvSpPr>
        <p:spPr>
          <a:xfrm>
            <a:off x="7052971" y="5548223"/>
            <a:ext cx="70514" cy="70514"/>
          </a:xfrm>
          <a:prstGeom prst="ellipse">
            <a:avLst/>
          </a:prstGeom>
          <a:solidFill>
            <a:srgbClr val="B6E1F2"/>
          </a:solidFill>
          <a:ln w="10478">
            <a:solidFill>
              <a:srgbClr val="318DB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215" name="blue-capsule-interior">
            <a:extLst>
              <a:ext uri="{FF2B5EF4-FFF2-40B4-BE49-F238E27FC236}">
                <a16:creationId xmlns:a16="http://schemas.microsoft.com/office/drawing/2014/main" id="{72C59443-6E1A-F7CE-0C8B-CABC1DB91C6C}"/>
              </a:ext>
            </a:extLst>
          </p:cNvPr>
          <p:cNvSpPr>
            <a:spLocks noGrp="1"/>
          </p:cNvSpPr>
          <p:nvPr/>
        </p:nvSpPr>
        <p:spPr>
          <a:xfrm>
            <a:off x="7076347" y="5563736"/>
            <a:ext cx="43719" cy="42309"/>
          </a:xfrm>
          <a:prstGeom prst="ellipse">
            <a:avLst/>
          </a:prstGeom>
          <a:solidFill>
            <a:srgbClr val="E6F7FC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219" name="capsule-highlight">
            <a:extLst>
              <a:ext uri="{FF2B5EF4-FFF2-40B4-BE49-F238E27FC236}">
                <a16:creationId xmlns:a16="http://schemas.microsoft.com/office/drawing/2014/main" id="{85A91224-E6FC-1192-C6E0-00E2E1DF3AA2}"/>
              </a:ext>
            </a:extLst>
          </p:cNvPr>
          <p:cNvSpPr>
            <a:spLocks noGrp="1"/>
          </p:cNvSpPr>
          <p:nvPr/>
        </p:nvSpPr>
        <p:spPr>
          <a:xfrm>
            <a:off x="7084139" y="5564794"/>
            <a:ext cx="12340" cy="9872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223" name="blue-capsule-shell">
            <a:extLst>
              <a:ext uri="{FF2B5EF4-FFF2-40B4-BE49-F238E27FC236}">
                <a16:creationId xmlns:a16="http://schemas.microsoft.com/office/drawing/2014/main" id="{6607DDF5-43DB-E748-710B-51EE108E53CD}"/>
              </a:ext>
            </a:extLst>
          </p:cNvPr>
          <p:cNvSpPr>
            <a:spLocks noGrp="1"/>
          </p:cNvSpPr>
          <p:nvPr/>
        </p:nvSpPr>
        <p:spPr>
          <a:xfrm>
            <a:off x="7067357" y="5641503"/>
            <a:ext cx="50367" cy="50367"/>
          </a:xfrm>
          <a:prstGeom prst="ellipse">
            <a:avLst/>
          </a:prstGeom>
          <a:solidFill>
            <a:srgbClr val="B6E1F2"/>
          </a:solidFill>
          <a:ln w="10478">
            <a:solidFill>
              <a:srgbClr val="318DB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227" name="blue-capsule-interior">
            <a:extLst>
              <a:ext uri="{FF2B5EF4-FFF2-40B4-BE49-F238E27FC236}">
                <a16:creationId xmlns:a16="http://schemas.microsoft.com/office/drawing/2014/main" id="{06497817-F72C-1021-111D-F4819D643AD0}"/>
              </a:ext>
            </a:extLst>
          </p:cNvPr>
          <p:cNvSpPr>
            <a:spLocks noGrp="1"/>
          </p:cNvSpPr>
          <p:nvPr/>
        </p:nvSpPr>
        <p:spPr>
          <a:xfrm>
            <a:off x="7084054" y="5652584"/>
            <a:ext cx="31228" cy="30221"/>
          </a:xfrm>
          <a:prstGeom prst="ellipse">
            <a:avLst/>
          </a:prstGeom>
          <a:solidFill>
            <a:srgbClr val="E6F7FC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231" name="capsule-highlight">
            <a:extLst>
              <a:ext uri="{FF2B5EF4-FFF2-40B4-BE49-F238E27FC236}">
                <a16:creationId xmlns:a16="http://schemas.microsoft.com/office/drawing/2014/main" id="{FCF95F52-49E4-8935-12BD-4ADB963F68B8}"/>
              </a:ext>
            </a:extLst>
          </p:cNvPr>
          <p:cNvSpPr>
            <a:spLocks noGrp="1"/>
          </p:cNvSpPr>
          <p:nvPr/>
        </p:nvSpPr>
        <p:spPr>
          <a:xfrm>
            <a:off x="7089621" y="5653339"/>
            <a:ext cx="8814" cy="7051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235" name="pore-rim">
            <a:extLst>
              <a:ext uri="{FF2B5EF4-FFF2-40B4-BE49-F238E27FC236}">
                <a16:creationId xmlns:a16="http://schemas.microsoft.com/office/drawing/2014/main" id="{6CE0462F-E200-E3D7-E163-F133D0F4B9AE}"/>
              </a:ext>
            </a:extLst>
          </p:cNvPr>
          <p:cNvSpPr>
            <a:spLocks noGrp="1"/>
          </p:cNvSpPr>
          <p:nvPr/>
        </p:nvSpPr>
        <p:spPr>
          <a:xfrm rot="10800000">
            <a:off x="7815028" y="5470557"/>
            <a:ext cx="161175" cy="297167"/>
          </a:xfrm>
          <a:prstGeom prst="trapezoid">
            <a:avLst/>
          </a:prstGeom>
          <a:solidFill>
            <a:srgbClr val="FFFFFF"/>
          </a:solidFill>
          <a:ln w="7620">
            <a:solidFill>
              <a:srgbClr val="DFA776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239" name="pore-cavity">
            <a:extLst>
              <a:ext uri="{FF2B5EF4-FFF2-40B4-BE49-F238E27FC236}">
                <a16:creationId xmlns:a16="http://schemas.microsoft.com/office/drawing/2014/main" id="{746FC40E-4573-DB08-CD6D-1593DED46792}"/>
              </a:ext>
            </a:extLst>
          </p:cNvPr>
          <p:cNvSpPr>
            <a:spLocks noGrp="1"/>
          </p:cNvSpPr>
          <p:nvPr/>
        </p:nvSpPr>
        <p:spPr>
          <a:xfrm rot="10800000">
            <a:off x="7864348" y="5520924"/>
            <a:ext cx="103152" cy="246800"/>
          </a:xfrm>
          <a:prstGeom prst="triangle">
            <a:avLst/>
          </a:prstGeom>
          <a:solidFill>
            <a:srgbClr val="F1C492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243" name="blue-capsule-shell">
            <a:extLst>
              <a:ext uri="{FF2B5EF4-FFF2-40B4-BE49-F238E27FC236}">
                <a16:creationId xmlns:a16="http://schemas.microsoft.com/office/drawing/2014/main" id="{ECE1D6BB-7AB6-0F92-261E-DB657604B274}"/>
              </a:ext>
            </a:extLst>
          </p:cNvPr>
          <p:cNvSpPr>
            <a:spLocks noGrp="1"/>
          </p:cNvSpPr>
          <p:nvPr/>
        </p:nvSpPr>
        <p:spPr>
          <a:xfrm>
            <a:off x="7892090" y="5548223"/>
            <a:ext cx="70514" cy="70514"/>
          </a:xfrm>
          <a:prstGeom prst="ellipse">
            <a:avLst/>
          </a:prstGeom>
          <a:solidFill>
            <a:srgbClr val="B6E1F2"/>
          </a:solidFill>
          <a:ln w="10478">
            <a:solidFill>
              <a:srgbClr val="318DB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247" name="blue-capsule-interior">
            <a:extLst>
              <a:ext uri="{FF2B5EF4-FFF2-40B4-BE49-F238E27FC236}">
                <a16:creationId xmlns:a16="http://schemas.microsoft.com/office/drawing/2014/main" id="{9CDC59F9-10DA-E990-9FBD-043DFFBD3C58}"/>
              </a:ext>
            </a:extLst>
          </p:cNvPr>
          <p:cNvSpPr>
            <a:spLocks noGrp="1"/>
          </p:cNvSpPr>
          <p:nvPr/>
        </p:nvSpPr>
        <p:spPr>
          <a:xfrm>
            <a:off x="7915464" y="5563736"/>
            <a:ext cx="43719" cy="42309"/>
          </a:xfrm>
          <a:prstGeom prst="ellipse">
            <a:avLst/>
          </a:prstGeom>
          <a:solidFill>
            <a:srgbClr val="E6F7FC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251" name="capsule-highlight">
            <a:extLst>
              <a:ext uri="{FF2B5EF4-FFF2-40B4-BE49-F238E27FC236}">
                <a16:creationId xmlns:a16="http://schemas.microsoft.com/office/drawing/2014/main" id="{613430A6-6C11-F1DA-BDEE-199F8721E103}"/>
              </a:ext>
            </a:extLst>
          </p:cNvPr>
          <p:cNvSpPr>
            <a:spLocks noGrp="1"/>
          </p:cNvSpPr>
          <p:nvPr/>
        </p:nvSpPr>
        <p:spPr>
          <a:xfrm>
            <a:off x="7923257" y="5564794"/>
            <a:ext cx="12340" cy="9872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255" name="blue-capsule-shell">
            <a:extLst>
              <a:ext uri="{FF2B5EF4-FFF2-40B4-BE49-F238E27FC236}">
                <a16:creationId xmlns:a16="http://schemas.microsoft.com/office/drawing/2014/main" id="{C6EFB53E-7221-FF94-28E4-1D38C3063B16}"/>
              </a:ext>
            </a:extLst>
          </p:cNvPr>
          <p:cNvSpPr>
            <a:spLocks noGrp="1"/>
          </p:cNvSpPr>
          <p:nvPr/>
        </p:nvSpPr>
        <p:spPr>
          <a:xfrm>
            <a:off x="7906475" y="5641503"/>
            <a:ext cx="50367" cy="50367"/>
          </a:xfrm>
          <a:prstGeom prst="ellipse">
            <a:avLst/>
          </a:prstGeom>
          <a:solidFill>
            <a:srgbClr val="B6E1F2"/>
          </a:solidFill>
          <a:ln w="10478">
            <a:solidFill>
              <a:srgbClr val="318DB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259" name="blue-capsule-interior">
            <a:extLst>
              <a:ext uri="{FF2B5EF4-FFF2-40B4-BE49-F238E27FC236}">
                <a16:creationId xmlns:a16="http://schemas.microsoft.com/office/drawing/2014/main" id="{1E5E7703-5590-EBB8-1EC6-6E84278B7F2A}"/>
              </a:ext>
            </a:extLst>
          </p:cNvPr>
          <p:cNvSpPr>
            <a:spLocks noGrp="1"/>
          </p:cNvSpPr>
          <p:nvPr/>
        </p:nvSpPr>
        <p:spPr>
          <a:xfrm>
            <a:off x="7923173" y="5652584"/>
            <a:ext cx="31228" cy="30221"/>
          </a:xfrm>
          <a:prstGeom prst="ellipse">
            <a:avLst/>
          </a:prstGeom>
          <a:solidFill>
            <a:srgbClr val="E6F7FC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263" name="capsule-highlight">
            <a:extLst>
              <a:ext uri="{FF2B5EF4-FFF2-40B4-BE49-F238E27FC236}">
                <a16:creationId xmlns:a16="http://schemas.microsoft.com/office/drawing/2014/main" id="{6BF37188-39ED-D176-5231-82E4CC6D85C1}"/>
              </a:ext>
            </a:extLst>
          </p:cNvPr>
          <p:cNvSpPr>
            <a:spLocks noGrp="1"/>
          </p:cNvSpPr>
          <p:nvPr/>
        </p:nvSpPr>
        <p:spPr>
          <a:xfrm>
            <a:off x="7928738" y="5653339"/>
            <a:ext cx="8814" cy="7051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267" name="blue-capsule-shell">
            <a:extLst>
              <a:ext uri="{FF2B5EF4-FFF2-40B4-BE49-F238E27FC236}">
                <a16:creationId xmlns:a16="http://schemas.microsoft.com/office/drawing/2014/main" id="{7501198F-E3BD-182D-5371-78A94E0C2B11}"/>
              </a:ext>
            </a:extLst>
          </p:cNvPr>
          <p:cNvSpPr>
            <a:spLocks noGrp="1"/>
          </p:cNvSpPr>
          <p:nvPr/>
        </p:nvSpPr>
        <p:spPr>
          <a:xfrm>
            <a:off x="5905606" y="5158279"/>
            <a:ext cx="90661" cy="90661"/>
          </a:xfrm>
          <a:prstGeom prst="ellipse">
            <a:avLst/>
          </a:prstGeom>
          <a:solidFill>
            <a:srgbClr val="B6E1F2"/>
          </a:solidFill>
          <a:ln w="10478">
            <a:solidFill>
              <a:srgbClr val="318DB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271" name="blue-capsule-interior">
            <a:extLst>
              <a:ext uri="{FF2B5EF4-FFF2-40B4-BE49-F238E27FC236}">
                <a16:creationId xmlns:a16="http://schemas.microsoft.com/office/drawing/2014/main" id="{3C9CBADC-5662-3979-9B5F-92F96AFE36CD}"/>
              </a:ext>
            </a:extLst>
          </p:cNvPr>
          <p:cNvSpPr>
            <a:spLocks noGrp="1"/>
          </p:cNvSpPr>
          <p:nvPr/>
        </p:nvSpPr>
        <p:spPr>
          <a:xfrm>
            <a:off x="5935660" y="5178225"/>
            <a:ext cx="56210" cy="54396"/>
          </a:xfrm>
          <a:prstGeom prst="ellipse">
            <a:avLst/>
          </a:prstGeom>
          <a:solidFill>
            <a:srgbClr val="E6F7FC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275" name="glow-oil-core">
            <a:extLst>
              <a:ext uri="{FF2B5EF4-FFF2-40B4-BE49-F238E27FC236}">
                <a16:creationId xmlns:a16="http://schemas.microsoft.com/office/drawing/2014/main" id="{FA6CFDDA-38CA-24F2-510B-E89C0A2A6066}"/>
              </a:ext>
            </a:extLst>
          </p:cNvPr>
          <p:cNvSpPr>
            <a:spLocks noGrp="1"/>
          </p:cNvSpPr>
          <p:nvPr/>
        </p:nvSpPr>
        <p:spPr>
          <a:xfrm>
            <a:off x="5981127" y="5201797"/>
            <a:ext cx="30371" cy="30371"/>
          </a:xfrm>
          <a:prstGeom prst="ellipse">
            <a:avLst/>
          </a:prstGeom>
          <a:solidFill>
            <a:srgbClr val="F7CF48"/>
          </a:solidFill>
          <a:ln w="6668">
            <a:solidFill>
              <a:srgbClr val="C79C00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279" name="capsule-highlight">
            <a:extLst>
              <a:ext uri="{FF2B5EF4-FFF2-40B4-BE49-F238E27FC236}">
                <a16:creationId xmlns:a16="http://schemas.microsoft.com/office/drawing/2014/main" id="{92914090-6EA6-9B50-ADC5-27288724AFB1}"/>
              </a:ext>
            </a:extLst>
          </p:cNvPr>
          <p:cNvSpPr>
            <a:spLocks noGrp="1"/>
          </p:cNvSpPr>
          <p:nvPr/>
        </p:nvSpPr>
        <p:spPr>
          <a:xfrm>
            <a:off x="5945678" y="5179585"/>
            <a:ext cx="15866" cy="12693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283" name="blue-capsule-shell">
            <a:extLst>
              <a:ext uri="{FF2B5EF4-FFF2-40B4-BE49-F238E27FC236}">
                <a16:creationId xmlns:a16="http://schemas.microsoft.com/office/drawing/2014/main" id="{C067ED39-12A6-4AC6-67D4-9E9B9227F895}"/>
              </a:ext>
            </a:extLst>
          </p:cNvPr>
          <p:cNvSpPr>
            <a:spLocks noGrp="1"/>
          </p:cNvSpPr>
          <p:nvPr/>
        </p:nvSpPr>
        <p:spPr>
          <a:xfrm>
            <a:off x="6248104" y="5082729"/>
            <a:ext cx="120881" cy="120881"/>
          </a:xfrm>
          <a:prstGeom prst="ellipse">
            <a:avLst/>
          </a:prstGeom>
          <a:solidFill>
            <a:srgbClr val="B6E1F2"/>
          </a:solidFill>
          <a:ln w="10478">
            <a:solidFill>
              <a:srgbClr val="318DB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287" name="blue-capsule-interior">
            <a:extLst>
              <a:ext uri="{FF2B5EF4-FFF2-40B4-BE49-F238E27FC236}">
                <a16:creationId xmlns:a16="http://schemas.microsoft.com/office/drawing/2014/main" id="{D6283688-C370-CB82-6BCF-401898DD921B}"/>
              </a:ext>
            </a:extLst>
          </p:cNvPr>
          <p:cNvSpPr>
            <a:spLocks noGrp="1"/>
          </p:cNvSpPr>
          <p:nvPr/>
        </p:nvSpPr>
        <p:spPr>
          <a:xfrm>
            <a:off x="6288176" y="5109323"/>
            <a:ext cx="74946" cy="72529"/>
          </a:xfrm>
          <a:prstGeom prst="ellipse">
            <a:avLst/>
          </a:prstGeom>
          <a:solidFill>
            <a:srgbClr val="E6F7FC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291" name="glow-oil-core">
            <a:extLst>
              <a:ext uri="{FF2B5EF4-FFF2-40B4-BE49-F238E27FC236}">
                <a16:creationId xmlns:a16="http://schemas.microsoft.com/office/drawing/2014/main" id="{AE257844-13CF-7D14-F854-5189A8B56819}"/>
              </a:ext>
            </a:extLst>
          </p:cNvPr>
          <p:cNvSpPr>
            <a:spLocks noGrp="1"/>
          </p:cNvSpPr>
          <p:nvPr/>
        </p:nvSpPr>
        <p:spPr>
          <a:xfrm>
            <a:off x="6348798" y="5140752"/>
            <a:ext cx="40495" cy="40495"/>
          </a:xfrm>
          <a:prstGeom prst="ellipse">
            <a:avLst/>
          </a:prstGeom>
          <a:solidFill>
            <a:srgbClr val="F7CF48"/>
          </a:solidFill>
          <a:ln w="6668">
            <a:solidFill>
              <a:srgbClr val="C79C00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295" name="capsule-highlight">
            <a:extLst>
              <a:ext uri="{FF2B5EF4-FFF2-40B4-BE49-F238E27FC236}">
                <a16:creationId xmlns:a16="http://schemas.microsoft.com/office/drawing/2014/main" id="{B510D348-9E76-9CA9-81A1-FAC86C547616}"/>
              </a:ext>
            </a:extLst>
          </p:cNvPr>
          <p:cNvSpPr>
            <a:spLocks noGrp="1"/>
          </p:cNvSpPr>
          <p:nvPr/>
        </p:nvSpPr>
        <p:spPr>
          <a:xfrm>
            <a:off x="6301534" y="5111135"/>
            <a:ext cx="21154" cy="16924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299" name="blue-capsule-shell">
            <a:extLst>
              <a:ext uri="{FF2B5EF4-FFF2-40B4-BE49-F238E27FC236}">
                <a16:creationId xmlns:a16="http://schemas.microsoft.com/office/drawing/2014/main" id="{D9184860-DAA0-EB7A-558F-B528CE7D54F6}"/>
              </a:ext>
            </a:extLst>
          </p:cNvPr>
          <p:cNvSpPr>
            <a:spLocks noGrp="1"/>
          </p:cNvSpPr>
          <p:nvPr/>
        </p:nvSpPr>
        <p:spPr>
          <a:xfrm>
            <a:off x="6684787" y="5168353"/>
            <a:ext cx="80587" cy="80587"/>
          </a:xfrm>
          <a:prstGeom prst="ellipse">
            <a:avLst/>
          </a:prstGeom>
          <a:solidFill>
            <a:srgbClr val="B6E1F2"/>
          </a:solidFill>
          <a:ln w="10478">
            <a:solidFill>
              <a:srgbClr val="318DB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303" name="blue-capsule-interior">
            <a:extLst>
              <a:ext uri="{FF2B5EF4-FFF2-40B4-BE49-F238E27FC236}">
                <a16:creationId xmlns:a16="http://schemas.microsoft.com/office/drawing/2014/main" id="{BC57CC32-A02C-C545-1D20-E331ECD24154}"/>
              </a:ext>
            </a:extLst>
          </p:cNvPr>
          <p:cNvSpPr>
            <a:spLocks noGrp="1"/>
          </p:cNvSpPr>
          <p:nvPr/>
        </p:nvSpPr>
        <p:spPr>
          <a:xfrm>
            <a:off x="6711503" y="5186082"/>
            <a:ext cx="49964" cy="48353"/>
          </a:xfrm>
          <a:prstGeom prst="ellipse">
            <a:avLst/>
          </a:prstGeom>
          <a:solidFill>
            <a:srgbClr val="E6F7FC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307" name="glow-oil-core">
            <a:extLst>
              <a:ext uri="{FF2B5EF4-FFF2-40B4-BE49-F238E27FC236}">
                <a16:creationId xmlns:a16="http://schemas.microsoft.com/office/drawing/2014/main" id="{CD96C4DD-48C9-D4BE-AF59-39A2348F91BA}"/>
              </a:ext>
            </a:extLst>
          </p:cNvPr>
          <p:cNvSpPr>
            <a:spLocks noGrp="1"/>
          </p:cNvSpPr>
          <p:nvPr/>
        </p:nvSpPr>
        <p:spPr>
          <a:xfrm>
            <a:off x="6751917" y="5207035"/>
            <a:ext cx="26997" cy="26997"/>
          </a:xfrm>
          <a:prstGeom prst="ellipse">
            <a:avLst/>
          </a:prstGeom>
          <a:solidFill>
            <a:srgbClr val="F7CF48"/>
          </a:solidFill>
          <a:ln w="6668">
            <a:solidFill>
              <a:srgbClr val="C79C00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311" name="capsule-highlight">
            <a:extLst>
              <a:ext uri="{FF2B5EF4-FFF2-40B4-BE49-F238E27FC236}">
                <a16:creationId xmlns:a16="http://schemas.microsoft.com/office/drawing/2014/main" id="{810A495B-F5E6-A83B-BAED-4F9CD9C82998}"/>
              </a:ext>
            </a:extLst>
          </p:cNvPr>
          <p:cNvSpPr>
            <a:spLocks noGrp="1"/>
          </p:cNvSpPr>
          <p:nvPr/>
        </p:nvSpPr>
        <p:spPr>
          <a:xfrm>
            <a:off x="6720407" y="5187291"/>
            <a:ext cx="14103" cy="11282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315" name="blue-capsule-shell">
            <a:extLst>
              <a:ext uri="{FF2B5EF4-FFF2-40B4-BE49-F238E27FC236}">
                <a16:creationId xmlns:a16="http://schemas.microsoft.com/office/drawing/2014/main" id="{FDEB53C1-F98A-3D5B-05D2-CB6FADF66D6C}"/>
              </a:ext>
            </a:extLst>
          </p:cNvPr>
          <p:cNvSpPr>
            <a:spLocks noGrp="1"/>
          </p:cNvSpPr>
          <p:nvPr/>
        </p:nvSpPr>
        <p:spPr>
          <a:xfrm>
            <a:off x="7078658" y="5097839"/>
            <a:ext cx="110808" cy="110808"/>
          </a:xfrm>
          <a:prstGeom prst="ellipse">
            <a:avLst/>
          </a:prstGeom>
          <a:solidFill>
            <a:srgbClr val="B6E1F2"/>
          </a:solidFill>
          <a:ln w="10478">
            <a:solidFill>
              <a:srgbClr val="318DB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319" name="blue-capsule-interior">
            <a:extLst>
              <a:ext uri="{FF2B5EF4-FFF2-40B4-BE49-F238E27FC236}">
                <a16:creationId xmlns:a16="http://schemas.microsoft.com/office/drawing/2014/main" id="{2432C260-D0AB-DC2A-D8E2-D416699A38BE}"/>
              </a:ext>
            </a:extLst>
          </p:cNvPr>
          <p:cNvSpPr>
            <a:spLocks noGrp="1"/>
          </p:cNvSpPr>
          <p:nvPr/>
        </p:nvSpPr>
        <p:spPr>
          <a:xfrm>
            <a:off x="7115392" y="5122217"/>
            <a:ext cx="68701" cy="66485"/>
          </a:xfrm>
          <a:prstGeom prst="ellipse">
            <a:avLst/>
          </a:prstGeom>
          <a:solidFill>
            <a:srgbClr val="E6F7FC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323" name="glow-oil-core">
            <a:extLst>
              <a:ext uri="{FF2B5EF4-FFF2-40B4-BE49-F238E27FC236}">
                <a16:creationId xmlns:a16="http://schemas.microsoft.com/office/drawing/2014/main" id="{7BA4711F-08E9-19AE-CBBA-EF7951C39300}"/>
              </a:ext>
            </a:extLst>
          </p:cNvPr>
          <p:cNvSpPr>
            <a:spLocks noGrp="1"/>
          </p:cNvSpPr>
          <p:nvPr/>
        </p:nvSpPr>
        <p:spPr>
          <a:xfrm>
            <a:off x="7170964" y="5151027"/>
            <a:ext cx="37121" cy="37121"/>
          </a:xfrm>
          <a:prstGeom prst="ellipse">
            <a:avLst/>
          </a:prstGeom>
          <a:solidFill>
            <a:srgbClr val="F7CF48"/>
          </a:solidFill>
          <a:ln w="6668">
            <a:solidFill>
              <a:srgbClr val="C79C00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327" name="capsule-highlight">
            <a:extLst>
              <a:ext uri="{FF2B5EF4-FFF2-40B4-BE49-F238E27FC236}">
                <a16:creationId xmlns:a16="http://schemas.microsoft.com/office/drawing/2014/main" id="{932ECC2A-0FC2-2DBA-140C-8089F3386733}"/>
              </a:ext>
            </a:extLst>
          </p:cNvPr>
          <p:cNvSpPr>
            <a:spLocks noGrp="1"/>
          </p:cNvSpPr>
          <p:nvPr/>
        </p:nvSpPr>
        <p:spPr>
          <a:xfrm>
            <a:off x="7127638" y="5123879"/>
            <a:ext cx="19391" cy="15513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331" name="blue-capsule-shell">
            <a:extLst>
              <a:ext uri="{FF2B5EF4-FFF2-40B4-BE49-F238E27FC236}">
                <a16:creationId xmlns:a16="http://schemas.microsoft.com/office/drawing/2014/main" id="{0DB46180-1483-14AF-8C7A-35FEED11F904}"/>
              </a:ext>
            </a:extLst>
          </p:cNvPr>
          <p:cNvSpPr>
            <a:spLocks noGrp="1"/>
          </p:cNvSpPr>
          <p:nvPr/>
        </p:nvSpPr>
        <p:spPr>
          <a:xfrm>
            <a:off x="7541030" y="5158279"/>
            <a:ext cx="90661" cy="90661"/>
          </a:xfrm>
          <a:prstGeom prst="ellipse">
            <a:avLst/>
          </a:prstGeom>
          <a:solidFill>
            <a:srgbClr val="B6E1F2"/>
          </a:solidFill>
          <a:ln w="10478">
            <a:solidFill>
              <a:srgbClr val="318DB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335" name="blue-capsule-interior">
            <a:extLst>
              <a:ext uri="{FF2B5EF4-FFF2-40B4-BE49-F238E27FC236}">
                <a16:creationId xmlns:a16="http://schemas.microsoft.com/office/drawing/2014/main" id="{A08D714E-41ED-C82F-9004-370C3E263EF0}"/>
              </a:ext>
            </a:extLst>
          </p:cNvPr>
          <p:cNvSpPr>
            <a:spLocks noGrp="1"/>
          </p:cNvSpPr>
          <p:nvPr/>
        </p:nvSpPr>
        <p:spPr>
          <a:xfrm>
            <a:off x="7571085" y="5178225"/>
            <a:ext cx="56210" cy="54396"/>
          </a:xfrm>
          <a:prstGeom prst="ellipse">
            <a:avLst/>
          </a:prstGeom>
          <a:solidFill>
            <a:srgbClr val="E6F7FC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339" name="glow-oil-core">
            <a:extLst>
              <a:ext uri="{FF2B5EF4-FFF2-40B4-BE49-F238E27FC236}">
                <a16:creationId xmlns:a16="http://schemas.microsoft.com/office/drawing/2014/main" id="{44F17FE1-0DBD-22E9-FF7C-4F05DDB6E330}"/>
              </a:ext>
            </a:extLst>
          </p:cNvPr>
          <p:cNvSpPr>
            <a:spLocks noGrp="1"/>
          </p:cNvSpPr>
          <p:nvPr/>
        </p:nvSpPr>
        <p:spPr>
          <a:xfrm>
            <a:off x="7616550" y="5201797"/>
            <a:ext cx="30371" cy="30371"/>
          </a:xfrm>
          <a:prstGeom prst="ellipse">
            <a:avLst/>
          </a:prstGeom>
          <a:solidFill>
            <a:srgbClr val="F7CF48"/>
          </a:solidFill>
          <a:ln w="6668">
            <a:solidFill>
              <a:srgbClr val="C79C00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343" name="capsule-highlight">
            <a:extLst>
              <a:ext uri="{FF2B5EF4-FFF2-40B4-BE49-F238E27FC236}">
                <a16:creationId xmlns:a16="http://schemas.microsoft.com/office/drawing/2014/main" id="{13BBB11A-CBF3-BD97-4F31-5E0CD6FB6759}"/>
              </a:ext>
            </a:extLst>
          </p:cNvPr>
          <p:cNvSpPr>
            <a:spLocks noGrp="1"/>
          </p:cNvSpPr>
          <p:nvPr/>
        </p:nvSpPr>
        <p:spPr>
          <a:xfrm>
            <a:off x="7581102" y="5179585"/>
            <a:ext cx="15866" cy="12693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347" name="blue-capsule-shell">
            <a:extLst>
              <a:ext uri="{FF2B5EF4-FFF2-40B4-BE49-F238E27FC236}">
                <a16:creationId xmlns:a16="http://schemas.microsoft.com/office/drawing/2014/main" id="{3575045A-CC80-1021-06B5-3CFFD7075C15}"/>
              </a:ext>
            </a:extLst>
          </p:cNvPr>
          <p:cNvSpPr>
            <a:spLocks noGrp="1"/>
          </p:cNvSpPr>
          <p:nvPr/>
        </p:nvSpPr>
        <p:spPr>
          <a:xfrm>
            <a:off x="7969151" y="5092802"/>
            <a:ext cx="110808" cy="110808"/>
          </a:xfrm>
          <a:prstGeom prst="ellipse">
            <a:avLst/>
          </a:prstGeom>
          <a:solidFill>
            <a:srgbClr val="B6E1F2"/>
          </a:solidFill>
          <a:ln w="10478">
            <a:solidFill>
              <a:srgbClr val="318DBC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351" name="blue-capsule-interior">
            <a:extLst>
              <a:ext uri="{FF2B5EF4-FFF2-40B4-BE49-F238E27FC236}">
                <a16:creationId xmlns:a16="http://schemas.microsoft.com/office/drawing/2014/main" id="{D43778DD-F9E0-3548-A9A4-5647BF3C7D8D}"/>
              </a:ext>
            </a:extLst>
          </p:cNvPr>
          <p:cNvSpPr>
            <a:spLocks noGrp="1"/>
          </p:cNvSpPr>
          <p:nvPr/>
        </p:nvSpPr>
        <p:spPr>
          <a:xfrm>
            <a:off x="8005884" y="5117180"/>
            <a:ext cx="68701" cy="66485"/>
          </a:xfrm>
          <a:prstGeom prst="ellipse">
            <a:avLst/>
          </a:prstGeom>
          <a:solidFill>
            <a:srgbClr val="E6F7FC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355" name="glow-oil-core">
            <a:extLst>
              <a:ext uri="{FF2B5EF4-FFF2-40B4-BE49-F238E27FC236}">
                <a16:creationId xmlns:a16="http://schemas.microsoft.com/office/drawing/2014/main" id="{2C5C44E0-C6E4-F422-1DEB-152D50C54674}"/>
              </a:ext>
            </a:extLst>
          </p:cNvPr>
          <p:cNvSpPr>
            <a:spLocks noGrp="1"/>
          </p:cNvSpPr>
          <p:nvPr/>
        </p:nvSpPr>
        <p:spPr>
          <a:xfrm>
            <a:off x="8061455" y="5145990"/>
            <a:ext cx="37121" cy="37121"/>
          </a:xfrm>
          <a:prstGeom prst="ellipse">
            <a:avLst/>
          </a:prstGeom>
          <a:solidFill>
            <a:srgbClr val="F7CF48"/>
          </a:solidFill>
          <a:ln w="6668">
            <a:solidFill>
              <a:srgbClr val="C79C00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359" name="capsule-highlight">
            <a:extLst>
              <a:ext uri="{FF2B5EF4-FFF2-40B4-BE49-F238E27FC236}">
                <a16:creationId xmlns:a16="http://schemas.microsoft.com/office/drawing/2014/main" id="{31F3D910-5E16-FCEB-3EDE-EA57C46B58FA}"/>
              </a:ext>
            </a:extLst>
          </p:cNvPr>
          <p:cNvSpPr>
            <a:spLocks noGrp="1"/>
          </p:cNvSpPr>
          <p:nvPr/>
        </p:nvSpPr>
        <p:spPr>
          <a:xfrm>
            <a:off x="8018129" y="5118842"/>
            <a:ext cx="19391" cy="15513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363" name="delivery-arrow">
            <a:extLst>
              <a:ext uri="{FF2B5EF4-FFF2-40B4-BE49-F238E27FC236}">
                <a16:creationId xmlns:a16="http://schemas.microsoft.com/office/drawing/2014/main" id="{3E507AC9-5B3B-B1F4-0127-02ABADF56D9E}"/>
              </a:ext>
            </a:extLst>
          </p:cNvPr>
          <p:cNvSpPr>
            <a:spLocks noGrp="1"/>
          </p:cNvSpPr>
          <p:nvPr/>
        </p:nvSpPr>
        <p:spPr>
          <a:xfrm>
            <a:off x="6273790" y="5299308"/>
            <a:ext cx="55404" cy="146065"/>
          </a:xfrm>
          <a:prstGeom prst="downArrow">
            <a:avLst/>
          </a:prstGeom>
          <a:solidFill>
            <a:srgbClr val="2F8FC5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367" name="delivery-arrow">
            <a:extLst>
              <a:ext uri="{FF2B5EF4-FFF2-40B4-BE49-F238E27FC236}">
                <a16:creationId xmlns:a16="http://schemas.microsoft.com/office/drawing/2014/main" id="{12351C59-6424-7642-77A9-717C76A0C952}"/>
              </a:ext>
            </a:extLst>
          </p:cNvPr>
          <p:cNvSpPr>
            <a:spLocks noGrp="1"/>
          </p:cNvSpPr>
          <p:nvPr/>
        </p:nvSpPr>
        <p:spPr>
          <a:xfrm>
            <a:off x="7112911" y="5299308"/>
            <a:ext cx="55404" cy="146065"/>
          </a:xfrm>
          <a:prstGeom prst="downArrow">
            <a:avLst/>
          </a:prstGeom>
          <a:solidFill>
            <a:srgbClr val="2F8FC5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371" name="delivery-arrow">
            <a:extLst>
              <a:ext uri="{FF2B5EF4-FFF2-40B4-BE49-F238E27FC236}">
                <a16:creationId xmlns:a16="http://schemas.microsoft.com/office/drawing/2014/main" id="{3FD6B0CF-4A35-CD9A-6480-37842BE5DB4D}"/>
              </a:ext>
            </a:extLst>
          </p:cNvPr>
          <p:cNvSpPr>
            <a:spLocks noGrp="1"/>
          </p:cNvSpPr>
          <p:nvPr/>
        </p:nvSpPr>
        <p:spPr>
          <a:xfrm>
            <a:off x="7952028" y="5299308"/>
            <a:ext cx="55404" cy="146065"/>
          </a:xfrm>
          <a:prstGeom prst="downArrow">
            <a:avLst/>
          </a:prstGeom>
          <a:solidFill>
            <a:srgbClr val="2F8FC5"/>
          </a:solidFill>
          <a:ln w="0">
            <a:noFill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375" name="직선 연결선 374">
            <a:extLst>
              <a:ext uri="{FF2B5EF4-FFF2-40B4-BE49-F238E27FC236}">
                <a16:creationId xmlns:a16="http://schemas.microsoft.com/office/drawing/2014/main" id="{4DC4DC4E-54D5-A3CF-6782-33070073134C}"/>
              </a:ext>
            </a:extLst>
          </p:cNvPr>
          <p:cNvSpPr>
            <a:spLocks noGrp="1"/>
          </p:cNvSpPr>
          <p:nvPr/>
        </p:nvSpPr>
        <p:spPr>
          <a:xfrm>
            <a:off x="6239541" y="5636768"/>
            <a:ext cx="0" cy="125918"/>
          </a:xfrm>
          <a:prstGeom prst="line">
            <a:avLst/>
          </a:prstGeom>
          <a:noFill/>
          <a:ln w="11430">
            <a:solidFill>
              <a:srgbClr val="2F8FC5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379" name="직선 연결선 378">
            <a:extLst>
              <a:ext uri="{FF2B5EF4-FFF2-40B4-BE49-F238E27FC236}">
                <a16:creationId xmlns:a16="http://schemas.microsoft.com/office/drawing/2014/main" id="{7ACF5719-D3E4-2DCC-133D-1C05C385E41B}"/>
              </a:ext>
            </a:extLst>
          </p:cNvPr>
          <p:cNvSpPr>
            <a:spLocks noGrp="1"/>
          </p:cNvSpPr>
          <p:nvPr/>
        </p:nvSpPr>
        <p:spPr>
          <a:xfrm>
            <a:off x="6196729" y="5727429"/>
            <a:ext cx="85624" cy="0"/>
          </a:xfrm>
          <a:prstGeom prst="line">
            <a:avLst/>
          </a:prstGeom>
          <a:noFill/>
          <a:ln w="11430">
            <a:solidFill>
              <a:srgbClr val="2F8FC5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383" name="직선 연결선 382">
            <a:extLst>
              <a:ext uri="{FF2B5EF4-FFF2-40B4-BE49-F238E27FC236}">
                <a16:creationId xmlns:a16="http://schemas.microsoft.com/office/drawing/2014/main" id="{B58659CE-608D-472E-114E-5E3FC3826A52}"/>
              </a:ext>
            </a:extLst>
          </p:cNvPr>
          <p:cNvSpPr>
            <a:spLocks noGrp="1"/>
          </p:cNvSpPr>
          <p:nvPr/>
        </p:nvSpPr>
        <p:spPr>
          <a:xfrm>
            <a:off x="7078658" y="5636768"/>
            <a:ext cx="0" cy="125918"/>
          </a:xfrm>
          <a:prstGeom prst="line">
            <a:avLst/>
          </a:prstGeom>
          <a:noFill/>
          <a:ln w="11430">
            <a:solidFill>
              <a:srgbClr val="2F8FC5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769" name="직선 연결선 768">
            <a:extLst>
              <a:ext uri="{FF2B5EF4-FFF2-40B4-BE49-F238E27FC236}">
                <a16:creationId xmlns:a16="http://schemas.microsoft.com/office/drawing/2014/main" id="{EF6D17B2-07F9-7F85-ADF9-D53BD4AA7D39}"/>
              </a:ext>
            </a:extLst>
          </p:cNvPr>
          <p:cNvSpPr>
            <a:spLocks noGrp="1"/>
          </p:cNvSpPr>
          <p:nvPr/>
        </p:nvSpPr>
        <p:spPr>
          <a:xfrm>
            <a:off x="7035846" y="5727429"/>
            <a:ext cx="85624" cy="0"/>
          </a:xfrm>
          <a:prstGeom prst="line">
            <a:avLst/>
          </a:prstGeom>
          <a:noFill/>
          <a:ln w="11430">
            <a:solidFill>
              <a:srgbClr val="2F8FC5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771" name="직선 연결선 770">
            <a:extLst>
              <a:ext uri="{FF2B5EF4-FFF2-40B4-BE49-F238E27FC236}">
                <a16:creationId xmlns:a16="http://schemas.microsoft.com/office/drawing/2014/main" id="{0D2449F3-D734-E8D2-E33F-C4B415DD5893}"/>
              </a:ext>
            </a:extLst>
          </p:cNvPr>
          <p:cNvSpPr>
            <a:spLocks noGrp="1"/>
          </p:cNvSpPr>
          <p:nvPr/>
        </p:nvSpPr>
        <p:spPr>
          <a:xfrm>
            <a:off x="7917777" y="5636768"/>
            <a:ext cx="0" cy="125918"/>
          </a:xfrm>
          <a:prstGeom prst="line">
            <a:avLst/>
          </a:prstGeom>
          <a:noFill/>
          <a:ln w="11430">
            <a:solidFill>
              <a:srgbClr val="2F8FC5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773" name="직선 연결선 772">
            <a:extLst>
              <a:ext uri="{FF2B5EF4-FFF2-40B4-BE49-F238E27FC236}">
                <a16:creationId xmlns:a16="http://schemas.microsoft.com/office/drawing/2014/main" id="{F1F2632C-8113-3A96-B57D-2E6350AA274B}"/>
              </a:ext>
            </a:extLst>
          </p:cNvPr>
          <p:cNvSpPr>
            <a:spLocks noGrp="1"/>
          </p:cNvSpPr>
          <p:nvPr/>
        </p:nvSpPr>
        <p:spPr>
          <a:xfrm>
            <a:off x="7874965" y="5727429"/>
            <a:ext cx="85624" cy="0"/>
          </a:xfrm>
          <a:prstGeom prst="line">
            <a:avLst/>
          </a:prstGeom>
          <a:noFill/>
          <a:ln w="11430">
            <a:solidFill>
              <a:srgbClr val="2F8FC5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775" name="직선 연결선 774">
            <a:extLst>
              <a:ext uri="{FF2B5EF4-FFF2-40B4-BE49-F238E27FC236}">
                <a16:creationId xmlns:a16="http://schemas.microsoft.com/office/drawing/2014/main" id="{68FB7B69-290A-90C2-AC2B-9199AC08D93F}"/>
              </a:ext>
            </a:extLst>
          </p:cNvPr>
          <p:cNvSpPr>
            <a:spLocks noGrp="1"/>
          </p:cNvSpPr>
          <p:nvPr/>
        </p:nvSpPr>
        <p:spPr>
          <a:xfrm>
            <a:off x="8611334" y="5536034"/>
            <a:ext cx="154124" cy="0"/>
          </a:xfrm>
          <a:prstGeom prst="line">
            <a:avLst/>
          </a:prstGeom>
          <a:noFill/>
          <a:ln w="8573">
            <a:solidFill>
              <a:srgbClr val="70807B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777" name="직선 연결선 776">
            <a:extLst>
              <a:ext uri="{FF2B5EF4-FFF2-40B4-BE49-F238E27FC236}">
                <a16:creationId xmlns:a16="http://schemas.microsoft.com/office/drawing/2014/main" id="{B92B4C8B-9E20-84BC-FA2E-48BCB76F8AEB}"/>
              </a:ext>
            </a:extLst>
          </p:cNvPr>
          <p:cNvSpPr>
            <a:spLocks noGrp="1"/>
          </p:cNvSpPr>
          <p:nvPr/>
        </p:nvSpPr>
        <p:spPr>
          <a:xfrm>
            <a:off x="8765459" y="5536034"/>
            <a:ext cx="0" cy="135992"/>
          </a:xfrm>
          <a:prstGeom prst="line">
            <a:avLst/>
          </a:prstGeom>
          <a:noFill/>
          <a:ln w="8573">
            <a:solidFill>
              <a:srgbClr val="70807B"/>
            </a:solidFill>
            <a:prstDash val="solid"/>
          </a:ln>
        </p:spPr>
        <p:txBody>
          <a:bodyPr/>
          <a:lstStyle/>
          <a:p>
            <a:endParaRPr lang="ko-KR" altLang="en-US" sz="952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80" name="epidermis-label">
            <a:extLst>
              <a:ext uri="{FF2B5EF4-FFF2-40B4-BE49-F238E27FC236}">
                <a16:creationId xmlns:a16="http://schemas.microsoft.com/office/drawing/2014/main" id="{E6ABA0A8-1323-0EB4-A3AE-AF779E744A26}"/>
              </a:ext>
            </a:extLst>
          </p:cNvPr>
          <p:cNvSpPr>
            <a:spLocks noGrp="1"/>
          </p:cNvSpPr>
          <p:nvPr/>
        </p:nvSpPr>
        <p:spPr>
          <a:xfrm>
            <a:off x="8808271" y="5541070"/>
            <a:ext cx="216579" cy="9066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404" b="0">
                <a:solidFill>
                  <a:srgbClr val="70807B"/>
                </a:solidFill>
                <a:latin typeface="Paperlogy"/>
                <a:ea typeface="Paperlogy"/>
                <a:cs typeface="Paperlogy"/>
              </a:defRPr>
            </a:pPr>
            <a:r>
              <a:rPr sz="400" dirty="0" err="1">
                <a:solidFill>
                  <a:srgbClr val="70807B"/>
                </a:solidFill>
                <a:latin typeface="페이퍼로지 4 Regular" pitchFamily="2" charset="-127"/>
                <a:ea typeface="페이퍼로지 4 Regular" pitchFamily="2" charset="-127"/>
                <a:cs typeface="Paperlogy"/>
              </a:rPr>
              <a:t>표피층</a:t>
            </a:r>
            <a:endParaRPr sz="400" dirty="0">
              <a:solidFill>
                <a:srgbClr val="70807B"/>
              </a:solidFill>
              <a:latin typeface="페이퍼로지 4 Regular" pitchFamily="2" charset="-127"/>
              <a:ea typeface="페이퍼로지 4 Regular" pitchFamily="2" charset="-127"/>
              <a:cs typeface="Paperlogy"/>
            </a:endParaRPr>
          </a:p>
        </p:txBody>
      </p:sp>
      <p:sp>
        <p:nvSpPr>
          <p:cNvPr id="782" name="직선 연결선 781">
            <a:extLst>
              <a:ext uri="{FF2B5EF4-FFF2-40B4-BE49-F238E27FC236}">
                <a16:creationId xmlns:a16="http://schemas.microsoft.com/office/drawing/2014/main" id="{67A73932-493C-99C1-D28E-BF58BD023C91}"/>
              </a:ext>
            </a:extLst>
          </p:cNvPr>
          <p:cNvSpPr>
            <a:spLocks noGrp="1"/>
          </p:cNvSpPr>
          <p:nvPr/>
        </p:nvSpPr>
        <p:spPr>
          <a:xfrm>
            <a:off x="8611334" y="5808017"/>
            <a:ext cx="154124" cy="0"/>
          </a:xfrm>
          <a:prstGeom prst="line">
            <a:avLst/>
          </a:prstGeom>
          <a:noFill/>
          <a:ln w="8573">
            <a:solidFill>
              <a:srgbClr val="70807B"/>
            </a:solidFill>
            <a:prstDash val="solid"/>
          </a:ln>
        </p:spPr>
        <p:txBody>
          <a:bodyPr/>
          <a:lstStyle/>
          <a:p>
            <a:endParaRPr lang="ko-KR" altLang="en-US" sz="952"/>
          </a:p>
        </p:txBody>
      </p:sp>
      <p:sp>
        <p:nvSpPr>
          <p:cNvPr id="784" name="직선 연결선 783">
            <a:extLst>
              <a:ext uri="{FF2B5EF4-FFF2-40B4-BE49-F238E27FC236}">
                <a16:creationId xmlns:a16="http://schemas.microsoft.com/office/drawing/2014/main" id="{A1F22810-306E-68BE-6BF8-32DB54AE5050}"/>
              </a:ext>
            </a:extLst>
          </p:cNvPr>
          <p:cNvSpPr>
            <a:spLocks noGrp="1"/>
          </p:cNvSpPr>
          <p:nvPr/>
        </p:nvSpPr>
        <p:spPr>
          <a:xfrm>
            <a:off x="8765459" y="5808017"/>
            <a:ext cx="0" cy="226653"/>
          </a:xfrm>
          <a:prstGeom prst="line">
            <a:avLst/>
          </a:prstGeom>
          <a:noFill/>
          <a:ln w="8573">
            <a:solidFill>
              <a:srgbClr val="70807B"/>
            </a:solidFill>
            <a:prstDash val="solid"/>
          </a:ln>
        </p:spPr>
        <p:txBody>
          <a:bodyPr/>
          <a:lstStyle/>
          <a:p>
            <a:endParaRPr lang="ko-KR" altLang="en-US" sz="952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86" name="dermis-label">
            <a:extLst>
              <a:ext uri="{FF2B5EF4-FFF2-40B4-BE49-F238E27FC236}">
                <a16:creationId xmlns:a16="http://schemas.microsoft.com/office/drawing/2014/main" id="{E734CD21-B79D-8A7D-D495-3164950E3561}"/>
              </a:ext>
            </a:extLst>
          </p:cNvPr>
          <p:cNvSpPr>
            <a:spLocks noGrp="1"/>
          </p:cNvSpPr>
          <p:nvPr/>
        </p:nvSpPr>
        <p:spPr>
          <a:xfrm>
            <a:off x="8808271" y="5868457"/>
            <a:ext cx="216579" cy="9066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404" b="0">
                <a:solidFill>
                  <a:srgbClr val="70807B"/>
                </a:solidFill>
                <a:latin typeface="Paperlogy"/>
                <a:ea typeface="Paperlogy"/>
                <a:cs typeface="Paperlogy"/>
              </a:defRPr>
            </a:pPr>
            <a:r>
              <a:rPr sz="400">
                <a:solidFill>
                  <a:srgbClr val="70807B"/>
                </a:solidFill>
                <a:latin typeface="페이퍼로지 4 Regular" pitchFamily="2" charset="-127"/>
                <a:ea typeface="페이퍼로지 4 Regular" pitchFamily="2" charset="-127"/>
                <a:cs typeface="Paperlogy"/>
              </a:rPr>
              <a:t>진피층</a:t>
            </a:r>
          </a:p>
        </p:txBody>
      </p:sp>
      <p:sp>
        <p:nvSpPr>
          <p:cNvPr id="4" name="concept-title">
            <a:extLst>
              <a:ext uri="{FF2B5EF4-FFF2-40B4-BE49-F238E27FC236}">
                <a16:creationId xmlns:a16="http://schemas.microsoft.com/office/drawing/2014/main" id="{6658BE77-BB9E-C736-1141-540F655CD4A0}"/>
              </a:ext>
            </a:extLst>
          </p:cNvPr>
          <p:cNvSpPr>
            <a:spLocks noGrp="1"/>
          </p:cNvSpPr>
          <p:nvPr/>
        </p:nvSpPr>
        <p:spPr>
          <a:xfrm>
            <a:off x="3725495" y="2506697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dirty="0">
                <a:solidFill>
                  <a:srgbClr val="295965"/>
                </a:solidFill>
                <a:latin typeface="Paperlogy 7 Bold"/>
                <a:ea typeface="Paperlogy 7 Bold"/>
                <a:cs typeface="Paperlogy 7 Bold"/>
              </a:rPr>
              <a:t>보습</a:t>
            </a:r>
            <a:r>
              <a:rPr lang="en-US" altLang="ko-KR" dirty="0">
                <a:solidFill>
                  <a:srgbClr val="295965"/>
                </a:solidFill>
                <a:latin typeface="Paperlogy 7 Bold"/>
                <a:ea typeface="Paperlogy 7 Bold"/>
                <a:cs typeface="Paperlogy 7 Bold"/>
              </a:rPr>
              <a:t> ·</a:t>
            </a:r>
            <a:r>
              <a:rPr lang="ko-KR" altLang="en-US" dirty="0">
                <a:solidFill>
                  <a:srgbClr val="295965"/>
                </a:solidFill>
                <a:latin typeface="Paperlogy 7 Bold"/>
                <a:ea typeface="Paperlogy 7 Bold"/>
                <a:cs typeface="Paperlogy 7 Bold"/>
              </a:rPr>
              <a:t> 미백</a:t>
            </a:r>
            <a:r>
              <a:rPr lang="en-US" altLang="ko-KR" dirty="0">
                <a:solidFill>
                  <a:srgbClr val="295965"/>
                </a:solidFill>
                <a:latin typeface="Paperlogy 7 Bold"/>
                <a:ea typeface="Paperlogy 7 Bold"/>
                <a:cs typeface="Paperlogy 7 Bold"/>
              </a:rPr>
              <a:t> ·  </a:t>
            </a:r>
            <a:r>
              <a:rPr lang="ko-KR" altLang="en-US" dirty="0">
                <a:solidFill>
                  <a:srgbClr val="295965"/>
                </a:solidFill>
                <a:latin typeface="Paperlogy 7 Bold"/>
                <a:ea typeface="Paperlogy 7 Bold"/>
                <a:cs typeface="Paperlogy 7 Bold"/>
              </a:rPr>
              <a:t>주름 케어를 한 병에</a:t>
            </a:r>
            <a:endParaRPr sz="1800" b="0" dirty="0">
              <a:solidFill>
                <a:srgbClr val="295965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20" name="concept-body">
            <a:extLst>
              <a:ext uri="{FF2B5EF4-FFF2-40B4-BE49-F238E27FC236}">
                <a16:creationId xmlns:a16="http://schemas.microsoft.com/office/drawing/2014/main" id="{49FEF80A-B7E9-B3CF-3BEE-091BBEABFB15}"/>
              </a:ext>
            </a:extLst>
          </p:cNvPr>
          <p:cNvSpPr>
            <a:spLocks noGrp="1"/>
          </p:cNvSpPr>
          <p:nvPr/>
        </p:nvSpPr>
        <p:spPr>
          <a:xfrm>
            <a:off x="3725495" y="2979197"/>
            <a:ext cx="6298256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10000"/>
              </a:lnSpc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비타민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C  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워터 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100,000ppm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과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나이아신아마이드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, 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아데노신을 담아 맑은 피부 톤과 주름 케어를 제안합니다</a:t>
            </a:r>
            <a:r>
              <a:rPr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 </a:t>
            </a:r>
          </a:p>
        </p:txBody>
      </p:sp>
      <p:sp>
        <p:nvSpPr>
          <p:cNvPr id="22" name="concept-title">
            <a:extLst>
              <a:ext uri="{FF2B5EF4-FFF2-40B4-BE49-F238E27FC236}">
                <a16:creationId xmlns:a16="http://schemas.microsoft.com/office/drawing/2014/main" id="{A3CECAC4-25AE-1179-ACE4-237C3024721E}"/>
              </a:ext>
            </a:extLst>
          </p:cNvPr>
          <p:cNvSpPr>
            <a:spLocks noGrp="1"/>
          </p:cNvSpPr>
          <p:nvPr/>
        </p:nvSpPr>
        <p:spPr>
          <a:xfrm>
            <a:off x="3725496" y="3484248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1800" b="0" dirty="0">
                <a:solidFill>
                  <a:srgbClr val="295965"/>
                </a:solidFill>
                <a:latin typeface="Paperlogy 7 Bold"/>
                <a:ea typeface="Paperlogy 7 Bold"/>
                <a:cs typeface="Paperlogy 7 Bold"/>
              </a:rPr>
              <a:t>수분 </a:t>
            </a:r>
            <a:r>
              <a:rPr lang="ko-KR" altLang="en-US" sz="1800" b="0" dirty="0" err="1">
                <a:solidFill>
                  <a:srgbClr val="295965"/>
                </a:solidFill>
                <a:latin typeface="Paperlogy 7 Bold"/>
                <a:ea typeface="Paperlogy 7 Bold"/>
                <a:cs typeface="Paperlogy 7 Bold"/>
              </a:rPr>
              <a:t>하이드로겔</a:t>
            </a:r>
            <a:r>
              <a:rPr lang="ko-KR" altLang="en-US" sz="1800" b="0" dirty="0">
                <a:solidFill>
                  <a:srgbClr val="295965"/>
                </a:solidFill>
                <a:latin typeface="Paperlogy 7 Bold"/>
                <a:ea typeface="Paperlogy 7 Bold"/>
                <a:cs typeface="Paperlogy 7 Bold"/>
              </a:rPr>
              <a:t> 네트워크</a:t>
            </a:r>
            <a:endParaRPr sz="1800" b="0" dirty="0">
              <a:solidFill>
                <a:srgbClr val="295965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32" name="concept-body">
            <a:extLst>
              <a:ext uri="{FF2B5EF4-FFF2-40B4-BE49-F238E27FC236}">
                <a16:creationId xmlns:a16="http://schemas.microsoft.com/office/drawing/2014/main" id="{91B8F95F-9500-CA40-8606-10A24DA8E432}"/>
              </a:ext>
            </a:extLst>
          </p:cNvPr>
          <p:cNvSpPr>
            <a:spLocks noGrp="1"/>
          </p:cNvSpPr>
          <p:nvPr/>
        </p:nvSpPr>
        <p:spPr>
          <a:xfrm>
            <a:off x="3725496" y="3956748"/>
            <a:ext cx="6298256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10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종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히알루론산과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수분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하이드로겔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네트워크가 피부를 촉촉하게 감싸 지속적인 보습과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수분광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케어에 도움을 줍니다</a:t>
            </a:r>
            <a:r>
              <a:rPr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78280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그림 6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98" r="9598"/>
          <a:stretch/>
        </p:blipFill>
        <p:spPr>
          <a:xfrm>
            <a:off x="100238" y="105000"/>
            <a:ext cx="3341250" cy="7350000"/>
          </a:xfrm>
          <a:prstGeom prst="rect">
            <a:avLst/>
          </a:prstGeom>
        </p:spPr>
      </p:pic>
      <p:sp>
        <p:nvSpPr>
          <p:cNvPr id="45" name="left-title-panel">
            <a:extLst>
              <a:ext uri="{FF2B5EF4-FFF2-40B4-BE49-F238E27FC236}">
                <a16:creationId xmlns:a16="http://schemas.microsoft.com/office/drawing/2014/main" id="{DE4ADB31-29E9-F8F7-91D7-0A0A7830E1E1}"/>
              </a:ext>
            </a:extLst>
          </p:cNvPr>
          <p:cNvSpPr>
            <a:spLocks noGrp="1"/>
          </p:cNvSpPr>
          <p:nvPr/>
        </p:nvSpPr>
        <p:spPr>
          <a:xfrm>
            <a:off x="250594" y="294000"/>
            <a:ext cx="2923594" cy="1848000"/>
          </a:xfrm>
          <a:prstGeom prst="rect">
            <a:avLst/>
          </a:prstGeom>
          <a:solidFill>
            <a:srgbClr val="F0F3F4"/>
          </a:solidFill>
          <a:ln w="7620">
            <a:solidFill>
              <a:srgbClr val="B4C3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left-info-outline">
            <a:extLst>
              <a:ext uri="{FF2B5EF4-FFF2-40B4-BE49-F238E27FC236}">
                <a16:creationId xmlns:a16="http://schemas.microsoft.com/office/drawing/2014/main" id="{9DA4832B-8291-6D3C-905E-353EABF17AE0}"/>
              </a:ext>
            </a:extLst>
          </p:cNvPr>
          <p:cNvSpPr>
            <a:spLocks noGrp="1"/>
          </p:cNvSpPr>
          <p:nvPr/>
        </p:nvSpPr>
        <p:spPr>
          <a:xfrm>
            <a:off x="200475" y="6720000"/>
            <a:ext cx="3140775" cy="609000"/>
          </a:xfrm>
          <a:prstGeom prst="rect">
            <a:avLst/>
          </a:prstGeom>
          <a:solidFill>
            <a:srgbClr val="4E5B60">
              <a:alpha val="36000"/>
            </a:srgbClr>
          </a:solidFill>
          <a:ln w="6191">
            <a:solidFill>
              <a:srgbClr val="E6EEE7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outer-border">
            <a:extLst>
              <a:ext uri="{FF2B5EF4-FFF2-40B4-BE49-F238E27FC236}">
                <a16:creationId xmlns:a16="http://schemas.microsoft.com/office/drawing/2014/main" id="{B5D461B8-1E34-64EF-9BA6-4CDF958D3393}"/>
              </a:ext>
            </a:extLst>
          </p:cNvPr>
          <p:cNvSpPr>
            <a:spLocks noGrp="1"/>
          </p:cNvSpPr>
          <p:nvPr/>
        </p:nvSpPr>
        <p:spPr>
          <a:xfrm>
            <a:off x="100238" y="105000"/>
            <a:ext cx="10491525" cy="7350000"/>
          </a:xfrm>
          <a:prstGeom prst="rect">
            <a:avLst/>
          </a:prstGeom>
          <a:noFill/>
          <a:ln w="10478">
            <a:solidFill>
              <a:srgbClr val="D9E1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image-panel-divider">
            <a:extLst>
              <a:ext uri="{FF2B5EF4-FFF2-40B4-BE49-F238E27FC236}">
                <a16:creationId xmlns:a16="http://schemas.microsoft.com/office/drawing/2014/main" id="{D777BB76-77AA-7D46-4A68-E6245E8453C9}"/>
              </a:ext>
            </a:extLst>
          </p:cNvPr>
          <p:cNvSpPr>
            <a:spLocks noGrp="1"/>
          </p:cNvSpPr>
          <p:nvPr/>
        </p:nvSpPr>
        <p:spPr>
          <a:xfrm>
            <a:off x="3441488" y="105000"/>
            <a:ext cx="0" cy="7350000"/>
          </a:xfrm>
          <a:prstGeom prst="line">
            <a:avLst/>
          </a:prstGeom>
          <a:noFill/>
          <a:ln w="19050">
            <a:solidFill>
              <a:srgbClr val="2E5B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left-product-title">
            <a:extLst>
              <a:ext uri="{FF2B5EF4-FFF2-40B4-BE49-F238E27FC236}">
                <a16:creationId xmlns:a16="http://schemas.microsoft.com/office/drawing/2014/main" id="{B5D4A439-03CA-5E62-B16A-6ACE3152C681}"/>
              </a:ext>
            </a:extLst>
          </p:cNvPr>
          <p:cNvSpPr>
            <a:spLocks noGrp="1"/>
          </p:cNvSpPr>
          <p:nvPr/>
        </p:nvSpPr>
        <p:spPr>
          <a:xfrm>
            <a:off x="434363" y="808500"/>
            <a:ext cx="2422406" cy="77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2000"/>
              </a:lnSpc>
              <a:defRPr sz="2250" b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2250" dirty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더블 </a:t>
            </a:r>
            <a:r>
              <a:rPr lang="ko-KR" altLang="en-US" sz="2250" dirty="0" err="1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레이어드</a:t>
            </a:r>
            <a:r>
              <a:rPr lang="ko-KR" altLang="en-US" sz="2250" dirty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 </a:t>
            </a:r>
            <a:endParaRPr lang="en-US" altLang="ko-KR" sz="2250" dirty="0">
              <a:solidFill>
                <a:srgbClr val="26362F"/>
              </a:solidFill>
              <a:latin typeface="Paperlogy 7 Bold"/>
              <a:ea typeface="Paperlogy 7 Bold"/>
              <a:cs typeface="Paperlogy 7 Bold"/>
            </a:endParaRPr>
          </a:p>
          <a:p>
            <a:pPr>
              <a:lnSpc>
                <a:spcPct val="92000"/>
              </a:lnSpc>
              <a:defRPr sz="2250" b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2250" dirty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워터 크림</a:t>
            </a:r>
          </a:p>
        </p:txBody>
      </p:sp>
      <p:sp>
        <p:nvSpPr>
          <p:cNvPr id="6" name="left-title-rule">
            <a:extLst>
              <a:ext uri="{FF2B5EF4-FFF2-40B4-BE49-F238E27FC236}">
                <a16:creationId xmlns:a16="http://schemas.microsoft.com/office/drawing/2014/main" id="{B0FF652C-C33F-BBC9-8FB5-03946BFACE4E}"/>
              </a:ext>
            </a:extLst>
          </p:cNvPr>
          <p:cNvSpPr>
            <a:spLocks noGrp="1"/>
          </p:cNvSpPr>
          <p:nvPr/>
        </p:nvSpPr>
        <p:spPr>
          <a:xfrm>
            <a:off x="434363" y="1659000"/>
            <a:ext cx="517894" cy="0"/>
          </a:xfrm>
          <a:prstGeom prst="line">
            <a:avLst/>
          </a:prstGeom>
          <a:noFill/>
          <a:ln w="28575">
            <a:solidFill>
              <a:srgbClr val="2E5B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left-tagline">
            <a:extLst>
              <a:ext uri="{FF2B5EF4-FFF2-40B4-BE49-F238E27FC236}">
                <a16:creationId xmlns:a16="http://schemas.microsoft.com/office/drawing/2014/main" id="{E5456520-45ED-2212-E008-8515C0B88264}"/>
              </a:ext>
            </a:extLst>
          </p:cNvPr>
          <p:cNvSpPr>
            <a:spLocks noGrp="1"/>
          </p:cNvSpPr>
          <p:nvPr/>
        </p:nvSpPr>
        <p:spPr>
          <a:xfrm>
            <a:off x="434363" y="1774500"/>
            <a:ext cx="2388994" cy="23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altLang="ko-KR" sz="900" b="0" dirty="0">
                <a:solidFill>
                  <a:srgbClr val="2E5B63"/>
                </a:solidFill>
                <a:latin typeface="Paperlogy 5 Medium"/>
                <a:ea typeface="Paperlogy 5 Medium"/>
                <a:cs typeface="Paperlogy 5 Medium"/>
              </a:rPr>
              <a:t>Double Layered Water Cream </a:t>
            </a:r>
            <a:endParaRPr sz="900" b="0" dirty="0">
              <a:solidFill>
                <a:srgbClr val="2E5B63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9" name="left-info-label-1">
            <a:extLst>
              <a:ext uri="{FF2B5EF4-FFF2-40B4-BE49-F238E27FC236}">
                <a16:creationId xmlns:a16="http://schemas.microsoft.com/office/drawing/2014/main" id="{1B0448D2-71A0-3407-2B25-118925F48FCB}"/>
              </a:ext>
            </a:extLst>
          </p:cNvPr>
          <p:cNvSpPr>
            <a:spLocks noGrp="1"/>
          </p:cNvSpPr>
          <p:nvPr/>
        </p:nvSpPr>
        <p:spPr>
          <a:xfrm>
            <a:off x="258947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LAB NO.</a:t>
            </a:r>
          </a:p>
        </p:txBody>
      </p:sp>
      <p:sp>
        <p:nvSpPr>
          <p:cNvPr id="10" name="left-info-value-1">
            <a:extLst>
              <a:ext uri="{FF2B5EF4-FFF2-40B4-BE49-F238E27FC236}">
                <a16:creationId xmlns:a16="http://schemas.microsoft.com/office/drawing/2014/main" id="{1FA79C73-15B3-30E9-542B-0D6E6FB5A011}"/>
              </a:ext>
            </a:extLst>
          </p:cNvPr>
          <p:cNvSpPr>
            <a:spLocks noGrp="1"/>
          </p:cNvSpPr>
          <p:nvPr/>
        </p:nvSpPr>
        <p:spPr>
          <a:xfrm>
            <a:off x="258947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#260914-1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1" name="left-info-label-2">
            <a:extLst>
              <a:ext uri="{FF2B5EF4-FFF2-40B4-BE49-F238E27FC236}">
                <a16:creationId xmlns:a16="http://schemas.microsoft.com/office/drawing/2014/main" id="{C8F083C4-3381-33A9-7C9E-B9A4414A7566}"/>
              </a:ext>
            </a:extLst>
          </p:cNvPr>
          <p:cNvSpPr>
            <a:spLocks noGrp="1"/>
          </p:cNvSpPr>
          <p:nvPr/>
        </p:nvSpPr>
        <p:spPr>
          <a:xfrm>
            <a:off x="868725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기능성</a:t>
            </a:r>
          </a:p>
        </p:txBody>
      </p:sp>
      <p:sp>
        <p:nvSpPr>
          <p:cNvPr id="12" name="left-info-value-2">
            <a:extLst>
              <a:ext uri="{FF2B5EF4-FFF2-40B4-BE49-F238E27FC236}">
                <a16:creationId xmlns:a16="http://schemas.microsoft.com/office/drawing/2014/main" id="{8CF5C974-FD47-D67F-038C-979D35B4436C}"/>
              </a:ext>
            </a:extLst>
          </p:cNvPr>
          <p:cNvSpPr>
            <a:spLocks noGrp="1"/>
          </p:cNvSpPr>
          <p:nvPr/>
        </p:nvSpPr>
        <p:spPr>
          <a:xfrm>
            <a:off x="868725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미백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3" name="left-info-label-3">
            <a:extLst>
              <a:ext uri="{FF2B5EF4-FFF2-40B4-BE49-F238E27FC236}">
                <a16:creationId xmlns:a16="http://schemas.microsoft.com/office/drawing/2014/main" id="{46152307-D6CB-F9E1-A288-F8EF4907979A}"/>
              </a:ext>
            </a:extLst>
          </p:cNvPr>
          <p:cNvSpPr>
            <a:spLocks noGrp="1"/>
          </p:cNvSpPr>
          <p:nvPr/>
        </p:nvSpPr>
        <p:spPr>
          <a:xfrm>
            <a:off x="1478503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제형</a:t>
            </a:r>
          </a:p>
        </p:txBody>
      </p:sp>
      <p:sp>
        <p:nvSpPr>
          <p:cNvPr id="14" name="left-info-value-3">
            <a:extLst>
              <a:ext uri="{FF2B5EF4-FFF2-40B4-BE49-F238E27FC236}">
                <a16:creationId xmlns:a16="http://schemas.microsoft.com/office/drawing/2014/main" id="{53E56A40-F5B1-3DDC-B712-C6831FAF5791}"/>
              </a:ext>
            </a:extLst>
          </p:cNvPr>
          <p:cNvSpPr>
            <a:spLocks noGrp="1"/>
          </p:cNvSpPr>
          <p:nvPr/>
        </p:nvSpPr>
        <p:spPr>
          <a:xfrm>
            <a:off x="1478503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반투명 백색</a:t>
            </a:r>
            <a:endParaRPr lang="en-US" altLang="ko-KR"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크림상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5" name="left-info-label-4">
            <a:extLst>
              <a:ext uri="{FF2B5EF4-FFF2-40B4-BE49-F238E27FC236}">
                <a16:creationId xmlns:a16="http://schemas.microsoft.com/office/drawing/2014/main" id="{70AFF3CC-F88E-555F-4926-0EDF3D35FAAB}"/>
              </a:ext>
            </a:extLst>
          </p:cNvPr>
          <p:cNvSpPr>
            <a:spLocks noGrp="1"/>
          </p:cNvSpPr>
          <p:nvPr/>
        </p:nvSpPr>
        <p:spPr>
          <a:xfrm>
            <a:off x="2088281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제품군</a:t>
            </a:r>
          </a:p>
        </p:txBody>
      </p:sp>
      <p:sp>
        <p:nvSpPr>
          <p:cNvPr id="16" name="left-info-value-4">
            <a:extLst>
              <a:ext uri="{FF2B5EF4-FFF2-40B4-BE49-F238E27FC236}">
                <a16:creationId xmlns:a16="http://schemas.microsoft.com/office/drawing/2014/main" id="{1E811258-16F4-68F1-DB2B-6B3EC72145CD}"/>
              </a:ext>
            </a:extLst>
          </p:cNvPr>
          <p:cNvSpPr>
            <a:spLocks noGrp="1"/>
          </p:cNvSpPr>
          <p:nvPr/>
        </p:nvSpPr>
        <p:spPr>
          <a:xfrm>
            <a:off x="2088281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크림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7" name="left-info-label-5">
            <a:extLst>
              <a:ext uri="{FF2B5EF4-FFF2-40B4-BE49-F238E27FC236}">
                <a16:creationId xmlns:a16="http://schemas.microsoft.com/office/drawing/2014/main" id="{69557C0B-CB4F-2493-9E96-F171E0D253FE}"/>
              </a:ext>
            </a:extLst>
          </p:cNvPr>
          <p:cNvSpPr>
            <a:spLocks noGrp="1"/>
          </p:cNvSpPr>
          <p:nvPr/>
        </p:nvSpPr>
        <p:spPr>
          <a:xfrm>
            <a:off x="2698059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패키지</a:t>
            </a:r>
          </a:p>
        </p:txBody>
      </p:sp>
      <p:sp>
        <p:nvSpPr>
          <p:cNvPr id="18" name="left-info-value-5">
            <a:extLst>
              <a:ext uri="{FF2B5EF4-FFF2-40B4-BE49-F238E27FC236}">
                <a16:creationId xmlns:a16="http://schemas.microsoft.com/office/drawing/2014/main" id="{646A51A1-757C-804F-F9B3-AA9D51BA6A50}"/>
              </a:ext>
            </a:extLst>
          </p:cNvPr>
          <p:cNvSpPr>
            <a:spLocks noGrp="1"/>
          </p:cNvSpPr>
          <p:nvPr/>
        </p:nvSpPr>
        <p:spPr>
          <a:xfrm>
            <a:off x="2698059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자</a:t>
            </a:r>
            <a:r>
              <a:rPr 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, </a:t>
            </a:r>
            <a:r>
              <a:rPr lang="ko-KR" alt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튜브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9" name="proposal-number">
            <a:extLst>
              <a:ext uri="{FF2B5EF4-FFF2-40B4-BE49-F238E27FC236}">
                <a16:creationId xmlns:a16="http://schemas.microsoft.com/office/drawing/2014/main" id="{BC7E9A17-3970-B7D1-B73F-ED8A61954C97}"/>
              </a:ext>
            </a:extLst>
          </p:cNvPr>
          <p:cNvSpPr>
            <a:spLocks noGrp="1"/>
          </p:cNvSpPr>
          <p:nvPr/>
        </p:nvSpPr>
        <p:spPr>
          <a:xfrm>
            <a:off x="9439031" y="336000"/>
            <a:ext cx="868725" cy="33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5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5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No. 02</a:t>
            </a:r>
          </a:p>
        </p:txBody>
      </p:sp>
      <p:sp>
        <p:nvSpPr>
          <p:cNvPr id="23" name="intro-accent-line">
            <a:extLst>
              <a:ext uri="{FF2B5EF4-FFF2-40B4-BE49-F238E27FC236}">
                <a16:creationId xmlns:a16="http://schemas.microsoft.com/office/drawing/2014/main" id="{3F28A2A7-AD6E-C0DD-B4BA-DA8825DAB97C}"/>
              </a:ext>
            </a:extLst>
          </p:cNvPr>
          <p:cNvSpPr>
            <a:spLocks noGrp="1"/>
          </p:cNvSpPr>
          <p:nvPr/>
        </p:nvSpPr>
        <p:spPr>
          <a:xfrm>
            <a:off x="3742200" y="451500"/>
            <a:ext cx="0" cy="672000"/>
          </a:xfrm>
          <a:prstGeom prst="line">
            <a:avLst/>
          </a:prstGeom>
          <a:noFill/>
          <a:ln w="19050">
            <a:solidFill>
              <a:srgbClr val="2E5B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intro-title">
            <a:extLst>
              <a:ext uri="{FF2B5EF4-FFF2-40B4-BE49-F238E27FC236}">
                <a16:creationId xmlns:a16="http://schemas.microsoft.com/office/drawing/2014/main" id="{09381782-A03C-2421-A284-BDE83D242BA2}"/>
              </a:ext>
            </a:extLst>
          </p:cNvPr>
          <p:cNvSpPr>
            <a:spLocks noGrp="1"/>
          </p:cNvSpPr>
          <p:nvPr/>
        </p:nvSpPr>
        <p:spPr>
          <a:xfrm>
            <a:off x="3931537" y="532000"/>
            <a:ext cx="5178938" cy="5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1275" b="0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계면활성제</a:t>
            </a:r>
            <a:r>
              <a:rPr lang="en-US" altLang="ko-KR" sz="1275" b="0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-</a:t>
            </a:r>
            <a:r>
              <a:rPr lang="ko-KR" altLang="en-US" sz="1275" b="0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프리로 자극 부담 없이 </a:t>
            </a:r>
            <a:endParaRPr lang="en-US" altLang="ko-KR" sz="1275" b="0" dirty="0">
              <a:solidFill>
                <a:srgbClr val="26362F"/>
              </a:solidFill>
              <a:latin typeface="Paperlogy 5 Medium"/>
              <a:ea typeface="Paperlogy 5 Medium"/>
              <a:cs typeface="Paperlogy 5 Medium"/>
            </a:endParaRPr>
          </a:p>
          <a:p>
            <a:pPr algn="l">
              <a:lnSpc>
                <a:spcPct val="112000"/>
              </a:lnSpc>
              <a:buNone/>
              <a:defRPr sz="1275" b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1275" b="0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가볍게 발리고 산뜻하게 마무리되는 워터 크림</a:t>
            </a:r>
            <a:endParaRPr lang="en-US" altLang="ko-KR" sz="1275" b="0" dirty="0">
              <a:solidFill>
                <a:srgbClr val="26362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26" name="concept-band">
            <a:extLst>
              <a:ext uri="{FF2B5EF4-FFF2-40B4-BE49-F238E27FC236}">
                <a16:creationId xmlns:a16="http://schemas.microsoft.com/office/drawing/2014/main" id="{80483F6C-0475-3CE5-3DC4-9D25D77D1F41}"/>
              </a:ext>
            </a:extLst>
          </p:cNvPr>
          <p:cNvSpPr>
            <a:spLocks noGrp="1"/>
          </p:cNvSpPr>
          <p:nvPr/>
        </p:nvSpPr>
        <p:spPr>
          <a:xfrm>
            <a:off x="3441488" y="1343999"/>
            <a:ext cx="7150275" cy="3028825"/>
          </a:xfrm>
          <a:prstGeom prst="rect">
            <a:avLst/>
          </a:prstGeom>
          <a:solidFill>
            <a:srgbClr val="F0F3F4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concept-band-accent">
            <a:extLst>
              <a:ext uri="{FF2B5EF4-FFF2-40B4-BE49-F238E27FC236}">
                <a16:creationId xmlns:a16="http://schemas.microsoft.com/office/drawing/2014/main" id="{A9F54E91-F42C-D001-4779-188CCE8E5EE4}"/>
              </a:ext>
            </a:extLst>
          </p:cNvPr>
          <p:cNvSpPr>
            <a:spLocks noGrp="1"/>
          </p:cNvSpPr>
          <p:nvPr/>
        </p:nvSpPr>
        <p:spPr>
          <a:xfrm>
            <a:off x="3441488" y="1343999"/>
            <a:ext cx="83531" cy="3028825"/>
          </a:xfrm>
          <a:prstGeom prst="rect">
            <a:avLst/>
          </a:prstGeom>
          <a:solidFill>
            <a:srgbClr val="2E5B6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concept-title">
            <a:extLst>
              <a:ext uri="{FF2B5EF4-FFF2-40B4-BE49-F238E27FC236}">
                <a16:creationId xmlns:a16="http://schemas.microsoft.com/office/drawing/2014/main" id="{3C35C4A4-AF11-5909-F6A0-66F21BBEF80E}"/>
              </a:ext>
            </a:extLst>
          </p:cNvPr>
          <p:cNvSpPr>
            <a:spLocks noGrp="1"/>
          </p:cNvSpPr>
          <p:nvPr/>
        </p:nvSpPr>
        <p:spPr>
          <a:xfrm>
            <a:off x="3725494" y="1575000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en-US" altLang="ko-KR" sz="1800" b="0" dirty="0">
                <a:solidFill>
                  <a:srgbClr val="295965"/>
                </a:solidFill>
                <a:latin typeface="Paperlogy 7 Bold"/>
                <a:ea typeface="Paperlogy 7 Bold"/>
                <a:cs typeface="Paperlogy 7 Bold"/>
              </a:rPr>
              <a:t>100% </a:t>
            </a:r>
            <a:r>
              <a:rPr lang="ko-KR" altLang="en-US" sz="1800" b="0" dirty="0" err="1">
                <a:solidFill>
                  <a:srgbClr val="295965"/>
                </a:solidFill>
                <a:latin typeface="Paperlogy 7 Bold"/>
                <a:ea typeface="Paperlogy 7 Bold"/>
                <a:cs typeface="Paperlogy 7 Bold"/>
              </a:rPr>
              <a:t>무계면활성제</a:t>
            </a:r>
            <a:r>
              <a:rPr lang="ko-KR" altLang="en-US" dirty="0" err="1">
                <a:solidFill>
                  <a:srgbClr val="295965"/>
                </a:solidFill>
                <a:latin typeface="Paperlogy 7 Bold"/>
                <a:ea typeface="Paperlogy 7 Bold"/>
                <a:cs typeface="Paperlogy 7 Bold"/>
              </a:rPr>
              <a:t>로</a:t>
            </a:r>
            <a:r>
              <a:rPr lang="ko-KR" altLang="en-US" dirty="0">
                <a:solidFill>
                  <a:srgbClr val="295965"/>
                </a:solidFill>
                <a:latin typeface="Paperlogy 7 Bold"/>
                <a:ea typeface="Paperlogy 7 Bold"/>
                <a:cs typeface="Paperlogy 7 Bold"/>
              </a:rPr>
              <a:t> 가벼운 </a:t>
            </a:r>
            <a:r>
              <a:rPr lang="ko-KR" altLang="en-US" dirty="0" err="1">
                <a:solidFill>
                  <a:srgbClr val="295965"/>
                </a:solidFill>
                <a:latin typeface="Paperlogy 7 Bold"/>
                <a:ea typeface="Paperlogy 7 Bold"/>
                <a:cs typeface="Paperlogy 7 Bold"/>
              </a:rPr>
              <a:t>사용감</a:t>
            </a:r>
            <a:endParaRPr sz="1800" b="0" dirty="0">
              <a:solidFill>
                <a:srgbClr val="295965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29" name="concept-body">
            <a:extLst>
              <a:ext uri="{FF2B5EF4-FFF2-40B4-BE49-F238E27FC236}">
                <a16:creationId xmlns:a16="http://schemas.microsoft.com/office/drawing/2014/main" id="{70904B76-3131-7446-2833-F5DF23A7C0CD}"/>
              </a:ext>
            </a:extLst>
          </p:cNvPr>
          <p:cNvSpPr>
            <a:spLocks noGrp="1"/>
          </p:cNvSpPr>
          <p:nvPr/>
        </p:nvSpPr>
        <p:spPr>
          <a:xfrm>
            <a:off x="3725494" y="2047500"/>
            <a:ext cx="6298256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계면활성제를 배제하여 유분감이 무겁게 남지 않고 피부에 가볍게 펴 발립니다</a:t>
            </a:r>
            <a:r>
              <a:rPr lang="en-US" altLang="ko-KR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 </a:t>
            </a:r>
            <a:endParaRPr sz="1050" b="0" dirty="0">
              <a:solidFill>
                <a:srgbClr val="26362F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30" name="technology-section-title">
            <a:extLst>
              <a:ext uri="{FF2B5EF4-FFF2-40B4-BE49-F238E27FC236}">
                <a16:creationId xmlns:a16="http://schemas.microsoft.com/office/drawing/2014/main" id="{05C5D3C7-71F1-AE67-AD6C-36072F852C42}"/>
              </a:ext>
            </a:extLst>
          </p:cNvPr>
          <p:cNvSpPr>
            <a:spLocks noGrp="1"/>
          </p:cNvSpPr>
          <p:nvPr/>
        </p:nvSpPr>
        <p:spPr>
          <a:xfrm>
            <a:off x="3725494" y="4475580"/>
            <a:ext cx="3424781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125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rPr>
              <a:t>TECHNOLOGY &amp; MECHANISM</a:t>
            </a:r>
          </a:p>
        </p:txBody>
      </p:sp>
      <p:sp>
        <p:nvSpPr>
          <p:cNvPr id="63" name="profile-section-title">
            <a:extLst>
              <a:ext uri="{FF2B5EF4-FFF2-40B4-BE49-F238E27FC236}">
                <a16:creationId xmlns:a16="http://schemas.microsoft.com/office/drawing/2014/main" id="{7A43B66C-52C5-FB11-4177-3C89AB6287CC}"/>
              </a:ext>
            </a:extLst>
          </p:cNvPr>
          <p:cNvSpPr>
            <a:spLocks noGrp="1"/>
          </p:cNvSpPr>
          <p:nvPr/>
        </p:nvSpPr>
        <p:spPr>
          <a:xfrm>
            <a:off x="3725494" y="6215680"/>
            <a:ext cx="2088281" cy="2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13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130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rPr>
              <a:t>PRODUCT PROFILE</a:t>
            </a:r>
          </a:p>
        </p:txBody>
      </p:sp>
      <p:sp>
        <p:nvSpPr>
          <p:cNvPr id="66" name="footer-page">
            <a:extLst>
              <a:ext uri="{FF2B5EF4-FFF2-40B4-BE49-F238E27FC236}">
                <a16:creationId xmlns:a16="http://schemas.microsoft.com/office/drawing/2014/main" id="{260E5247-7E6B-AAFE-9BDD-3F38969AA8C8}"/>
              </a:ext>
            </a:extLst>
          </p:cNvPr>
          <p:cNvSpPr>
            <a:spLocks noGrp="1"/>
          </p:cNvSpPr>
          <p:nvPr/>
        </p:nvSpPr>
        <p:spPr>
          <a:xfrm>
            <a:off x="10244599" y="7293800"/>
            <a:ext cx="284006" cy="14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675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675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0</a:t>
            </a:r>
            <a:r>
              <a:rPr lang="en-US" sz="675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2</a:t>
            </a:r>
            <a:endParaRPr sz="675" b="0" dirty="0">
              <a:solidFill>
                <a:srgbClr val="315F4B"/>
              </a:solidFill>
              <a:latin typeface="Paperlogy 7 Bold"/>
              <a:ea typeface="Paperlogy 7 Bold"/>
              <a:cs typeface="Paperlogy 7 Bold"/>
            </a:endParaRPr>
          </a:p>
        </p:txBody>
      </p:sp>
      <p:graphicFrame>
        <p:nvGraphicFramePr>
          <p:cNvPr id="556" name="표 24"/>
          <p:cNvGraphicFramePr/>
          <p:nvPr>
            <p:extLst>
              <p:ext uri="{D42A27DB-BD31-4B8C-83A1-F6EECF244321}">
                <p14:modId xmlns:p14="http://schemas.microsoft.com/office/powerpoint/2010/main" val="2077744793"/>
              </p:ext>
            </p:extLst>
          </p:nvPr>
        </p:nvGraphicFramePr>
        <p:xfrm>
          <a:off x="3725493" y="6501279"/>
          <a:ext cx="6482026" cy="672000"/>
        </p:xfrm>
        <a:graphic>
          <a:graphicData uri="http://schemas.openxmlformats.org/drawingml/2006/table">
            <a:tbl>
              <a:tblPr/>
              <a:tblGrid>
                <a:gridCol w="3241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1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 dirty="0">
                          <a:solidFill>
                            <a:srgbClr val="FFFFFF"/>
                          </a:solidFill>
                          <a:latin typeface="Paperlogy 7 Bold"/>
                          <a:ea typeface="Paperlogy 7 Bold"/>
                          <a:cs typeface="Paperlogy 7 Bold"/>
                        </a:rPr>
                        <a:t>INGREDIENT</a:t>
                      </a:r>
                    </a:p>
                  </a:txBody>
                  <a:tcPr anchor="ctr">
                    <a:lnL w="12700">
                      <a:solidFill>
                        <a:srgbClr val="B4C3C4"/>
                      </a:solidFill>
                    </a:lnL>
                    <a:lnR w="12700">
                      <a:solidFill>
                        <a:srgbClr val="B4C3C4"/>
                      </a:solidFill>
                    </a:lnR>
                    <a:lnT w="12700">
                      <a:solidFill>
                        <a:srgbClr val="B4C3C4"/>
                      </a:solidFill>
                    </a:lnT>
                    <a:lnB w="12700">
                      <a:solidFill>
                        <a:srgbClr val="B4C3C4"/>
                      </a:solidFill>
                    </a:lnB>
                    <a:solidFill>
                      <a:srgbClr val="2E5B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u="none" dirty="0">
                          <a:solidFill>
                            <a:srgbClr val="FFFFFF"/>
                          </a:solidFill>
                          <a:latin typeface="Paperlogy 7 Bold"/>
                          <a:ea typeface="Paperlogy 7 Bold"/>
                          <a:cs typeface="Paperlogy 7 Bold"/>
                        </a:rPr>
                        <a:t>FINISH</a:t>
                      </a:r>
                      <a:endParaRPr sz="900" u="none" dirty="0">
                        <a:solidFill>
                          <a:srgbClr val="FFFFFF"/>
                        </a:solidFill>
                        <a:latin typeface="Paperlogy 7 Bold"/>
                        <a:ea typeface="Paperlogy 7 Bold"/>
                        <a:cs typeface="Paperlogy 7 Bold"/>
                      </a:endParaRPr>
                    </a:p>
                  </a:txBody>
                  <a:tcPr anchor="ctr">
                    <a:lnL w="12700">
                      <a:solidFill>
                        <a:srgbClr val="B4C3C4"/>
                      </a:solidFill>
                    </a:lnL>
                    <a:lnR w="12700">
                      <a:solidFill>
                        <a:srgbClr val="B4C3C4"/>
                      </a:solidFill>
                    </a:lnR>
                    <a:lnT w="12700">
                      <a:solidFill>
                        <a:srgbClr val="B4C3C4"/>
                      </a:solidFill>
                    </a:lnT>
                    <a:lnB w="12700">
                      <a:solidFill>
                        <a:srgbClr val="B4C3C4"/>
                      </a:solidFill>
                    </a:lnB>
                    <a:solidFill>
                      <a:srgbClr val="2E5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u="none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글리세릴</a:t>
                      </a:r>
                      <a:r>
                        <a:rPr lang="ko-KR" altLang="en-US" sz="900" u="none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lang="ko-KR" altLang="en-US" sz="900" u="none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글루코사이드</a:t>
                      </a:r>
                      <a:r>
                        <a:rPr lang="en-US" altLang="ko-KR" sz="900" u="none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, 10</a:t>
                      </a:r>
                      <a:r>
                        <a:rPr lang="ko-KR" altLang="en-US" sz="900" u="none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종 </a:t>
                      </a:r>
                      <a:r>
                        <a:rPr lang="ko-KR" altLang="en-US" sz="900" u="none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히알루론산</a:t>
                      </a:r>
                      <a:r>
                        <a:rPr lang="en-US" altLang="ko-KR" sz="900" u="none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,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900" u="none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아르간</a:t>
                      </a:r>
                      <a:r>
                        <a:rPr lang="ko-KR" altLang="en-US" sz="900" u="none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오일</a:t>
                      </a:r>
                      <a:r>
                        <a:rPr lang="en-US" altLang="ko-KR" sz="900" u="none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, </a:t>
                      </a:r>
                      <a:r>
                        <a:rPr lang="ko-KR" altLang="en-US" sz="900" u="none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부활초</a:t>
                      </a:r>
                      <a:r>
                        <a:rPr lang="en-US" altLang="ko-KR" sz="900" u="none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&amp;</a:t>
                      </a:r>
                      <a:r>
                        <a:rPr lang="ko-KR" altLang="en-US" sz="900" u="none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바오밥나무씨</a:t>
                      </a:r>
                      <a:r>
                        <a:rPr lang="ko-KR" altLang="en-US" sz="900" u="none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추출물</a:t>
                      </a:r>
                      <a:endParaRPr sz="900" u="none" dirty="0">
                        <a:solidFill>
                          <a:srgbClr val="26362F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 anchor="ctr">
                    <a:lnL w="12700">
                      <a:solidFill>
                        <a:srgbClr val="B4C3C4"/>
                      </a:solidFill>
                    </a:lnL>
                    <a:lnR w="12700">
                      <a:solidFill>
                        <a:srgbClr val="B4C3C4"/>
                      </a:solidFill>
                    </a:lnR>
                    <a:lnT w="12700">
                      <a:solidFill>
                        <a:srgbClr val="B4C3C4"/>
                      </a:solidFill>
                    </a:lnT>
                    <a:lnB w="12700">
                      <a:solidFill>
                        <a:srgbClr val="B4C3C4"/>
                      </a:solidFill>
                    </a:lnB>
                    <a:solidFill>
                      <a:srgbClr val="F0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u="none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끈적임 없이 산뜻하고 투명한 보습 마무리</a:t>
                      </a:r>
                      <a:endParaRPr sz="900" u="none" dirty="0">
                        <a:solidFill>
                          <a:srgbClr val="26362F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 anchor="ctr">
                    <a:lnL w="12700">
                      <a:solidFill>
                        <a:srgbClr val="B4C3C4"/>
                      </a:solidFill>
                    </a:lnL>
                    <a:lnR w="12700">
                      <a:solidFill>
                        <a:srgbClr val="B4C3C4"/>
                      </a:solidFill>
                    </a:lnR>
                    <a:lnT w="12700">
                      <a:solidFill>
                        <a:srgbClr val="B4C3C4"/>
                      </a:solidFill>
                    </a:lnT>
                    <a:lnB w="12700">
                      <a:solidFill>
                        <a:srgbClr val="B4C3C4"/>
                      </a:solidFill>
                    </a:lnB>
                    <a:solidFill>
                      <a:srgbClr val="F0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80" name="Hwahae icon"/>
          <p:cNvPicPr>
            <a:picLocks noChangeAspect="1"/>
          </p:cNvPicPr>
          <p:nvPr/>
        </p:nvPicPr>
        <p:blipFill>
          <a:blip r:embed="rId4"/>
          <a:srcRect l="33333" r="33333"/>
          <a:stretch/>
        </p:blipFill>
        <p:spPr>
          <a:xfrm>
            <a:off x="9706332" y="652332"/>
            <a:ext cx="434363" cy="434363"/>
          </a:xfrm>
          <a:prstGeom prst="rect">
            <a:avLst/>
          </a:prstGeom>
        </p:spPr>
      </p:pic>
      <p:pic>
        <p:nvPicPr>
          <p:cNvPr id="781" name="VEGAN icon"/>
          <p:cNvPicPr>
            <a:picLocks noChangeAspect="1"/>
          </p:cNvPicPr>
          <p:nvPr/>
        </p:nvPicPr>
        <p:blipFill>
          <a:blip r:embed="rId4"/>
          <a:srcRect l="66667"/>
          <a:stretch/>
        </p:blipFill>
        <p:spPr>
          <a:xfrm>
            <a:off x="10140695" y="652332"/>
            <a:ext cx="434362" cy="434363"/>
          </a:xfrm>
          <a:prstGeom prst="rect">
            <a:avLst/>
          </a:prstGeom>
        </p:spPr>
      </p:pic>
      <p:sp>
        <p:nvSpPr>
          <p:cNvPr id="520" name="pictogram-label-hwahae">
            <a:extLst>
              <a:ext uri="{FF2B5EF4-FFF2-40B4-BE49-F238E27FC236}">
                <a16:creationId xmlns:a16="http://schemas.microsoft.com/office/drawing/2014/main" id="{4514B66E-2404-C22F-D1C5-80598A575BE1}"/>
              </a:ext>
            </a:extLst>
          </p:cNvPr>
          <p:cNvSpPr>
            <a:spLocks noGrp="1"/>
          </p:cNvSpPr>
          <p:nvPr/>
        </p:nvSpPr>
        <p:spPr>
          <a:xfrm>
            <a:off x="9706331" y="1174014"/>
            <a:ext cx="434363" cy="12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rPr>
              <a:t>화해</a:t>
            </a:r>
          </a:p>
        </p:txBody>
      </p:sp>
      <p:sp>
        <p:nvSpPr>
          <p:cNvPr id="522" name="pictogram-label-vegan">
            <a:extLst>
              <a:ext uri="{FF2B5EF4-FFF2-40B4-BE49-F238E27FC236}">
                <a16:creationId xmlns:a16="http://schemas.microsoft.com/office/drawing/2014/main" id="{DE2F9DB4-C6A0-80A3-60B5-2448FF2D2B2A}"/>
              </a:ext>
            </a:extLst>
          </p:cNvPr>
          <p:cNvSpPr>
            <a:spLocks noGrp="1"/>
          </p:cNvSpPr>
          <p:nvPr/>
        </p:nvSpPr>
        <p:spPr>
          <a:xfrm>
            <a:off x="10140694" y="1174014"/>
            <a:ext cx="434363" cy="12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rPr>
              <a:t>VEGAN</a:t>
            </a:r>
          </a:p>
        </p:txBody>
      </p:sp>
      <p:sp>
        <p:nvSpPr>
          <p:cNvPr id="43" name="example-disclaimer">
            <a:extLst>
              <a:ext uri="{FF2B5EF4-FFF2-40B4-BE49-F238E27FC236}">
                <a16:creationId xmlns:a16="http://schemas.microsoft.com/office/drawing/2014/main" id="{D4841D69-3153-B2F8-ECE5-9F10AA932E38}"/>
              </a:ext>
            </a:extLst>
          </p:cNvPr>
          <p:cNvSpPr>
            <a:spLocks noGrp="1"/>
          </p:cNvSpPr>
          <p:nvPr/>
        </p:nvSpPr>
        <p:spPr>
          <a:xfrm>
            <a:off x="4833807" y="5993596"/>
            <a:ext cx="4605224" cy="13022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446" b="0">
                <a:solidFill>
                  <a:srgbClr val="66756D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700" dirty="0" err="1">
                <a:latin typeface="페이퍼로지 5 Medium"/>
                <a:ea typeface="페이퍼로지 5 Medium"/>
                <a:cs typeface="페이퍼로지 5 Medium"/>
              </a:rPr>
              <a:t>글리세릴글루코사이드로</a:t>
            </a:r>
            <a:r>
              <a:rPr lang="ko-KR" altLang="en-US" sz="700" dirty="0">
                <a:latin typeface="페이퍼로지 5 Medium"/>
                <a:ea typeface="페이퍼로지 5 Medium"/>
                <a:cs typeface="페이퍼로지 5 Medium"/>
              </a:rPr>
              <a:t> 수분 순환과 속보습을 케어하고</a:t>
            </a:r>
            <a:r>
              <a:rPr lang="en-US" altLang="ko-KR" sz="700" dirty="0">
                <a:latin typeface="페이퍼로지 5 Medium"/>
                <a:ea typeface="페이퍼로지 5 Medium"/>
                <a:cs typeface="페이퍼로지 5 Medium"/>
              </a:rPr>
              <a:t>, </a:t>
            </a:r>
            <a:r>
              <a:rPr lang="ko-KR" altLang="en-US" sz="700" dirty="0" err="1">
                <a:latin typeface="페이퍼로지 5 Medium"/>
                <a:ea typeface="페이퍼로지 5 Medium"/>
                <a:cs typeface="페이퍼로지 5 Medium"/>
              </a:rPr>
              <a:t>아르간</a:t>
            </a:r>
            <a:r>
              <a:rPr lang="ko-KR" altLang="en-US" sz="700" dirty="0">
                <a:latin typeface="페이퍼로지 5 Medium"/>
                <a:ea typeface="페이퍼로지 5 Medium"/>
                <a:cs typeface="페이퍼로지 5 Medium"/>
              </a:rPr>
              <a:t> 오일과</a:t>
            </a:r>
            <a:r>
              <a:rPr lang="en-US" altLang="ko-KR" sz="700" dirty="0">
                <a:latin typeface="페이퍼로지 5 Medium"/>
                <a:ea typeface="페이퍼로지 5 Medium"/>
                <a:cs typeface="페이퍼로지 5 Medium"/>
              </a:rPr>
              <a:t> 10</a:t>
            </a:r>
            <a:r>
              <a:rPr lang="ko-KR" altLang="en-US" sz="700" dirty="0">
                <a:latin typeface="페이퍼로지 5 Medium"/>
                <a:ea typeface="페이퍼로지 5 Medium"/>
                <a:cs typeface="페이퍼로지 5 Medium"/>
              </a:rPr>
              <a:t>종 </a:t>
            </a:r>
            <a:r>
              <a:rPr lang="ko-KR" altLang="en-US" sz="700" dirty="0" err="1">
                <a:latin typeface="페이퍼로지 5 Medium"/>
                <a:ea typeface="페이퍼로지 5 Medium"/>
                <a:cs typeface="페이퍼로지 5 Medium"/>
              </a:rPr>
              <a:t>히알루론산이</a:t>
            </a:r>
            <a:r>
              <a:rPr lang="ko-KR" altLang="en-US" sz="700" dirty="0">
                <a:latin typeface="페이퍼로지 5 Medium"/>
                <a:ea typeface="페이퍼로지 5 Medium"/>
                <a:cs typeface="페이퍼로지 5 Medium"/>
              </a:rPr>
              <a:t> 이중으로 피부 장벽을 보호합니다</a:t>
            </a:r>
            <a:r>
              <a:rPr lang="en-US" altLang="ko-KR" sz="700" dirty="0">
                <a:latin typeface="페이퍼로지 5 Medium"/>
                <a:ea typeface="페이퍼로지 5 Medium"/>
                <a:cs typeface="페이퍼로지 5 Medium"/>
              </a:rPr>
              <a:t>.</a:t>
            </a:r>
          </a:p>
        </p:txBody>
      </p:sp>
      <p:sp>
        <p:nvSpPr>
          <p:cNvPr id="779" name="technology-section-rule">
            <a:extLst>
              <a:ext uri="{FF2B5EF4-FFF2-40B4-BE49-F238E27FC236}">
                <a16:creationId xmlns:a16="http://schemas.microsoft.com/office/drawing/2014/main" id="{BE0D7824-9946-66A9-A948-1D6363B60E63}"/>
              </a:ext>
            </a:extLst>
          </p:cNvPr>
          <p:cNvSpPr>
            <a:spLocks noGrp="1"/>
          </p:cNvSpPr>
          <p:nvPr/>
        </p:nvSpPr>
        <p:spPr>
          <a:xfrm>
            <a:off x="3714750" y="4733515"/>
            <a:ext cx="6486525" cy="0"/>
          </a:xfrm>
          <a:prstGeom prst="line">
            <a:avLst/>
          </a:prstGeom>
          <a:noFill/>
          <a:ln w="5239">
            <a:solidFill>
              <a:srgbClr val="B4C3C4"/>
            </a:solidFill>
            <a:prstDash val="solid"/>
          </a:ln>
        </p:spPr>
        <p:txBody>
          <a:bodyPr/>
          <a:lstStyle/>
          <a:p>
            <a:endParaRPr sz="600"/>
          </a:p>
        </p:txBody>
      </p:sp>
      <p:sp>
        <p:nvSpPr>
          <p:cNvPr id="8" name="concept-title">
            <a:extLst>
              <a:ext uri="{FF2B5EF4-FFF2-40B4-BE49-F238E27FC236}">
                <a16:creationId xmlns:a16="http://schemas.microsoft.com/office/drawing/2014/main" id="{551BCD92-5EB1-DAB1-2A1D-F5FBD1BFD4FB}"/>
              </a:ext>
            </a:extLst>
          </p:cNvPr>
          <p:cNvSpPr>
            <a:spLocks noGrp="1"/>
          </p:cNvSpPr>
          <p:nvPr/>
        </p:nvSpPr>
        <p:spPr>
          <a:xfrm>
            <a:off x="3725495" y="2506697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1800" b="0" dirty="0">
                <a:solidFill>
                  <a:srgbClr val="295965"/>
                </a:solidFill>
                <a:latin typeface="Paperlogy 7 Bold"/>
                <a:ea typeface="Paperlogy 7 Bold"/>
                <a:cs typeface="Paperlogy 7 Bold"/>
              </a:rPr>
              <a:t>수분 통로 </a:t>
            </a:r>
            <a:r>
              <a:rPr lang="ko-KR" altLang="en-US" sz="1800" b="0" dirty="0" err="1">
                <a:solidFill>
                  <a:srgbClr val="295965"/>
                </a:solidFill>
                <a:latin typeface="Paperlogy 7 Bold"/>
                <a:ea typeface="Paperlogy 7 Bold"/>
                <a:cs typeface="Paperlogy 7 Bold"/>
              </a:rPr>
              <a:t>아쿠아포린</a:t>
            </a:r>
            <a:r>
              <a:rPr lang="en-US" altLang="ko-KR" sz="1800" b="0" dirty="0">
                <a:solidFill>
                  <a:srgbClr val="295965"/>
                </a:solidFill>
                <a:latin typeface="Paperlogy 7 Bold"/>
                <a:ea typeface="Paperlogy 7 Bold"/>
                <a:cs typeface="Paperlogy 7 Bold"/>
              </a:rPr>
              <a:t>-3 </a:t>
            </a:r>
            <a:r>
              <a:rPr lang="ko-KR" altLang="en-US" sz="1800" b="0" dirty="0">
                <a:solidFill>
                  <a:srgbClr val="295965"/>
                </a:solidFill>
                <a:latin typeface="Paperlogy 7 Bold"/>
                <a:ea typeface="Paperlogy 7 Bold"/>
                <a:cs typeface="Paperlogy 7 Bold"/>
              </a:rPr>
              <a:t>활성화</a:t>
            </a:r>
            <a:endParaRPr sz="1800" b="0" dirty="0">
              <a:solidFill>
                <a:srgbClr val="295965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42" name="concept-body">
            <a:extLst>
              <a:ext uri="{FF2B5EF4-FFF2-40B4-BE49-F238E27FC236}">
                <a16:creationId xmlns:a16="http://schemas.microsoft.com/office/drawing/2014/main" id="{8C54A9B0-4C29-F0FB-369C-5E60DC484FC4}"/>
              </a:ext>
            </a:extLst>
          </p:cNvPr>
          <p:cNvSpPr>
            <a:spLocks noGrp="1"/>
          </p:cNvSpPr>
          <p:nvPr/>
        </p:nvSpPr>
        <p:spPr>
          <a:xfrm>
            <a:off x="3725495" y="2979197"/>
            <a:ext cx="6298256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10000"/>
              </a:lnSpc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1050" b="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글리세릴</a:t>
            </a:r>
            <a:r>
              <a:rPr lang="ko-KR" altLang="en-US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ko-KR" altLang="en-US" sz="1050" b="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글루코사이드가</a:t>
            </a:r>
            <a:r>
              <a:rPr lang="ko-KR" altLang="en-US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ko-KR" altLang="en-US" sz="1050" b="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아쿠아포린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-3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생성을 도와 수분과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글리세롤이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피부 깊숙한 곳까지 순환하도록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돕습니다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</a:t>
            </a:r>
            <a:endParaRPr sz="1050" b="0" dirty="0">
              <a:solidFill>
                <a:srgbClr val="26362F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46" name="concept-title">
            <a:extLst>
              <a:ext uri="{FF2B5EF4-FFF2-40B4-BE49-F238E27FC236}">
                <a16:creationId xmlns:a16="http://schemas.microsoft.com/office/drawing/2014/main" id="{1A017F21-69E6-6A09-2625-2714F98AE600}"/>
              </a:ext>
            </a:extLst>
          </p:cNvPr>
          <p:cNvSpPr>
            <a:spLocks noGrp="1"/>
          </p:cNvSpPr>
          <p:nvPr/>
        </p:nvSpPr>
        <p:spPr>
          <a:xfrm>
            <a:off x="3725496" y="3484248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1800" b="0" dirty="0">
                <a:solidFill>
                  <a:srgbClr val="295965"/>
                </a:solidFill>
                <a:latin typeface="Paperlogy 7 Bold"/>
                <a:ea typeface="Paperlogy 7 Bold"/>
                <a:cs typeface="Paperlogy 7 Bold"/>
              </a:rPr>
              <a:t>수분은 지키고</a:t>
            </a:r>
            <a:r>
              <a:rPr lang="en-US" altLang="ko-KR" sz="1800" b="0" dirty="0">
                <a:solidFill>
                  <a:srgbClr val="295965"/>
                </a:solidFill>
                <a:latin typeface="Paperlogy 7 Bold"/>
                <a:ea typeface="Paperlogy 7 Bold"/>
                <a:cs typeface="Paperlogy 7 Bold"/>
              </a:rPr>
              <a:t>, </a:t>
            </a:r>
            <a:r>
              <a:rPr lang="ko-KR" altLang="en-US" sz="1800" b="0" dirty="0">
                <a:solidFill>
                  <a:srgbClr val="295965"/>
                </a:solidFill>
                <a:latin typeface="Paperlogy 7 Bold"/>
                <a:ea typeface="Paperlogy 7 Bold"/>
                <a:cs typeface="Paperlogy 7 Bold"/>
              </a:rPr>
              <a:t>마무리는 산뜻하게</a:t>
            </a:r>
            <a:endParaRPr sz="1800" b="0" dirty="0">
              <a:solidFill>
                <a:srgbClr val="295965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49" name="concept-body">
            <a:extLst>
              <a:ext uri="{FF2B5EF4-FFF2-40B4-BE49-F238E27FC236}">
                <a16:creationId xmlns:a16="http://schemas.microsoft.com/office/drawing/2014/main" id="{8F152049-A1F5-AF44-980E-925F053FE8FC}"/>
              </a:ext>
            </a:extLst>
          </p:cNvPr>
          <p:cNvSpPr>
            <a:spLocks noGrp="1"/>
          </p:cNvSpPr>
          <p:nvPr/>
        </p:nvSpPr>
        <p:spPr>
          <a:xfrm>
            <a:off x="3725496" y="3956748"/>
            <a:ext cx="6298256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10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종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히알루론산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복합체가 피부에 수분을 채워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속당김을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덜어주고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, 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번들거림 없이 편안하게 마무리됩니다</a:t>
            </a:r>
            <a:r>
              <a:rPr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 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5C76B51-F852-5FE9-475A-5E0F3A6499A9}"/>
              </a:ext>
            </a:extLst>
          </p:cNvPr>
          <p:cNvGrpSpPr/>
          <p:nvPr/>
        </p:nvGrpSpPr>
        <p:grpSpPr>
          <a:xfrm>
            <a:off x="4644520" y="4840694"/>
            <a:ext cx="4546047" cy="1065681"/>
            <a:chOff x="6407433" y="4018308"/>
            <a:chExt cx="7638902" cy="1790705"/>
          </a:xfrm>
        </p:grpSpPr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79451413-2DCE-FCA6-E529-E3C633CEB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25498" y="4476865"/>
              <a:ext cx="2255209" cy="1332147"/>
            </a:xfrm>
            <a:prstGeom prst="rect">
              <a:avLst/>
            </a:prstGeom>
          </p:spPr>
        </p:pic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8A40B6AE-C27E-2B60-3CDD-24FDBC721C4C}"/>
                </a:ext>
              </a:extLst>
            </p:cNvPr>
            <p:cNvGrpSpPr/>
            <p:nvPr/>
          </p:nvGrpSpPr>
          <p:grpSpPr>
            <a:xfrm>
              <a:off x="8917238" y="4289754"/>
              <a:ext cx="4973773" cy="1519259"/>
              <a:chOff x="8917238" y="4289754"/>
              <a:chExt cx="4973773" cy="1519259"/>
            </a:xfrm>
          </p:grpSpPr>
          <p:pic>
            <p:nvPicPr>
              <p:cNvPr id="59" name="그림 58">
                <a:extLst>
                  <a:ext uri="{FF2B5EF4-FFF2-40B4-BE49-F238E27FC236}">
                    <a16:creationId xmlns:a16="http://schemas.microsoft.com/office/drawing/2014/main" id="{D70A638F-686B-3E46-5484-CD9BAE25A3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195921" y="4389943"/>
                <a:ext cx="2695090" cy="1419070"/>
              </a:xfrm>
              <a:prstGeom prst="rect">
                <a:avLst/>
              </a:prstGeom>
            </p:spPr>
          </p:pic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98869F9C-3ECC-A0DC-5A42-0F11902110E6}"/>
                  </a:ext>
                </a:extLst>
              </p:cNvPr>
              <p:cNvSpPr/>
              <p:nvPr/>
            </p:nvSpPr>
            <p:spPr>
              <a:xfrm>
                <a:off x="8917238" y="4289754"/>
                <a:ext cx="447741" cy="46140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3968BE9-7B42-A206-7FBA-6E235D41ABD0}"/>
                </a:ext>
              </a:extLst>
            </p:cNvPr>
            <p:cNvSpPr txBox="1"/>
            <p:nvPr/>
          </p:nvSpPr>
          <p:spPr>
            <a:xfrm>
              <a:off x="6986564" y="4018308"/>
              <a:ext cx="1323175" cy="491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50" dirty="0">
                  <a:latin typeface="페이퍼로지 6 SemiBold" pitchFamily="2" charset="-127"/>
                  <a:ea typeface="페이퍼로지 6 SemiBold" pitchFamily="2" charset="-127"/>
                  <a:cs typeface="Microsoft GothicNeo Light" panose="020B0300000101010101" pitchFamily="50" charset="-127"/>
                </a:rPr>
                <a:t>일반 유화 크림</a:t>
              </a:r>
              <a:endParaRPr lang="en-US" altLang="ko-KR" sz="650" dirty="0">
                <a:latin typeface="페이퍼로지 6 SemiBold" pitchFamily="2" charset="-127"/>
                <a:ea typeface="페이퍼로지 6 SemiBold" pitchFamily="2" charset="-127"/>
                <a:cs typeface="Microsoft GothicNeo Light" panose="020B0300000101010101" pitchFamily="50" charset="-127"/>
              </a:endParaRPr>
            </a:p>
            <a:p>
              <a:pPr algn="ctr"/>
              <a:r>
                <a:rPr lang="en-US" altLang="ko-KR" sz="650" dirty="0">
                  <a:latin typeface="페이퍼로지 6 SemiBold" pitchFamily="2" charset="-127"/>
                  <a:ea typeface="페이퍼로지 6 SemiBold" pitchFamily="2" charset="-127"/>
                  <a:cs typeface="Microsoft GothicNeo Light" panose="020B0300000101010101" pitchFamily="50" charset="-127"/>
                </a:rPr>
                <a:t>(</a:t>
              </a:r>
              <a:r>
                <a:rPr lang="ko-KR" altLang="en-US" sz="650" dirty="0">
                  <a:latin typeface="페이퍼로지 6 SemiBold" pitchFamily="2" charset="-127"/>
                  <a:ea typeface="페이퍼로지 6 SemiBold" pitchFamily="2" charset="-127"/>
                  <a:cs typeface="Microsoft GothicNeo Light" panose="020B0300000101010101" pitchFamily="50" charset="-127"/>
                </a:rPr>
                <a:t>계면활성제 함유</a:t>
              </a:r>
              <a:r>
                <a:rPr lang="en-US" altLang="ko-KR" sz="650" dirty="0">
                  <a:latin typeface="페이퍼로지 6 SemiBold" pitchFamily="2" charset="-127"/>
                  <a:ea typeface="페이퍼로지 6 SemiBold" pitchFamily="2" charset="-127"/>
                  <a:cs typeface="Microsoft GothicNeo Light" panose="020B0300000101010101" pitchFamily="50" charset="-127"/>
                </a:rPr>
                <a:t>)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5B1F537-7541-078D-0DAC-7621440DEAAF}"/>
                </a:ext>
              </a:extLst>
            </p:cNvPr>
            <p:cNvSpPr txBox="1"/>
            <p:nvPr/>
          </p:nvSpPr>
          <p:spPr>
            <a:xfrm>
              <a:off x="11302952" y="4024547"/>
              <a:ext cx="1913880" cy="491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50" dirty="0">
                  <a:latin typeface="페이퍼로지 6 SemiBold" pitchFamily="2" charset="-127"/>
                  <a:ea typeface="페이퍼로지 6 SemiBold" pitchFamily="2" charset="-127"/>
                  <a:cs typeface="Microsoft GothicNeo Light" panose="020B0300000101010101" pitchFamily="50" charset="-127"/>
                </a:rPr>
                <a:t>더블 </a:t>
              </a:r>
              <a:r>
                <a:rPr lang="ko-KR" altLang="en-US" sz="650" dirty="0" err="1">
                  <a:latin typeface="페이퍼로지 6 SemiBold" pitchFamily="2" charset="-127"/>
                  <a:ea typeface="페이퍼로지 6 SemiBold" pitchFamily="2" charset="-127"/>
                  <a:cs typeface="Microsoft GothicNeo Light" panose="020B0300000101010101" pitchFamily="50" charset="-127"/>
                </a:rPr>
                <a:t>레이어드</a:t>
              </a:r>
              <a:r>
                <a:rPr lang="ko-KR" altLang="en-US" sz="650" dirty="0">
                  <a:latin typeface="페이퍼로지 6 SemiBold" pitchFamily="2" charset="-127"/>
                  <a:ea typeface="페이퍼로지 6 SemiBold" pitchFamily="2" charset="-127"/>
                  <a:cs typeface="Microsoft GothicNeo Light" panose="020B0300000101010101" pitchFamily="50" charset="-127"/>
                </a:rPr>
                <a:t> 워터 크림</a:t>
              </a:r>
              <a:endParaRPr lang="en-US" altLang="ko-KR" sz="650" dirty="0">
                <a:latin typeface="페이퍼로지 6 SemiBold" pitchFamily="2" charset="-127"/>
                <a:ea typeface="페이퍼로지 6 SemiBold" pitchFamily="2" charset="-127"/>
                <a:cs typeface="Microsoft GothicNeo Light" panose="020B0300000101010101" pitchFamily="50" charset="-127"/>
              </a:endParaRPr>
            </a:p>
            <a:p>
              <a:pPr algn="ctr"/>
              <a:r>
                <a:rPr lang="en-US" altLang="ko-KR" sz="650" dirty="0">
                  <a:latin typeface="페이퍼로지 6 SemiBold" pitchFamily="2" charset="-127"/>
                  <a:ea typeface="페이퍼로지 6 SemiBold" pitchFamily="2" charset="-127"/>
                  <a:cs typeface="Microsoft GothicNeo Light" panose="020B0300000101010101" pitchFamily="50" charset="-127"/>
                </a:rPr>
                <a:t>(</a:t>
              </a:r>
              <a:r>
                <a:rPr lang="ko-KR" altLang="en-US" sz="650" dirty="0">
                  <a:latin typeface="페이퍼로지 6 SemiBold" pitchFamily="2" charset="-127"/>
                  <a:ea typeface="페이퍼로지 6 SemiBold" pitchFamily="2" charset="-127"/>
                  <a:cs typeface="Microsoft GothicNeo Light" panose="020B0300000101010101" pitchFamily="50" charset="-127"/>
                </a:rPr>
                <a:t>계면활성제 </a:t>
              </a:r>
              <a:r>
                <a:rPr lang="ko-KR" altLang="en-US" sz="650" dirty="0" err="1">
                  <a:latin typeface="페이퍼로지 6 SemiBold" pitchFamily="2" charset="-127"/>
                  <a:ea typeface="페이퍼로지 6 SemiBold" pitchFamily="2" charset="-127"/>
                  <a:cs typeface="Microsoft GothicNeo Light" panose="020B0300000101010101" pitchFamily="50" charset="-127"/>
                </a:rPr>
                <a:t>미함유</a:t>
              </a:r>
              <a:r>
                <a:rPr lang="en-US" altLang="ko-KR" sz="650" dirty="0">
                  <a:latin typeface="페이퍼로지 6 SemiBold" pitchFamily="2" charset="-127"/>
                  <a:ea typeface="페이퍼로지 6 SemiBold" pitchFamily="2" charset="-127"/>
                  <a:cs typeface="Microsoft GothicNeo Light" panose="020B0300000101010101" pitchFamily="50" charset="-127"/>
                </a:rPr>
                <a:t>)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EA495E9-BBB1-5307-E11F-49B58FCB29CF}"/>
                </a:ext>
              </a:extLst>
            </p:cNvPr>
            <p:cNvSpPr txBox="1"/>
            <p:nvPr/>
          </p:nvSpPr>
          <p:spPr>
            <a:xfrm>
              <a:off x="6407433" y="4565288"/>
              <a:ext cx="849395" cy="3708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417" dirty="0">
                  <a:latin typeface="페이퍼로지 5 Medium" pitchFamily="2" charset="-127"/>
                  <a:ea typeface="페이퍼로지 5 Medium" pitchFamily="2" charset="-127"/>
                  <a:cs typeface="Microsoft GothicNeo Light" panose="020B0300000101010101" pitchFamily="50" charset="-127"/>
                </a:rPr>
                <a:t>계면활성제를 이용한 유화</a:t>
              </a:r>
              <a:endParaRPr lang="en-US" altLang="ko-KR" sz="417" dirty="0">
                <a:latin typeface="페이퍼로지 5 Medium" pitchFamily="2" charset="-127"/>
                <a:ea typeface="페이퍼로지 5 Medium" pitchFamily="2" charset="-127"/>
                <a:cs typeface="Microsoft GothicNeo Light" panose="020B0300000101010101" pitchFamily="50" charset="-12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D8A3C35-607F-F271-733F-8C95D198F874}"/>
                </a:ext>
              </a:extLst>
            </p:cNvPr>
            <p:cNvSpPr txBox="1"/>
            <p:nvPr/>
          </p:nvSpPr>
          <p:spPr>
            <a:xfrm>
              <a:off x="7963577" y="4636651"/>
              <a:ext cx="64771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417" dirty="0">
                  <a:latin typeface="페이퍼로지 4 Regular" pitchFamily="2" charset="-127"/>
                  <a:ea typeface="페이퍼로지 4 Regular" pitchFamily="2" charset="-127"/>
                  <a:cs typeface="Microsoft GothicNeo Light" panose="020B0300000101010101" pitchFamily="50" charset="-127"/>
                </a:rPr>
                <a:t>수분손실</a:t>
              </a:r>
              <a:endParaRPr lang="en-US" altLang="ko-KR" sz="417" dirty="0"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endParaRPr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D7C7B9EA-5B94-5E2D-7149-6F0C58197481}"/>
                </a:ext>
              </a:extLst>
            </p:cNvPr>
            <p:cNvGrpSpPr/>
            <p:nvPr/>
          </p:nvGrpSpPr>
          <p:grpSpPr>
            <a:xfrm rot="414595">
              <a:off x="8070234" y="4823301"/>
              <a:ext cx="276954" cy="211580"/>
              <a:chOff x="11689733" y="3290011"/>
              <a:chExt cx="276954" cy="211580"/>
            </a:xfrm>
          </p:grpSpPr>
          <p:cxnSp>
            <p:nvCxnSpPr>
              <p:cNvPr id="57" name="연결선: 구부러짐 56">
                <a:extLst>
                  <a:ext uri="{FF2B5EF4-FFF2-40B4-BE49-F238E27FC236}">
                    <a16:creationId xmlns:a16="http://schemas.microsoft.com/office/drawing/2014/main" id="{09C8FDC1-69B5-FDDF-4E26-3417A80A8D88}"/>
                  </a:ext>
                </a:extLst>
              </p:cNvPr>
              <p:cNvCxnSpPr>
                <a:cxnSpLocks/>
              </p:cNvCxnSpPr>
              <p:nvPr/>
            </p:nvCxnSpPr>
            <p:spPr>
              <a:xfrm rot="3246413" flipH="1" flipV="1">
                <a:off x="11676497" y="3311122"/>
                <a:ext cx="203705" cy="177234"/>
              </a:xfrm>
              <a:prstGeom prst="curvedConnector3">
                <a:avLst>
                  <a:gd name="adj1" fmla="val 50000"/>
                </a:avLst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연결선: 구부러짐 57">
                <a:extLst>
                  <a:ext uri="{FF2B5EF4-FFF2-40B4-BE49-F238E27FC236}">
                    <a16:creationId xmlns:a16="http://schemas.microsoft.com/office/drawing/2014/main" id="{7A90A75D-9605-3C23-908A-F9459E0393D7}"/>
                  </a:ext>
                </a:extLst>
              </p:cNvPr>
              <p:cNvCxnSpPr>
                <a:cxnSpLocks/>
              </p:cNvCxnSpPr>
              <p:nvPr/>
            </p:nvCxnSpPr>
            <p:spPr>
              <a:xfrm rot="3246413" flipH="1" flipV="1">
                <a:off x="11776217" y="3303247"/>
                <a:ext cx="203705" cy="177234"/>
              </a:xfrm>
              <a:prstGeom prst="curvedConnector3">
                <a:avLst>
                  <a:gd name="adj1" fmla="val 50000"/>
                </a:avLst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0112CCB-83B5-0C2A-5DDA-97B4D1E692D5}"/>
                </a:ext>
              </a:extLst>
            </p:cNvPr>
            <p:cNvSpPr txBox="1"/>
            <p:nvPr/>
          </p:nvSpPr>
          <p:spPr>
            <a:xfrm>
              <a:off x="7742320" y="4984501"/>
              <a:ext cx="64771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417">
                  <a:latin typeface="페이퍼로지 4 Regular" pitchFamily="2" charset="-127"/>
                  <a:ea typeface="페이퍼로지 4 Regular" pitchFamily="2" charset="-127"/>
                  <a:cs typeface="Microsoft GothicNeo Light" panose="020B0300000101010101" pitchFamily="50" charset="-127"/>
                </a:rPr>
                <a:t>장벽손상</a:t>
              </a:r>
              <a:endParaRPr lang="en-US" altLang="ko-KR" sz="417" dirty="0"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7DD8E31-9872-D004-26C2-8D24B55F3494}"/>
                </a:ext>
              </a:extLst>
            </p:cNvPr>
            <p:cNvSpPr txBox="1"/>
            <p:nvPr/>
          </p:nvSpPr>
          <p:spPr>
            <a:xfrm>
              <a:off x="12764480" y="4541660"/>
              <a:ext cx="769632" cy="3708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417" dirty="0">
                  <a:latin typeface="페이퍼로지 5 Medium" pitchFamily="2" charset="-127"/>
                  <a:ea typeface="페이퍼로지 5 Medium" pitchFamily="2" charset="-127"/>
                  <a:cs typeface="Microsoft GothicNeo Light" panose="020B0300000101010101" pitchFamily="50" charset="-127"/>
                </a:rPr>
                <a:t>겔 네트워크 오일 안정화</a:t>
              </a:r>
              <a:endParaRPr lang="en-US" altLang="ko-KR" sz="417" dirty="0">
                <a:latin typeface="페이퍼로지 5 Medium" pitchFamily="2" charset="-127"/>
                <a:ea typeface="페이퍼로지 5 Medium" pitchFamily="2" charset="-127"/>
                <a:cs typeface="Microsoft GothicNeo Light" panose="020B0300000101010101" pitchFamily="50" charset="-127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1F80090-4845-8FB8-46D2-1F986641B3B5}"/>
                </a:ext>
              </a:extLst>
            </p:cNvPr>
            <p:cNvSpPr txBox="1"/>
            <p:nvPr/>
          </p:nvSpPr>
          <p:spPr>
            <a:xfrm>
              <a:off x="13006247" y="4909123"/>
              <a:ext cx="1040088" cy="307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417" dirty="0">
                  <a:latin typeface="페이퍼로지 5 Medium" pitchFamily="2" charset="-127"/>
                  <a:ea typeface="페이퍼로지 5 Medium" pitchFamily="2" charset="-127"/>
                  <a:cs typeface="Microsoft GothicNeo Light" panose="020B0300000101010101" pitchFamily="50" charset="-127"/>
                </a:rPr>
                <a:t>건강한 지질 및 수분 장벽</a:t>
              </a:r>
              <a:r>
                <a:rPr lang="en-US" altLang="ko-KR" sz="417" dirty="0">
                  <a:latin typeface="페이퍼로지 5 Medium" pitchFamily="2" charset="-127"/>
                  <a:ea typeface="페이퍼로지 5 Medium" pitchFamily="2" charset="-127"/>
                  <a:cs typeface="Microsoft GothicNeo Light" panose="020B0300000101010101" pitchFamily="50" charset="-127"/>
                </a:rPr>
                <a:t>(</a:t>
              </a:r>
              <a:r>
                <a:rPr lang="ko-KR" altLang="en-US" sz="417" dirty="0">
                  <a:latin typeface="페이퍼로지 5 Medium" pitchFamily="2" charset="-127"/>
                  <a:ea typeface="페이퍼로지 5 Medium" pitchFamily="2" charset="-127"/>
                  <a:cs typeface="Microsoft GothicNeo Light" panose="020B0300000101010101" pitchFamily="50" charset="-127"/>
                </a:rPr>
                <a:t>더블 </a:t>
              </a:r>
              <a:r>
                <a:rPr lang="ko-KR" altLang="en-US" sz="417" dirty="0" err="1">
                  <a:latin typeface="페이퍼로지 5 Medium" pitchFamily="2" charset="-127"/>
                  <a:ea typeface="페이퍼로지 5 Medium" pitchFamily="2" charset="-127"/>
                  <a:cs typeface="Microsoft GothicNeo Light" panose="020B0300000101010101" pitchFamily="50" charset="-127"/>
                </a:rPr>
                <a:t>레이어드</a:t>
              </a:r>
              <a:r>
                <a:rPr lang="en-US" altLang="ko-KR" sz="417" dirty="0">
                  <a:latin typeface="페이퍼로지 5 Medium" pitchFamily="2" charset="-127"/>
                  <a:ea typeface="페이퍼로지 5 Medium" pitchFamily="2" charset="-127"/>
                  <a:cs typeface="Microsoft GothicNeo Light" panose="020B0300000101010101" pitchFamily="50" charset="-127"/>
                </a:rPr>
                <a:t>)</a:t>
              </a: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E7E3D126-7E9D-AF55-A815-9D5299AF5D99}"/>
              </a:ext>
            </a:extLst>
          </p:cNvPr>
          <p:cNvSpPr/>
          <p:nvPr/>
        </p:nvSpPr>
        <p:spPr>
          <a:xfrm>
            <a:off x="7094930" y="5048336"/>
            <a:ext cx="567817" cy="2734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700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D6EAF-1819-7767-73A6-68E24A686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그림 67">
            <a:extLst>
              <a:ext uri="{FF2B5EF4-FFF2-40B4-BE49-F238E27FC236}">
                <a16:creationId xmlns:a16="http://schemas.microsoft.com/office/drawing/2014/main" id="{ADDA1EAB-D53B-D249-9984-14E92F276454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79" y="109345"/>
            <a:ext cx="3335165" cy="7341310"/>
          </a:xfrm>
          <a:prstGeom prst="rect">
            <a:avLst/>
          </a:prstGeom>
        </p:spPr>
      </p:pic>
      <p:sp>
        <p:nvSpPr>
          <p:cNvPr id="79" name="left-title-panel">
            <a:extLst>
              <a:ext uri="{FF2B5EF4-FFF2-40B4-BE49-F238E27FC236}">
                <a16:creationId xmlns:a16="http://schemas.microsoft.com/office/drawing/2014/main" id="{F635BC89-2E49-D988-ACBE-36F5DF19B60D}"/>
              </a:ext>
            </a:extLst>
          </p:cNvPr>
          <p:cNvSpPr>
            <a:spLocks noGrp="1"/>
          </p:cNvSpPr>
          <p:nvPr/>
        </p:nvSpPr>
        <p:spPr>
          <a:xfrm>
            <a:off x="250594" y="294001"/>
            <a:ext cx="2923594" cy="1848000"/>
          </a:xfrm>
          <a:prstGeom prst="rect">
            <a:avLst/>
          </a:prstGeom>
          <a:solidFill>
            <a:srgbClr val="F8F0F1"/>
          </a:solidFill>
          <a:ln w="8400">
            <a:solidFill>
              <a:srgbClr val="C9ADB4"/>
            </a:solidFill>
            <a:prstDash val="solid"/>
          </a:ln>
        </p:spPr>
        <p:txBody>
          <a:bodyPr/>
          <a:lstStyle/>
          <a:p>
            <a:endParaRPr sz="1800" dirty="0"/>
          </a:p>
        </p:txBody>
      </p:sp>
      <p:sp>
        <p:nvSpPr>
          <p:cNvPr id="81" name="left-info-outline">
            <a:extLst>
              <a:ext uri="{FF2B5EF4-FFF2-40B4-BE49-F238E27FC236}">
                <a16:creationId xmlns:a16="http://schemas.microsoft.com/office/drawing/2014/main" id="{1CF94C37-1B67-BB42-668F-E98114AF8A62}"/>
              </a:ext>
            </a:extLst>
          </p:cNvPr>
          <p:cNvSpPr>
            <a:spLocks noGrp="1"/>
          </p:cNvSpPr>
          <p:nvPr/>
        </p:nvSpPr>
        <p:spPr>
          <a:xfrm>
            <a:off x="200475" y="6720000"/>
            <a:ext cx="3140775" cy="609000"/>
          </a:xfrm>
          <a:prstGeom prst="rect">
            <a:avLst/>
          </a:prstGeom>
          <a:solidFill>
            <a:srgbClr val="77555A">
              <a:alpha val="36000"/>
            </a:srgbClr>
          </a:solidFill>
          <a:ln w="6824">
            <a:solidFill>
              <a:srgbClr val="E6EEE7">
                <a:alpha val="90000"/>
              </a:srgbClr>
            </a:solidFill>
            <a:prstDash val="solid"/>
          </a:ln>
        </p:spPr>
        <p:txBody>
          <a:bodyPr/>
          <a:lstStyle/>
          <a:p>
            <a:endParaRPr sz="1800"/>
          </a:p>
        </p:txBody>
      </p:sp>
      <p:sp>
        <p:nvSpPr>
          <p:cNvPr id="67" name="outer-border">
            <a:extLst>
              <a:ext uri="{FF2B5EF4-FFF2-40B4-BE49-F238E27FC236}">
                <a16:creationId xmlns:a16="http://schemas.microsoft.com/office/drawing/2014/main" id="{5D896E6A-876A-03AA-B7D9-1037DCD00424}"/>
              </a:ext>
            </a:extLst>
          </p:cNvPr>
          <p:cNvSpPr>
            <a:spLocks noGrp="1"/>
          </p:cNvSpPr>
          <p:nvPr/>
        </p:nvSpPr>
        <p:spPr>
          <a:xfrm>
            <a:off x="100238" y="105000"/>
            <a:ext cx="10491525" cy="7350000"/>
          </a:xfrm>
          <a:prstGeom prst="rect">
            <a:avLst/>
          </a:prstGeom>
          <a:noFill/>
          <a:ln w="11550">
            <a:solidFill>
              <a:srgbClr val="E6D6DA"/>
            </a:solidFill>
            <a:prstDash val="solid"/>
          </a:ln>
        </p:spPr>
        <p:txBody>
          <a:bodyPr/>
          <a:lstStyle/>
          <a:p>
            <a:endParaRPr sz="1800"/>
          </a:p>
        </p:txBody>
      </p:sp>
      <p:sp>
        <p:nvSpPr>
          <p:cNvPr id="3" name="image-panel-divider">
            <a:extLst>
              <a:ext uri="{FF2B5EF4-FFF2-40B4-BE49-F238E27FC236}">
                <a16:creationId xmlns:a16="http://schemas.microsoft.com/office/drawing/2014/main" id="{FEEE2DA2-4D92-58DB-276F-BBD93FCA5079}"/>
              </a:ext>
            </a:extLst>
          </p:cNvPr>
          <p:cNvSpPr>
            <a:spLocks noGrp="1"/>
          </p:cNvSpPr>
          <p:nvPr/>
        </p:nvSpPr>
        <p:spPr>
          <a:xfrm>
            <a:off x="3441488" y="105000"/>
            <a:ext cx="0" cy="7350000"/>
          </a:xfrm>
          <a:prstGeom prst="line">
            <a:avLst/>
          </a:prstGeom>
          <a:noFill/>
          <a:ln w="20999">
            <a:solidFill>
              <a:srgbClr val="683447"/>
            </a:solidFill>
            <a:prstDash val="solid"/>
          </a:ln>
        </p:spPr>
        <p:txBody>
          <a:bodyPr/>
          <a:lstStyle/>
          <a:p>
            <a:endParaRPr sz="1800"/>
          </a:p>
        </p:txBody>
      </p:sp>
      <p:sp>
        <p:nvSpPr>
          <p:cNvPr id="5" name="left-product-title">
            <a:extLst>
              <a:ext uri="{FF2B5EF4-FFF2-40B4-BE49-F238E27FC236}">
                <a16:creationId xmlns:a16="http://schemas.microsoft.com/office/drawing/2014/main" id="{8E90E0F6-DB98-920B-21A8-88EAFB26BCAF}"/>
              </a:ext>
            </a:extLst>
          </p:cNvPr>
          <p:cNvSpPr>
            <a:spLocks noGrp="1"/>
          </p:cNvSpPr>
          <p:nvPr/>
        </p:nvSpPr>
        <p:spPr>
          <a:xfrm>
            <a:off x="434362" y="808501"/>
            <a:ext cx="2422406" cy="77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2000"/>
              </a:lnSpc>
              <a:defRPr sz="2480" b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2250" dirty="0" err="1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브라이트닝</a:t>
            </a:r>
            <a:r>
              <a:rPr lang="ko-KR" altLang="en-US" sz="2250" dirty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 </a:t>
            </a:r>
            <a:endParaRPr lang="en-US" altLang="ko-KR" sz="2250" dirty="0">
              <a:solidFill>
                <a:srgbClr val="26362F"/>
              </a:solidFill>
              <a:latin typeface="Paperlogy 7 Bold"/>
              <a:ea typeface="Paperlogy 7 Bold"/>
              <a:cs typeface="Paperlogy 7 Bold"/>
            </a:endParaRPr>
          </a:p>
          <a:p>
            <a:pPr>
              <a:lnSpc>
                <a:spcPct val="92000"/>
              </a:lnSpc>
              <a:defRPr sz="2480" b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2250" dirty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캡슐 </a:t>
            </a:r>
            <a:r>
              <a:rPr lang="ko-KR" altLang="en-US" sz="2250" dirty="0" err="1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세럼</a:t>
            </a:r>
            <a:endParaRPr lang="ko-KR" altLang="en-US" sz="2250" dirty="0">
              <a:solidFill>
                <a:srgbClr val="26362F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6" name="left-title-rule">
            <a:extLst>
              <a:ext uri="{FF2B5EF4-FFF2-40B4-BE49-F238E27FC236}">
                <a16:creationId xmlns:a16="http://schemas.microsoft.com/office/drawing/2014/main" id="{A6FB4AF9-D1F9-C47A-4F8B-6F08CEF7134D}"/>
              </a:ext>
            </a:extLst>
          </p:cNvPr>
          <p:cNvSpPr>
            <a:spLocks noGrp="1"/>
          </p:cNvSpPr>
          <p:nvPr/>
        </p:nvSpPr>
        <p:spPr>
          <a:xfrm>
            <a:off x="434362" y="1659000"/>
            <a:ext cx="517894" cy="0"/>
          </a:xfrm>
          <a:prstGeom prst="line">
            <a:avLst/>
          </a:prstGeom>
          <a:noFill/>
          <a:ln w="31499">
            <a:solidFill>
              <a:srgbClr val="683447"/>
            </a:solidFill>
            <a:prstDash val="solid"/>
          </a:ln>
        </p:spPr>
        <p:txBody>
          <a:bodyPr/>
          <a:lstStyle/>
          <a:p>
            <a:endParaRPr sz="1800"/>
          </a:p>
        </p:txBody>
      </p:sp>
      <p:sp>
        <p:nvSpPr>
          <p:cNvPr id="7" name="left-tagline">
            <a:extLst>
              <a:ext uri="{FF2B5EF4-FFF2-40B4-BE49-F238E27FC236}">
                <a16:creationId xmlns:a16="http://schemas.microsoft.com/office/drawing/2014/main" id="{ADA6EEF6-A320-A25D-CFE9-2F3895DDDBD4}"/>
              </a:ext>
            </a:extLst>
          </p:cNvPr>
          <p:cNvSpPr>
            <a:spLocks noGrp="1"/>
          </p:cNvSpPr>
          <p:nvPr/>
        </p:nvSpPr>
        <p:spPr>
          <a:xfrm>
            <a:off x="434362" y="1774501"/>
            <a:ext cx="2388994" cy="23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92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altLang="ko-KR" sz="899" dirty="0">
                <a:solidFill>
                  <a:srgbClr val="683447"/>
                </a:solidFill>
                <a:latin typeface="Paperlogy 5 Medium"/>
                <a:ea typeface="Paperlogy 5 Medium"/>
                <a:cs typeface="Paperlogy 5 Medium"/>
              </a:rPr>
              <a:t>Brightening Capsule Serum</a:t>
            </a:r>
            <a:endParaRPr sz="899" dirty="0">
              <a:solidFill>
                <a:srgbClr val="683447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9" name="left-info-label-1">
            <a:extLst>
              <a:ext uri="{FF2B5EF4-FFF2-40B4-BE49-F238E27FC236}">
                <a16:creationId xmlns:a16="http://schemas.microsoft.com/office/drawing/2014/main" id="{A92DCBBA-9FE5-AE1E-A22E-8F4C6E3B6489}"/>
              </a:ext>
            </a:extLst>
          </p:cNvPr>
          <p:cNvSpPr>
            <a:spLocks noGrp="1"/>
          </p:cNvSpPr>
          <p:nvPr/>
        </p:nvSpPr>
        <p:spPr>
          <a:xfrm>
            <a:off x="258947" y="6814500"/>
            <a:ext cx="559658" cy="11550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628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dirty="0">
                <a:solidFill>
                  <a:schemeClr val="bg1"/>
                </a:solidFill>
                <a:latin typeface="Paperlogy 7 Bold"/>
                <a:ea typeface="Paperlogy 7 Bold"/>
                <a:cs typeface="Paperlogy 7 Bold"/>
              </a:rPr>
              <a:t>LAB NO.</a:t>
            </a:r>
          </a:p>
        </p:txBody>
      </p:sp>
      <p:sp>
        <p:nvSpPr>
          <p:cNvPr id="10" name="left-info-value-1">
            <a:extLst>
              <a:ext uri="{FF2B5EF4-FFF2-40B4-BE49-F238E27FC236}">
                <a16:creationId xmlns:a16="http://schemas.microsoft.com/office/drawing/2014/main" id="{21971428-538A-F2F5-4EA6-9271E974C791}"/>
              </a:ext>
            </a:extLst>
          </p:cNvPr>
          <p:cNvSpPr>
            <a:spLocks noGrp="1"/>
          </p:cNvSpPr>
          <p:nvPr/>
        </p:nvSpPr>
        <p:spPr>
          <a:xfrm>
            <a:off x="258947" y="7003500"/>
            <a:ext cx="559658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78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altLang="ko-KR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#260916-1</a:t>
            </a:r>
          </a:p>
          <a:p>
            <a:pPr algn="ctr">
              <a:lnSpc>
                <a:spcPct val="100000"/>
              </a:lnSpc>
              <a:buNone/>
              <a:defRPr sz="678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#260916-2</a:t>
            </a:r>
            <a:endParaRPr sz="615" dirty="0">
              <a:solidFill>
                <a:srgbClr val="315F4B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1" name="left-info-label-2">
            <a:extLst>
              <a:ext uri="{FF2B5EF4-FFF2-40B4-BE49-F238E27FC236}">
                <a16:creationId xmlns:a16="http://schemas.microsoft.com/office/drawing/2014/main" id="{0263BDA6-D3AD-3B6D-D1A4-2BFBA7B6D38A}"/>
              </a:ext>
            </a:extLst>
          </p:cNvPr>
          <p:cNvSpPr>
            <a:spLocks noGrp="1"/>
          </p:cNvSpPr>
          <p:nvPr/>
        </p:nvSpPr>
        <p:spPr>
          <a:xfrm>
            <a:off x="868724" y="6814500"/>
            <a:ext cx="559658" cy="11550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628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>
                <a:solidFill>
                  <a:schemeClr val="bg1"/>
                </a:solidFill>
                <a:latin typeface="Paperlogy 7 Bold"/>
                <a:ea typeface="Paperlogy 7 Bold"/>
                <a:cs typeface="Paperlogy 7 Bold"/>
              </a:rPr>
              <a:t>기능성</a:t>
            </a:r>
          </a:p>
        </p:txBody>
      </p:sp>
      <p:sp>
        <p:nvSpPr>
          <p:cNvPr id="12" name="left-info-value-2">
            <a:extLst>
              <a:ext uri="{FF2B5EF4-FFF2-40B4-BE49-F238E27FC236}">
                <a16:creationId xmlns:a16="http://schemas.microsoft.com/office/drawing/2014/main" id="{5631CCC9-629B-E067-F574-EF31AD0B2EB6}"/>
              </a:ext>
            </a:extLst>
          </p:cNvPr>
          <p:cNvSpPr>
            <a:spLocks noGrp="1"/>
          </p:cNvSpPr>
          <p:nvPr/>
        </p:nvSpPr>
        <p:spPr>
          <a:xfrm>
            <a:off x="868724" y="7003500"/>
            <a:ext cx="559658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78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주름</a:t>
            </a:r>
            <a:r>
              <a:rPr lang="en-US" altLang="ko-KR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•</a:t>
            </a:r>
            <a:r>
              <a:rPr lang="ko-KR" alt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미백</a:t>
            </a:r>
          </a:p>
        </p:txBody>
      </p:sp>
      <p:sp>
        <p:nvSpPr>
          <p:cNvPr id="13" name="left-info-label-3">
            <a:extLst>
              <a:ext uri="{FF2B5EF4-FFF2-40B4-BE49-F238E27FC236}">
                <a16:creationId xmlns:a16="http://schemas.microsoft.com/office/drawing/2014/main" id="{6F766D09-60F2-3609-F7B3-504BD5871391}"/>
              </a:ext>
            </a:extLst>
          </p:cNvPr>
          <p:cNvSpPr>
            <a:spLocks noGrp="1"/>
          </p:cNvSpPr>
          <p:nvPr/>
        </p:nvSpPr>
        <p:spPr>
          <a:xfrm>
            <a:off x="1478503" y="6814500"/>
            <a:ext cx="559658" cy="11550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628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>
                <a:solidFill>
                  <a:schemeClr val="bg1"/>
                </a:solidFill>
                <a:latin typeface="Paperlogy 7 Bold"/>
                <a:ea typeface="Paperlogy 7 Bold"/>
                <a:cs typeface="Paperlogy 7 Bold"/>
              </a:rPr>
              <a:t>제형</a:t>
            </a:r>
          </a:p>
        </p:txBody>
      </p:sp>
      <p:sp>
        <p:nvSpPr>
          <p:cNvPr id="14" name="left-info-value-3">
            <a:extLst>
              <a:ext uri="{FF2B5EF4-FFF2-40B4-BE49-F238E27FC236}">
                <a16:creationId xmlns:a16="http://schemas.microsoft.com/office/drawing/2014/main" id="{00AD45BE-CB13-1FEB-929D-5A000CDC642C}"/>
              </a:ext>
            </a:extLst>
          </p:cNvPr>
          <p:cNvSpPr>
            <a:spLocks noGrp="1"/>
          </p:cNvSpPr>
          <p:nvPr/>
        </p:nvSpPr>
        <p:spPr>
          <a:xfrm>
            <a:off x="1478503" y="7003500"/>
            <a:ext cx="559658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78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오일 캡슐 젤</a:t>
            </a:r>
          </a:p>
        </p:txBody>
      </p:sp>
      <p:sp>
        <p:nvSpPr>
          <p:cNvPr id="15" name="left-info-label-4">
            <a:extLst>
              <a:ext uri="{FF2B5EF4-FFF2-40B4-BE49-F238E27FC236}">
                <a16:creationId xmlns:a16="http://schemas.microsoft.com/office/drawing/2014/main" id="{677066D1-E0EE-C47D-BB47-97B68F122B46}"/>
              </a:ext>
            </a:extLst>
          </p:cNvPr>
          <p:cNvSpPr>
            <a:spLocks noGrp="1"/>
          </p:cNvSpPr>
          <p:nvPr/>
        </p:nvSpPr>
        <p:spPr>
          <a:xfrm>
            <a:off x="2088280" y="6814500"/>
            <a:ext cx="559658" cy="11550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628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>
                <a:solidFill>
                  <a:schemeClr val="bg1"/>
                </a:solidFill>
                <a:latin typeface="Paperlogy 7 Bold"/>
                <a:ea typeface="Paperlogy 7 Bold"/>
                <a:cs typeface="Paperlogy 7 Bold"/>
              </a:rPr>
              <a:t>제품군</a:t>
            </a:r>
          </a:p>
        </p:txBody>
      </p:sp>
      <p:sp>
        <p:nvSpPr>
          <p:cNvPr id="16" name="left-info-value-4">
            <a:extLst>
              <a:ext uri="{FF2B5EF4-FFF2-40B4-BE49-F238E27FC236}">
                <a16:creationId xmlns:a16="http://schemas.microsoft.com/office/drawing/2014/main" id="{B04C1CF1-587D-EAF0-29C1-EBEB1FE1AF4E}"/>
              </a:ext>
            </a:extLst>
          </p:cNvPr>
          <p:cNvSpPr>
            <a:spLocks noGrp="1"/>
          </p:cNvSpPr>
          <p:nvPr/>
        </p:nvSpPr>
        <p:spPr>
          <a:xfrm>
            <a:off x="2088280" y="7003500"/>
            <a:ext cx="559658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78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dirty="0" err="1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세럼</a:t>
            </a:r>
            <a:endParaRPr lang="ko-KR" altLang="en-US" sz="615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7" name="left-info-label-5">
            <a:extLst>
              <a:ext uri="{FF2B5EF4-FFF2-40B4-BE49-F238E27FC236}">
                <a16:creationId xmlns:a16="http://schemas.microsoft.com/office/drawing/2014/main" id="{000DAC49-6235-CF72-00F1-E261600D0828}"/>
              </a:ext>
            </a:extLst>
          </p:cNvPr>
          <p:cNvSpPr>
            <a:spLocks noGrp="1"/>
          </p:cNvSpPr>
          <p:nvPr/>
        </p:nvSpPr>
        <p:spPr>
          <a:xfrm>
            <a:off x="2698059" y="6814500"/>
            <a:ext cx="559658" cy="11550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628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>
                <a:solidFill>
                  <a:schemeClr val="bg1"/>
                </a:solidFill>
                <a:latin typeface="Paperlogy 7 Bold"/>
                <a:ea typeface="Paperlogy 7 Bold"/>
                <a:cs typeface="Paperlogy 7 Bold"/>
              </a:rPr>
              <a:t>패키지</a:t>
            </a:r>
          </a:p>
        </p:txBody>
      </p:sp>
      <p:sp>
        <p:nvSpPr>
          <p:cNvPr id="18" name="left-info-value-5">
            <a:extLst>
              <a:ext uri="{FF2B5EF4-FFF2-40B4-BE49-F238E27FC236}">
                <a16:creationId xmlns:a16="http://schemas.microsoft.com/office/drawing/2014/main" id="{6F6520D2-34F8-4E88-DABB-2B2A62ED9957}"/>
              </a:ext>
            </a:extLst>
          </p:cNvPr>
          <p:cNvSpPr>
            <a:spLocks noGrp="1"/>
          </p:cNvSpPr>
          <p:nvPr/>
        </p:nvSpPr>
        <p:spPr>
          <a:xfrm>
            <a:off x="2698059" y="7003500"/>
            <a:ext cx="559658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78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펌프</a:t>
            </a:r>
            <a:endParaRPr sz="615" dirty="0">
              <a:solidFill>
                <a:srgbClr val="315F4B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9" name="proposal-number">
            <a:extLst>
              <a:ext uri="{FF2B5EF4-FFF2-40B4-BE49-F238E27FC236}">
                <a16:creationId xmlns:a16="http://schemas.microsoft.com/office/drawing/2014/main" id="{C4223E01-EDAD-FA99-9E27-8AFD7C120A34}"/>
              </a:ext>
            </a:extLst>
          </p:cNvPr>
          <p:cNvSpPr>
            <a:spLocks noGrp="1"/>
          </p:cNvSpPr>
          <p:nvPr/>
        </p:nvSpPr>
        <p:spPr>
          <a:xfrm>
            <a:off x="9439030" y="336001"/>
            <a:ext cx="868725" cy="33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653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50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No. 0</a:t>
            </a:r>
            <a:r>
              <a:rPr lang="en-US" sz="150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3</a:t>
            </a:r>
            <a:endParaRPr sz="1500" dirty="0">
              <a:solidFill>
                <a:srgbClr val="315F4B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23" name="intro-accent-line">
            <a:extLst>
              <a:ext uri="{FF2B5EF4-FFF2-40B4-BE49-F238E27FC236}">
                <a16:creationId xmlns:a16="http://schemas.microsoft.com/office/drawing/2014/main" id="{AB64BE57-468D-327E-345B-15D92DF928E0}"/>
              </a:ext>
            </a:extLst>
          </p:cNvPr>
          <p:cNvSpPr>
            <a:spLocks noGrp="1"/>
          </p:cNvSpPr>
          <p:nvPr/>
        </p:nvSpPr>
        <p:spPr>
          <a:xfrm>
            <a:off x="3742199" y="451501"/>
            <a:ext cx="0" cy="672000"/>
          </a:xfrm>
          <a:prstGeom prst="line">
            <a:avLst/>
          </a:prstGeom>
          <a:noFill/>
          <a:ln w="20999">
            <a:solidFill>
              <a:srgbClr val="683447"/>
            </a:solidFill>
            <a:prstDash val="solid"/>
          </a:ln>
        </p:spPr>
        <p:txBody>
          <a:bodyPr/>
          <a:lstStyle/>
          <a:p>
            <a:endParaRPr sz="1800"/>
          </a:p>
        </p:txBody>
      </p:sp>
      <p:sp>
        <p:nvSpPr>
          <p:cNvPr id="24" name="intro-title">
            <a:extLst>
              <a:ext uri="{FF2B5EF4-FFF2-40B4-BE49-F238E27FC236}">
                <a16:creationId xmlns:a16="http://schemas.microsoft.com/office/drawing/2014/main" id="{50ADB973-531D-653F-8950-CA9A8959A108}"/>
              </a:ext>
            </a:extLst>
          </p:cNvPr>
          <p:cNvSpPr>
            <a:spLocks noGrp="1"/>
          </p:cNvSpPr>
          <p:nvPr/>
        </p:nvSpPr>
        <p:spPr>
          <a:xfrm>
            <a:off x="3931536" y="532000"/>
            <a:ext cx="5178939" cy="5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12000"/>
              </a:lnSpc>
              <a:defRPr sz="1405" b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가볍게 발리고</a:t>
            </a:r>
            <a:r>
              <a:rPr lang="en-US" altLang="ko-KR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, </a:t>
            </a:r>
            <a:r>
              <a:rPr lang="ko-KR" altLang="en-US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맑은 </a:t>
            </a:r>
            <a:r>
              <a:rPr lang="ko-KR" altLang="en-US" sz="1275" dirty="0" err="1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톤업이</a:t>
            </a:r>
            <a:r>
              <a:rPr lang="ko-KR" altLang="en-US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 오래가는</a:t>
            </a:r>
            <a:endParaRPr lang="en-US" altLang="ko-KR" sz="1275" dirty="0">
              <a:solidFill>
                <a:srgbClr val="26362F"/>
              </a:solidFill>
              <a:latin typeface="Paperlogy 5 Medium"/>
              <a:ea typeface="Paperlogy 5 Medium"/>
              <a:cs typeface="Paperlogy 5 Medium"/>
            </a:endParaRPr>
          </a:p>
          <a:p>
            <a:pPr>
              <a:lnSpc>
                <a:spcPct val="112000"/>
              </a:lnSpc>
              <a:defRPr sz="1405" b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이중 </a:t>
            </a:r>
            <a:r>
              <a:rPr lang="ko-KR" altLang="en-US" sz="1275" dirty="0" err="1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레이어드</a:t>
            </a:r>
            <a:r>
              <a:rPr lang="ko-KR" altLang="en-US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 </a:t>
            </a:r>
            <a:r>
              <a:rPr lang="ko-KR" altLang="en-US" sz="1275" dirty="0" err="1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브라이트닝</a:t>
            </a:r>
            <a:r>
              <a:rPr lang="ko-KR" altLang="en-US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 캡슐 </a:t>
            </a:r>
            <a:r>
              <a:rPr lang="ko-KR" altLang="en-US" sz="1275" dirty="0" err="1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세럼</a:t>
            </a:r>
            <a:endParaRPr lang="ko-KR" altLang="en-US" sz="1275" dirty="0">
              <a:solidFill>
                <a:srgbClr val="26362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26" name="concept-band">
            <a:extLst>
              <a:ext uri="{FF2B5EF4-FFF2-40B4-BE49-F238E27FC236}">
                <a16:creationId xmlns:a16="http://schemas.microsoft.com/office/drawing/2014/main" id="{555CF457-E296-2569-20E9-CC8A052C9D4D}"/>
              </a:ext>
            </a:extLst>
          </p:cNvPr>
          <p:cNvSpPr>
            <a:spLocks noGrp="1"/>
          </p:cNvSpPr>
          <p:nvPr/>
        </p:nvSpPr>
        <p:spPr>
          <a:xfrm>
            <a:off x="3441488" y="1344000"/>
            <a:ext cx="7150275" cy="3028825"/>
          </a:xfrm>
          <a:prstGeom prst="rect">
            <a:avLst/>
          </a:prstGeom>
          <a:solidFill>
            <a:srgbClr val="F8F0F1"/>
          </a:solidFill>
          <a:ln w="0">
            <a:noFill/>
          </a:ln>
        </p:spPr>
        <p:txBody>
          <a:bodyPr/>
          <a:lstStyle/>
          <a:p>
            <a:endParaRPr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7" name="concept-band-accent">
            <a:extLst>
              <a:ext uri="{FF2B5EF4-FFF2-40B4-BE49-F238E27FC236}">
                <a16:creationId xmlns:a16="http://schemas.microsoft.com/office/drawing/2014/main" id="{56AD723A-1E3E-B45A-93F7-C1BD661D75E5}"/>
              </a:ext>
            </a:extLst>
          </p:cNvPr>
          <p:cNvSpPr>
            <a:spLocks noGrp="1"/>
          </p:cNvSpPr>
          <p:nvPr/>
        </p:nvSpPr>
        <p:spPr>
          <a:xfrm>
            <a:off x="3441488" y="1344000"/>
            <a:ext cx="83531" cy="3028825"/>
          </a:xfrm>
          <a:prstGeom prst="rect">
            <a:avLst/>
          </a:prstGeom>
          <a:solidFill>
            <a:srgbClr val="683447"/>
          </a:solidFill>
          <a:ln w="0">
            <a:noFill/>
          </a:ln>
        </p:spPr>
        <p:txBody>
          <a:bodyPr/>
          <a:lstStyle/>
          <a:p>
            <a:endParaRPr sz="1800"/>
          </a:p>
        </p:txBody>
      </p:sp>
      <p:sp>
        <p:nvSpPr>
          <p:cNvPr id="29" name="concept-body">
            <a:extLst>
              <a:ext uri="{FF2B5EF4-FFF2-40B4-BE49-F238E27FC236}">
                <a16:creationId xmlns:a16="http://schemas.microsoft.com/office/drawing/2014/main" id="{320513A8-73A8-D125-A5D6-B80244BAC9CF}"/>
              </a:ext>
            </a:extLst>
          </p:cNvPr>
          <p:cNvSpPr>
            <a:spLocks noGrp="1"/>
          </p:cNvSpPr>
          <p:nvPr/>
        </p:nvSpPr>
        <p:spPr>
          <a:xfrm>
            <a:off x="3725492" y="2047500"/>
            <a:ext cx="6298257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10000"/>
              </a:lnSpc>
              <a:defRPr sz="10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나이아신아마이드와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알부틴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등 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7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가지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브라이트닝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성분이 칙칙한 피부 톤을 맑고 균일하게 가꿔줍니다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 </a:t>
            </a:r>
            <a:endParaRPr lang="ko-KR" altLang="en-US" sz="1050" dirty="0">
              <a:solidFill>
                <a:srgbClr val="26362F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30" name="technology-section-title">
            <a:extLst>
              <a:ext uri="{FF2B5EF4-FFF2-40B4-BE49-F238E27FC236}">
                <a16:creationId xmlns:a16="http://schemas.microsoft.com/office/drawing/2014/main" id="{87755160-5115-636D-5F1C-D06D4F1CEA86}"/>
              </a:ext>
            </a:extLst>
          </p:cNvPr>
          <p:cNvSpPr>
            <a:spLocks noGrp="1"/>
          </p:cNvSpPr>
          <p:nvPr/>
        </p:nvSpPr>
        <p:spPr>
          <a:xfrm>
            <a:off x="3725494" y="4475580"/>
            <a:ext cx="3424781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40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125" dirty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rPr>
              <a:t>TECHNOLOGY &amp; MECHANISM</a:t>
            </a:r>
          </a:p>
        </p:txBody>
      </p:sp>
      <p:sp>
        <p:nvSpPr>
          <p:cNvPr id="31" name="technology-section-rule">
            <a:extLst>
              <a:ext uri="{FF2B5EF4-FFF2-40B4-BE49-F238E27FC236}">
                <a16:creationId xmlns:a16="http://schemas.microsoft.com/office/drawing/2014/main" id="{9728A5C6-0BF2-8A5D-3353-6471F9B37E4A}"/>
              </a:ext>
            </a:extLst>
          </p:cNvPr>
          <p:cNvSpPr>
            <a:spLocks noGrp="1"/>
          </p:cNvSpPr>
          <p:nvPr/>
        </p:nvSpPr>
        <p:spPr>
          <a:xfrm>
            <a:off x="3725494" y="4733515"/>
            <a:ext cx="6482025" cy="0"/>
          </a:xfrm>
          <a:prstGeom prst="line">
            <a:avLst/>
          </a:prstGeom>
          <a:noFill/>
          <a:ln w="10500">
            <a:solidFill>
              <a:srgbClr val="C9ADB4"/>
            </a:solidFill>
            <a:prstDash val="solid"/>
          </a:ln>
        </p:spPr>
        <p:txBody>
          <a:bodyPr/>
          <a:lstStyle/>
          <a:p>
            <a:endParaRPr sz="1800"/>
          </a:p>
        </p:txBody>
      </p:sp>
      <p:sp>
        <p:nvSpPr>
          <p:cNvPr id="63" name="profile-section-title">
            <a:extLst>
              <a:ext uri="{FF2B5EF4-FFF2-40B4-BE49-F238E27FC236}">
                <a16:creationId xmlns:a16="http://schemas.microsoft.com/office/drawing/2014/main" id="{5C04586A-7518-C951-40C8-F54CE33A7A68}"/>
              </a:ext>
            </a:extLst>
          </p:cNvPr>
          <p:cNvSpPr>
            <a:spLocks noGrp="1"/>
          </p:cNvSpPr>
          <p:nvPr/>
        </p:nvSpPr>
        <p:spPr>
          <a:xfrm>
            <a:off x="3725494" y="6215680"/>
            <a:ext cx="2088281" cy="2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17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130" dirty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rPr>
              <a:t>PRODUCT PROFILE</a:t>
            </a:r>
          </a:p>
        </p:txBody>
      </p:sp>
      <p:graphicFrame>
        <p:nvGraphicFramePr>
          <p:cNvPr id="135" name="표 129">
            <a:extLst>
              <a:ext uri="{FF2B5EF4-FFF2-40B4-BE49-F238E27FC236}">
                <a16:creationId xmlns:a16="http://schemas.microsoft.com/office/drawing/2014/main" id="{671BA283-D0C3-EF43-DC6A-28BA8AC2347F}"/>
              </a:ext>
            </a:extLst>
          </p:cNvPr>
          <p:cNvGraphicFramePr/>
          <p:nvPr/>
        </p:nvGraphicFramePr>
        <p:xfrm>
          <a:off x="3725493" y="6501279"/>
          <a:ext cx="6482025" cy="672000"/>
        </p:xfrm>
        <a:graphic>
          <a:graphicData uri="http://schemas.openxmlformats.org/drawingml/2006/table">
            <a:tbl>
              <a:tblPr/>
              <a:tblGrid>
                <a:gridCol w="216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rgbClr val="FFFFFF"/>
                          </a:solidFill>
                          <a:latin typeface="Paperlogy 7 Bold"/>
                          <a:ea typeface="Paperlogy 7 Bold"/>
                          <a:cs typeface="Paperlogy 7 Bold"/>
                        </a:rPr>
                        <a:t>TEXTURE</a:t>
                      </a:r>
                    </a:p>
                  </a:txBody>
                  <a:tcPr marL="82953" marR="82953" marT="41476" marB="41476" anchor="ctr">
                    <a:lnL w="12700">
                      <a:solidFill>
                        <a:srgbClr val="C9ADB4"/>
                      </a:solidFill>
                    </a:lnL>
                    <a:lnR w="12700">
                      <a:solidFill>
                        <a:srgbClr val="C9ADB4"/>
                      </a:solidFill>
                    </a:lnR>
                    <a:lnT w="12700">
                      <a:solidFill>
                        <a:srgbClr val="C9ADB4"/>
                      </a:solidFill>
                    </a:lnT>
                    <a:lnB w="12700">
                      <a:solidFill>
                        <a:srgbClr val="C9ADB4"/>
                      </a:solidFill>
                    </a:lnB>
                    <a:solidFill>
                      <a:srgbClr val="6834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dirty="0">
                          <a:solidFill>
                            <a:srgbClr val="FFFFFF"/>
                          </a:solidFill>
                          <a:latin typeface="Paperlogy 7 Bold"/>
                          <a:ea typeface="Paperlogy 7 Bold"/>
                          <a:cs typeface="Paperlogy 7 Bold"/>
                        </a:rPr>
                        <a:t>INGREDIENT</a:t>
                      </a:r>
                    </a:p>
                  </a:txBody>
                  <a:tcPr marL="82953" marR="82953" marT="41476" marB="41476" anchor="ctr">
                    <a:lnL w="12700">
                      <a:solidFill>
                        <a:srgbClr val="C9ADB4"/>
                      </a:solidFill>
                    </a:lnL>
                    <a:lnR w="12700">
                      <a:solidFill>
                        <a:srgbClr val="C9ADB4"/>
                      </a:solidFill>
                    </a:lnR>
                    <a:lnT w="12700">
                      <a:solidFill>
                        <a:srgbClr val="C9ADB4"/>
                      </a:solidFill>
                    </a:lnT>
                    <a:lnB w="12700">
                      <a:solidFill>
                        <a:srgbClr val="C9ADB4"/>
                      </a:solidFill>
                    </a:lnB>
                    <a:solidFill>
                      <a:srgbClr val="6834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Paperlogy 7 Bold"/>
                          <a:ea typeface="Paperlogy 7 Bold"/>
                          <a:cs typeface="Paperlogy 7 Bold"/>
                        </a:rPr>
                        <a:t>FINISH</a:t>
                      </a:r>
                      <a:endParaRPr sz="900" dirty="0">
                        <a:solidFill>
                          <a:srgbClr val="FFFFFF"/>
                        </a:solidFill>
                        <a:latin typeface="Paperlogy 7 Bold"/>
                        <a:ea typeface="Paperlogy 7 Bold"/>
                        <a:cs typeface="Paperlogy 7 Bold"/>
                      </a:endParaRPr>
                    </a:p>
                  </a:txBody>
                  <a:tcPr marL="82953" marR="82953" marT="41476" marB="41476" anchor="ctr">
                    <a:lnL w="12700">
                      <a:solidFill>
                        <a:srgbClr val="C9ADB4"/>
                      </a:solidFill>
                    </a:lnL>
                    <a:lnR w="12700">
                      <a:solidFill>
                        <a:srgbClr val="C9ADB4"/>
                      </a:solidFill>
                    </a:lnR>
                    <a:lnT w="12700">
                      <a:solidFill>
                        <a:srgbClr val="C9ADB4"/>
                      </a:solidFill>
                    </a:lnT>
                    <a:lnB w="12700">
                      <a:solidFill>
                        <a:srgbClr val="C9ADB4"/>
                      </a:solidFill>
                    </a:lnB>
                    <a:solidFill>
                      <a:srgbClr val="683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dirty="0">
                          <a:solidFill>
                            <a:srgbClr val="26362F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페이퍼로지 4 Regular"/>
                        </a:rPr>
                        <a:t>핑크색 오일 캡슐을 함유한 투명 젤</a:t>
                      </a:r>
                      <a:endParaRPr sz="800" dirty="0">
                        <a:solidFill>
                          <a:srgbClr val="26362F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페이퍼로지 4 Regular"/>
                      </a:endParaRPr>
                    </a:p>
                  </a:txBody>
                  <a:tcPr marL="82953" marR="82953" marT="41476" marB="41476" anchor="ctr">
                    <a:lnL w="12700">
                      <a:solidFill>
                        <a:srgbClr val="C9ADB4"/>
                      </a:solidFill>
                    </a:lnL>
                    <a:lnR w="12700">
                      <a:solidFill>
                        <a:srgbClr val="C9ADB4"/>
                      </a:solidFill>
                    </a:lnR>
                    <a:lnT w="12700">
                      <a:solidFill>
                        <a:srgbClr val="C9ADB4"/>
                      </a:solidFill>
                    </a:lnT>
                    <a:lnB w="12700">
                      <a:solidFill>
                        <a:srgbClr val="C9ADB4"/>
                      </a:solidFill>
                    </a:lnB>
                    <a:solidFill>
                      <a:srgbClr val="F8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800" dirty="0">
                          <a:solidFill>
                            <a:srgbClr val="26362F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Paperlogy 4 Regular"/>
                        </a:rPr>
                        <a:t>7</a:t>
                      </a:r>
                      <a:r>
                        <a:rPr lang="ko-KR" altLang="en-US" sz="800" dirty="0">
                          <a:solidFill>
                            <a:srgbClr val="26362F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Paperlogy 4 Regular"/>
                        </a:rPr>
                        <a:t>가지 미백 </a:t>
                      </a:r>
                      <a:r>
                        <a:rPr lang="en-US" altLang="ko-KR" sz="800" dirty="0">
                          <a:solidFill>
                            <a:srgbClr val="26362F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Paperlogy 4 Regular"/>
                        </a:rPr>
                        <a:t>Complex, 6</a:t>
                      </a:r>
                      <a:r>
                        <a:rPr lang="ko-KR" altLang="en-US" sz="800" dirty="0">
                          <a:solidFill>
                            <a:srgbClr val="26362F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Paperlogy 4 Regular"/>
                        </a:rPr>
                        <a:t>종 콜라겐 </a:t>
                      </a:r>
                      <a:r>
                        <a:rPr lang="en-US" altLang="ko-KR" sz="800" dirty="0">
                          <a:solidFill>
                            <a:srgbClr val="26362F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Paperlogy 4 Regular"/>
                        </a:rPr>
                        <a:t>Complex,</a:t>
                      </a:r>
                    </a:p>
                    <a:p>
                      <a:pPr algn="ctr">
                        <a:buNone/>
                      </a:pPr>
                      <a:r>
                        <a:rPr lang="en-US" altLang="ko-KR" sz="800" dirty="0">
                          <a:solidFill>
                            <a:srgbClr val="26362F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Paperlogy 4 Regular"/>
                        </a:rPr>
                        <a:t>EGF&amp;FGF, 10</a:t>
                      </a:r>
                      <a:r>
                        <a:rPr lang="ko-KR" altLang="en-US" sz="800" dirty="0">
                          <a:solidFill>
                            <a:srgbClr val="26362F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Paperlogy 4 Regular"/>
                        </a:rPr>
                        <a:t>종 </a:t>
                      </a:r>
                      <a:r>
                        <a:rPr lang="ko-KR" altLang="en-US" sz="800" dirty="0" err="1">
                          <a:solidFill>
                            <a:srgbClr val="26362F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Paperlogy 4 Regular"/>
                        </a:rPr>
                        <a:t>히알루론산</a:t>
                      </a:r>
                      <a:endParaRPr lang="en-US" altLang="ko-KR" sz="800" dirty="0">
                        <a:solidFill>
                          <a:srgbClr val="26362F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Paperlogy 4 Regular"/>
                      </a:endParaRPr>
                    </a:p>
                  </a:txBody>
                  <a:tcPr marL="82953" marR="82953" marT="41476" marB="41476" anchor="ctr">
                    <a:lnL w="12700">
                      <a:solidFill>
                        <a:srgbClr val="C9ADB4"/>
                      </a:solidFill>
                    </a:lnL>
                    <a:lnR w="12700">
                      <a:solidFill>
                        <a:srgbClr val="C9ADB4"/>
                      </a:solidFill>
                    </a:lnR>
                    <a:lnT w="12700">
                      <a:solidFill>
                        <a:srgbClr val="C9ADB4"/>
                      </a:solidFill>
                    </a:lnT>
                    <a:lnB w="12700">
                      <a:solidFill>
                        <a:srgbClr val="C9ADB4"/>
                      </a:solidFill>
                    </a:lnB>
                    <a:solidFill>
                      <a:srgbClr val="F8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dirty="0">
                          <a:solidFill>
                            <a:srgbClr val="26362F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Paperlogy 4 Regular"/>
                        </a:rPr>
                        <a:t>끈적임 없이 가볍게 밀착되고</a:t>
                      </a:r>
                      <a:r>
                        <a:rPr lang="en-US" altLang="ko-KR" sz="800" dirty="0">
                          <a:solidFill>
                            <a:srgbClr val="26362F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Paperlogy 4 Regular"/>
                        </a:rPr>
                        <a:t>,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800" dirty="0">
                          <a:solidFill>
                            <a:srgbClr val="26362F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Paperlogy 4 Regular"/>
                        </a:rPr>
                        <a:t>촉촉한 광채가 오래 지속되는 마무리</a:t>
                      </a:r>
                    </a:p>
                  </a:txBody>
                  <a:tcPr marL="82953" marR="82953" marT="41476" marB="41476" anchor="ctr">
                    <a:lnL w="12700">
                      <a:solidFill>
                        <a:srgbClr val="C9ADB4"/>
                      </a:solidFill>
                    </a:lnL>
                    <a:lnR w="12700">
                      <a:solidFill>
                        <a:srgbClr val="C9ADB4"/>
                      </a:solidFill>
                    </a:lnR>
                    <a:lnT w="12700">
                      <a:solidFill>
                        <a:srgbClr val="C9ADB4"/>
                      </a:solidFill>
                    </a:lnT>
                    <a:lnB w="12700">
                      <a:solidFill>
                        <a:srgbClr val="C9ADB4"/>
                      </a:solidFill>
                    </a:lnB>
                    <a:solidFill>
                      <a:srgbClr val="F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3" name="Hwahae icon">
            <a:extLst>
              <a:ext uri="{FF2B5EF4-FFF2-40B4-BE49-F238E27FC236}">
                <a16:creationId xmlns:a16="http://schemas.microsoft.com/office/drawing/2014/main" id="{D1D304FE-4D9E-4B2B-9D6E-85E145CA05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333" r="33333"/>
          <a:stretch/>
        </p:blipFill>
        <p:spPr>
          <a:xfrm>
            <a:off x="9706331" y="652333"/>
            <a:ext cx="434363" cy="434363"/>
          </a:xfrm>
          <a:prstGeom prst="rect">
            <a:avLst/>
          </a:prstGeom>
        </p:spPr>
      </p:pic>
      <p:pic>
        <p:nvPicPr>
          <p:cNvPr id="204" name="VEGAN icon">
            <a:extLst>
              <a:ext uri="{FF2B5EF4-FFF2-40B4-BE49-F238E27FC236}">
                <a16:creationId xmlns:a16="http://schemas.microsoft.com/office/drawing/2014/main" id="{D0371BA3-58B8-4397-86F3-382489C843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667"/>
          <a:stretch/>
        </p:blipFill>
        <p:spPr>
          <a:xfrm>
            <a:off x="10140694" y="652333"/>
            <a:ext cx="434362" cy="434363"/>
          </a:xfrm>
          <a:prstGeom prst="rect">
            <a:avLst/>
          </a:prstGeom>
        </p:spPr>
      </p:pic>
      <p:sp>
        <p:nvSpPr>
          <p:cNvPr id="22" name="pictogram-label-hwahae">
            <a:extLst>
              <a:ext uri="{FF2B5EF4-FFF2-40B4-BE49-F238E27FC236}">
                <a16:creationId xmlns:a16="http://schemas.microsoft.com/office/drawing/2014/main" id="{16816CFE-0DA0-59A7-6B6B-E9C00576FBFA}"/>
              </a:ext>
            </a:extLst>
          </p:cNvPr>
          <p:cNvSpPr>
            <a:spLocks noGrp="1"/>
          </p:cNvSpPr>
          <p:nvPr/>
        </p:nvSpPr>
        <p:spPr>
          <a:xfrm>
            <a:off x="9706331" y="1174015"/>
            <a:ext cx="434363" cy="12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621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563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rPr>
              <a:t>화해</a:t>
            </a:r>
          </a:p>
        </p:txBody>
      </p:sp>
      <p:sp>
        <p:nvSpPr>
          <p:cNvPr id="68" name="pictogram-label-vegan">
            <a:extLst>
              <a:ext uri="{FF2B5EF4-FFF2-40B4-BE49-F238E27FC236}">
                <a16:creationId xmlns:a16="http://schemas.microsoft.com/office/drawing/2014/main" id="{70F8436D-702F-A4B3-B97C-B05890ABA5FD}"/>
              </a:ext>
            </a:extLst>
          </p:cNvPr>
          <p:cNvSpPr>
            <a:spLocks noGrp="1"/>
          </p:cNvSpPr>
          <p:nvPr/>
        </p:nvSpPr>
        <p:spPr>
          <a:xfrm>
            <a:off x="10140694" y="1174015"/>
            <a:ext cx="434363" cy="12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621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563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rPr>
              <a:t>VEGAN</a:t>
            </a:r>
          </a:p>
        </p:txBody>
      </p:sp>
      <p:sp>
        <p:nvSpPr>
          <p:cNvPr id="4" name="concept-title">
            <a:extLst>
              <a:ext uri="{FF2B5EF4-FFF2-40B4-BE49-F238E27FC236}">
                <a16:creationId xmlns:a16="http://schemas.microsoft.com/office/drawing/2014/main" id="{F5B45BD4-0EB1-5324-FD6A-00D13D35FFBE}"/>
              </a:ext>
            </a:extLst>
          </p:cNvPr>
          <p:cNvSpPr>
            <a:spLocks noGrp="1"/>
          </p:cNvSpPr>
          <p:nvPr/>
        </p:nvSpPr>
        <p:spPr>
          <a:xfrm>
            <a:off x="3725495" y="2506697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en-US" altLang="ko-KR" sz="1800" b="0" dirty="0">
                <a:solidFill>
                  <a:srgbClr val="683447"/>
                </a:solidFill>
                <a:latin typeface="Paperlogy 7 Bold"/>
                <a:ea typeface="Paperlogy 7 Bold"/>
                <a:cs typeface="Paperlogy 7 Bold"/>
              </a:rPr>
              <a:t>6</a:t>
            </a:r>
            <a:r>
              <a:rPr lang="ko-KR" altLang="en-US" sz="1800" b="0" dirty="0">
                <a:solidFill>
                  <a:srgbClr val="683447"/>
                </a:solidFill>
                <a:latin typeface="Paperlogy 7 Bold"/>
                <a:ea typeface="Paperlogy 7 Bold"/>
                <a:cs typeface="Paperlogy 7 Bold"/>
              </a:rPr>
              <a:t>종 콜라겐 </a:t>
            </a:r>
            <a:r>
              <a:rPr lang="en-US" altLang="ko-KR" sz="1800" b="0" dirty="0">
                <a:solidFill>
                  <a:srgbClr val="683447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lang="ko-KR" altLang="en-US" sz="1800" b="0" dirty="0">
                <a:solidFill>
                  <a:srgbClr val="683447"/>
                </a:solidFill>
                <a:latin typeface="Paperlogy 7 Bold"/>
                <a:ea typeface="Paperlogy 7 Bold"/>
                <a:cs typeface="Paperlogy 7 Bold"/>
              </a:rPr>
              <a:t>펩타이드 탄력 케어 </a:t>
            </a:r>
            <a:endParaRPr sz="1800" b="0" dirty="0">
              <a:solidFill>
                <a:srgbClr val="683447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25" name="concept-body">
            <a:extLst>
              <a:ext uri="{FF2B5EF4-FFF2-40B4-BE49-F238E27FC236}">
                <a16:creationId xmlns:a16="http://schemas.microsoft.com/office/drawing/2014/main" id="{78411BB3-12ED-1497-09FF-9516F2EDCEC8}"/>
              </a:ext>
            </a:extLst>
          </p:cNvPr>
          <p:cNvSpPr>
            <a:spLocks noGrp="1"/>
          </p:cNvSpPr>
          <p:nvPr/>
        </p:nvSpPr>
        <p:spPr>
          <a:xfrm>
            <a:off x="3725495" y="2979197"/>
            <a:ext cx="6298256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콜라겐과 펩타이드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, EGF·FGF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를 더해 피부 탄력과 건강한 피부 컨디션을 함께 관리합니다</a:t>
            </a:r>
            <a:r>
              <a:rPr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 </a:t>
            </a:r>
          </a:p>
        </p:txBody>
      </p:sp>
      <p:sp>
        <p:nvSpPr>
          <p:cNvPr id="35" name="concept-title">
            <a:extLst>
              <a:ext uri="{FF2B5EF4-FFF2-40B4-BE49-F238E27FC236}">
                <a16:creationId xmlns:a16="http://schemas.microsoft.com/office/drawing/2014/main" id="{0482DB40-A335-2591-D14C-3BDEF66B8A55}"/>
              </a:ext>
            </a:extLst>
          </p:cNvPr>
          <p:cNvSpPr>
            <a:spLocks noGrp="1"/>
          </p:cNvSpPr>
          <p:nvPr/>
        </p:nvSpPr>
        <p:spPr>
          <a:xfrm>
            <a:off x="3725496" y="3484248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1800" b="0" dirty="0">
                <a:solidFill>
                  <a:srgbClr val="683447"/>
                </a:solidFill>
                <a:latin typeface="Paperlogy 7 Bold"/>
                <a:ea typeface="Paperlogy 7 Bold"/>
                <a:cs typeface="Paperlogy 7 Bold"/>
              </a:rPr>
              <a:t>계면활성제 프리</a:t>
            </a:r>
            <a:r>
              <a:rPr lang="en-US" altLang="ko-KR" sz="1800" b="0" dirty="0">
                <a:solidFill>
                  <a:srgbClr val="683447"/>
                </a:solidFill>
                <a:latin typeface="Paperlogy 7 Bold"/>
                <a:ea typeface="Paperlogy 7 Bold"/>
                <a:cs typeface="Paperlogy 7 Bold"/>
              </a:rPr>
              <a:t>, </a:t>
            </a:r>
            <a:r>
              <a:rPr lang="ko-KR" altLang="en-US" sz="1800" b="0" dirty="0">
                <a:solidFill>
                  <a:srgbClr val="683447"/>
                </a:solidFill>
                <a:latin typeface="Paperlogy 7 Bold"/>
                <a:ea typeface="Paperlogy 7 Bold"/>
                <a:cs typeface="Paperlogy 7 Bold"/>
              </a:rPr>
              <a:t>이중 보습막의 산뜻한 마무리</a:t>
            </a:r>
            <a:endParaRPr sz="1800" b="0" dirty="0">
              <a:solidFill>
                <a:srgbClr val="683447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44" name="concept-body">
            <a:extLst>
              <a:ext uri="{FF2B5EF4-FFF2-40B4-BE49-F238E27FC236}">
                <a16:creationId xmlns:a16="http://schemas.microsoft.com/office/drawing/2014/main" id="{05930934-AF13-3788-02EA-B4BC53E6066D}"/>
              </a:ext>
            </a:extLst>
          </p:cNvPr>
          <p:cNvSpPr>
            <a:spLocks noGrp="1"/>
          </p:cNvSpPr>
          <p:nvPr/>
        </p:nvSpPr>
        <p:spPr>
          <a:xfrm>
            <a:off x="3725495" y="3956748"/>
            <a:ext cx="6415197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계면활성제 없이 가벼운 사용감과 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10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종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히알루론산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,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글로우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오일이 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2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중 보습막을 형성하고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,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톤업의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지속력을 높여줍니다</a:t>
            </a:r>
            <a:r>
              <a:rPr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 </a:t>
            </a:r>
          </a:p>
        </p:txBody>
      </p:sp>
      <p:sp>
        <p:nvSpPr>
          <p:cNvPr id="69" name="capsule-heading">
            <a:extLst>
              <a:ext uri="{FF2B5EF4-FFF2-40B4-BE49-F238E27FC236}">
                <a16:creationId xmlns:a16="http://schemas.microsoft.com/office/drawing/2014/main" id="{773B2625-556D-8615-BE5C-334FDB5A35E1}"/>
              </a:ext>
            </a:extLst>
          </p:cNvPr>
          <p:cNvSpPr>
            <a:spLocks noGrp="1"/>
          </p:cNvSpPr>
          <p:nvPr/>
        </p:nvSpPr>
        <p:spPr>
          <a:xfrm>
            <a:off x="3725247" y="5036343"/>
            <a:ext cx="1266825" cy="133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1">
                <a:solidFill>
                  <a:srgbClr val="304E42"/>
                </a:solidFill>
                <a:latin typeface="Paperlogy"/>
                <a:ea typeface="Paperlogy"/>
                <a:cs typeface="Paperlogy"/>
              </a:defRPr>
            </a:pPr>
            <a:r>
              <a:rPr sz="700" b="1" dirty="0" err="1">
                <a:solidFill>
                  <a:srgbClr val="304E42"/>
                </a:solidFill>
                <a:latin typeface="페이퍼로지 4 Regular" pitchFamily="2" charset="-127"/>
                <a:ea typeface="페이퍼로지 4 Regular" pitchFamily="2" charset="-127"/>
                <a:cs typeface="Paperlogy"/>
              </a:rPr>
              <a:t>다층</a:t>
            </a:r>
            <a:r>
              <a:rPr sz="700" b="1" dirty="0">
                <a:solidFill>
                  <a:srgbClr val="304E42"/>
                </a:solidFill>
                <a:latin typeface="페이퍼로지 4 Regular" pitchFamily="2" charset="-127"/>
                <a:ea typeface="페이퍼로지 4 Regular" pitchFamily="2" charset="-127"/>
                <a:cs typeface="Paperlogy"/>
              </a:rPr>
              <a:t> </a:t>
            </a:r>
            <a:r>
              <a:rPr sz="700" b="1" dirty="0" err="1">
                <a:solidFill>
                  <a:srgbClr val="304E42"/>
                </a:solidFill>
                <a:latin typeface="페이퍼로지 4 Regular" pitchFamily="2" charset="-127"/>
                <a:ea typeface="페이퍼로지 4 Regular" pitchFamily="2" charset="-127"/>
                <a:cs typeface="Paperlogy"/>
              </a:rPr>
              <a:t>안정화</a:t>
            </a:r>
            <a:r>
              <a:rPr sz="700" b="1" dirty="0">
                <a:solidFill>
                  <a:srgbClr val="304E42"/>
                </a:solidFill>
                <a:latin typeface="페이퍼로지 4 Regular" pitchFamily="2" charset="-127"/>
                <a:ea typeface="페이퍼로지 4 Regular" pitchFamily="2" charset="-127"/>
                <a:cs typeface="Paperlogy"/>
              </a:rPr>
              <a:t> </a:t>
            </a:r>
            <a:r>
              <a:rPr sz="700" b="1" dirty="0" err="1">
                <a:solidFill>
                  <a:srgbClr val="304E42"/>
                </a:solidFill>
                <a:latin typeface="페이퍼로지 4 Regular" pitchFamily="2" charset="-127"/>
                <a:ea typeface="페이퍼로지 4 Regular" pitchFamily="2" charset="-127"/>
                <a:cs typeface="Paperlogy"/>
              </a:rPr>
              <a:t>글로우</a:t>
            </a:r>
            <a:r>
              <a:rPr sz="700" b="1" dirty="0">
                <a:solidFill>
                  <a:srgbClr val="304E42"/>
                </a:solidFill>
                <a:latin typeface="페이퍼로지 4 Regular" pitchFamily="2" charset="-127"/>
                <a:ea typeface="페이퍼로지 4 Regular" pitchFamily="2" charset="-127"/>
                <a:cs typeface="Paperlogy"/>
              </a:rPr>
              <a:t> </a:t>
            </a:r>
            <a:r>
              <a:rPr sz="700" b="1" dirty="0" err="1">
                <a:solidFill>
                  <a:srgbClr val="304E42"/>
                </a:solidFill>
                <a:latin typeface="페이퍼로지 4 Regular" pitchFamily="2" charset="-127"/>
                <a:ea typeface="페이퍼로지 4 Regular" pitchFamily="2" charset="-127"/>
                <a:cs typeface="Paperlogy"/>
              </a:rPr>
              <a:t>캡슐</a:t>
            </a:r>
            <a:endParaRPr sz="700" b="1" dirty="0">
              <a:solidFill>
                <a:srgbClr val="304E42"/>
              </a:solidFill>
              <a:latin typeface="페이퍼로지 4 Regular" pitchFamily="2" charset="-127"/>
              <a:ea typeface="페이퍼로지 4 Regular" pitchFamily="2" charset="-127"/>
              <a:cs typeface="Paperlogy"/>
            </a:endParaRPr>
          </a:p>
        </p:txBody>
      </p:sp>
      <p:sp>
        <p:nvSpPr>
          <p:cNvPr id="73" name="skin-heading">
            <a:extLst>
              <a:ext uri="{FF2B5EF4-FFF2-40B4-BE49-F238E27FC236}">
                <a16:creationId xmlns:a16="http://schemas.microsoft.com/office/drawing/2014/main" id="{39EB73F9-5A59-0C46-D889-1E0D8F1B7B20}"/>
              </a:ext>
            </a:extLst>
          </p:cNvPr>
          <p:cNvSpPr>
            <a:spLocks noGrp="1"/>
          </p:cNvSpPr>
          <p:nvPr/>
        </p:nvSpPr>
        <p:spPr>
          <a:xfrm>
            <a:off x="5023739" y="5036629"/>
            <a:ext cx="1253490" cy="133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1">
                <a:solidFill>
                  <a:srgbClr val="304E42"/>
                </a:solidFill>
                <a:latin typeface="Paperlogy"/>
                <a:ea typeface="Paperlogy"/>
                <a:cs typeface="Paperlogy"/>
              </a:defRPr>
            </a:pPr>
            <a:r>
              <a:rPr sz="700" b="1">
                <a:solidFill>
                  <a:srgbClr val="304E42"/>
                </a:solidFill>
                <a:latin typeface="페이퍼로지 4 Regular" pitchFamily="2" charset="-127"/>
                <a:ea typeface="페이퍼로지 4 Regular" pitchFamily="2" charset="-127"/>
                <a:cs typeface="Paperlogy"/>
              </a:rPr>
              <a:t>피부 표면의 이중 보호막</a:t>
            </a:r>
          </a:p>
        </p:txBody>
      </p:sp>
      <p:sp>
        <p:nvSpPr>
          <p:cNvPr id="78" name="water-key">
            <a:extLst>
              <a:ext uri="{FF2B5EF4-FFF2-40B4-BE49-F238E27FC236}">
                <a16:creationId xmlns:a16="http://schemas.microsoft.com/office/drawing/2014/main" id="{369F9476-5A49-C483-6CAE-FE4D0FFF69C3}"/>
              </a:ext>
            </a:extLst>
          </p:cNvPr>
          <p:cNvSpPr>
            <a:spLocks noGrp="1"/>
          </p:cNvSpPr>
          <p:nvPr/>
        </p:nvSpPr>
        <p:spPr>
          <a:xfrm>
            <a:off x="6343905" y="5056632"/>
            <a:ext cx="93345" cy="20003"/>
          </a:xfrm>
          <a:prstGeom prst="rect">
            <a:avLst/>
          </a:prstGeom>
          <a:solidFill>
            <a:srgbClr val="6DBDCC"/>
          </a:solidFill>
          <a:ln w="0">
            <a:noFill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2" name="water-key-label">
            <a:extLst>
              <a:ext uri="{FF2B5EF4-FFF2-40B4-BE49-F238E27FC236}">
                <a16:creationId xmlns:a16="http://schemas.microsoft.com/office/drawing/2014/main" id="{0E83F958-E8F1-6082-A4E1-47F98509179C}"/>
              </a:ext>
            </a:extLst>
          </p:cNvPr>
          <p:cNvSpPr>
            <a:spLocks noGrp="1"/>
          </p:cNvSpPr>
          <p:nvPr/>
        </p:nvSpPr>
        <p:spPr>
          <a:xfrm>
            <a:off x="6477254" y="5023295"/>
            <a:ext cx="1333500" cy="1000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25" b="0">
                <a:solidFill>
                  <a:srgbClr val="64766E"/>
                </a:solidFill>
                <a:latin typeface="Paperlogy"/>
                <a:ea typeface="Paperlogy"/>
                <a:cs typeface="Paperlogy"/>
              </a:defRPr>
            </a:pPr>
            <a:r>
              <a:rPr sz="490" b="0">
                <a:solidFill>
                  <a:srgbClr val="64766E"/>
                </a:solidFill>
                <a:latin typeface="페이퍼로지 4 Regular" pitchFamily="2" charset="-127"/>
                <a:ea typeface="페이퍼로지 4 Regular" pitchFamily="2" charset="-127"/>
                <a:cs typeface="Paperlogy"/>
              </a:rPr>
              <a:t>10종 히알루론산 수분층</a:t>
            </a:r>
          </a:p>
        </p:txBody>
      </p:sp>
      <p:sp>
        <p:nvSpPr>
          <p:cNvPr id="84" name="oil-key">
            <a:extLst>
              <a:ext uri="{FF2B5EF4-FFF2-40B4-BE49-F238E27FC236}">
                <a16:creationId xmlns:a16="http://schemas.microsoft.com/office/drawing/2014/main" id="{52F0444A-1681-CCC9-DA27-2FC20863FC46}"/>
              </a:ext>
            </a:extLst>
          </p:cNvPr>
          <p:cNvSpPr>
            <a:spLocks noGrp="1"/>
          </p:cNvSpPr>
          <p:nvPr/>
        </p:nvSpPr>
        <p:spPr>
          <a:xfrm>
            <a:off x="6343905" y="5169979"/>
            <a:ext cx="93345" cy="20003"/>
          </a:xfrm>
          <a:prstGeom prst="rect">
            <a:avLst/>
          </a:prstGeom>
          <a:solidFill>
            <a:srgbClr val="E6C56A"/>
          </a:solidFill>
          <a:ln w="0">
            <a:noFill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6" name="oil-key-label">
            <a:extLst>
              <a:ext uri="{FF2B5EF4-FFF2-40B4-BE49-F238E27FC236}">
                <a16:creationId xmlns:a16="http://schemas.microsoft.com/office/drawing/2014/main" id="{ACAA4E9D-AA96-2335-11A1-F097CA9F4E39}"/>
              </a:ext>
            </a:extLst>
          </p:cNvPr>
          <p:cNvSpPr>
            <a:spLocks noGrp="1"/>
          </p:cNvSpPr>
          <p:nvPr/>
        </p:nvSpPr>
        <p:spPr>
          <a:xfrm>
            <a:off x="6477254" y="5136642"/>
            <a:ext cx="1333500" cy="1000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25" b="0">
                <a:solidFill>
                  <a:srgbClr val="64766E"/>
                </a:solidFill>
                <a:latin typeface="Paperlogy"/>
                <a:ea typeface="Paperlogy"/>
                <a:cs typeface="Paperlogy"/>
              </a:defRPr>
            </a:pPr>
            <a:r>
              <a:rPr sz="490" b="0">
                <a:solidFill>
                  <a:srgbClr val="64766E"/>
                </a:solidFill>
                <a:latin typeface="페이퍼로지 4 Regular" pitchFamily="2" charset="-127"/>
                <a:ea typeface="페이퍼로지 4 Regular" pitchFamily="2" charset="-127"/>
                <a:cs typeface="Paperlogy"/>
              </a:rPr>
              <a:t>식물유래 글로우 오일층</a:t>
            </a:r>
          </a:p>
        </p:txBody>
      </p:sp>
      <p:sp>
        <p:nvSpPr>
          <p:cNvPr id="88" name="capsule-outer-membrane">
            <a:extLst>
              <a:ext uri="{FF2B5EF4-FFF2-40B4-BE49-F238E27FC236}">
                <a16:creationId xmlns:a16="http://schemas.microsoft.com/office/drawing/2014/main" id="{54DBA72E-F6AC-B897-65E6-5A0CD48190E6}"/>
              </a:ext>
            </a:extLst>
          </p:cNvPr>
          <p:cNvSpPr>
            <a:spLocks noGrp="1"/>
          </p:cNvSpPr>
          <p:nvPr/>
        </p:nvSpPr>
        <p:spPr>
          <a:xfrm>
            <a:off x="3962437" y="5276659"/>
            <a:ext cx="500063" cy="500063"/>
          </a:xfrm>
          <a:prstGeom prst="ellipse">
            <a:avLst/>
          </a:prstGeom>
          <a:solidFill>
            <a:srgbClr val="FBE8ED"/>
          </a:solidFill>
          <a:ln w="11430">
            <a:solidFill>
              <a:srgbClr val="C86F8D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0" name="capsule-inner-membrane">
            <a:extLst>
              <a:ext uri="{FF2B5EF4-FFF2-40B4-BE49-F238E27FC236}">
                <a16:creationId xmlns:a16="http://schemas.microsoft.com/office/drawing/2014/main" id="{4544629B-C766-13E6-5A38-38F779A1226F}"/>
              </a:ext>
            </a:extLst>
          </p:cNvPr>
          <p:cNvSpPr>
            <a:spLocks noGrp="1"/>
          </p:cNvSpPr>
          <p:nvPr/>
        </p:nvSpPr>
        <p:spPr>
          <a:xfrm>
            <a:off x="4009109" y="5323332"/>
            <a:ext cx="406718" cy="406718"/>
          </a:xfrm>
          <a:prstGeom prst="ellipse">
            <a:avLst/>
          </a:prstGeom>
          <a:solidFill>
            <a:srgbClr val="FFFFFF"/>
          </a:solidFill>
          <a:ln w="8573">
            <a:solidFill>
              <a:srgbClr val="DE91A7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2" name="capsule-core">
            <a:extLst>
              <a:ext uri="{FF2B5EF4-FFF2-40B4-BE49-F238E27FC236}">
                <a16:creationId xmlns:a16="http://schemas.microsoft.com/office/drawing/2014/main" id="{ABC934E0-BCC0-F9EA-29D7-BC950FA9CA65}"/>
              </a:ext>
            </a:extLst>
          </p:cNvPr>
          <p:cNvSpPr>
            <a:spLocks noGrp="1"/>
          </p:cNvSpPr>
          <p:nvPr/>
        </p:nvSpPr>
        <p:spPr>
          <a:xfrm>
            <a:off x="4062449" y="5376672"/>
            <a:ext cx="300038" cy="300038"/>
          </a:xfrm>
          <a:prstGeom prst="ellipse">
            <a:avLst/>
          </a:prstGeom>
          <a:solidFill>
            <a:srgbClr val="FFF8F9"/>
          </a:solidFill>
          <a:ln w="6668">
            <a:solidFill>
              <a:srgbClr val="EAB6C5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4" name="encapsulated-active">
            <a:extLst>
              <a:ext uri="{FF2B5EF4-FFF2-40B4-BE49-F238E27FC236}">
                <a16:creationId xmlns:a16="http://schemas.microsoft.com/office/drawing/2014/main" id="{7D7760C5-49CE-D7E4-BACE-CA7CE9B63C70}"/>
              </a:ext>
            </a:extLst>
          </p:cNvPr>
          <p:cNvSpPr>
            <a:spLocks noGrp="1"/>
          </p:cNvSpPr>
          <p:nvPr/>
        </p:nvSpPr>
        <p:spPr>
          <a:xfrm>
            <a:off x="4101121" y="5435347"/>
            <a:ext cx="56007" cy="56007"/>
          </a:xfrm>
          <a:prstGeom prst="ellipse">
            <a:avLst/>
          </a:prstGeom>
          <a:solidFill>
            <a:srgbClr val="E6C56A"/>
          </a:solidFill>
          <a:ln w="3334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6" name="encapsulated-active">
            <a:extLst>
              <a:ext uri="{FF2B5EF4-FFF2-40B4-BE49-F238E27FC236}">
                <a16:creationId xmlns:a16="http://schemas.microsoft.com/office/drawing/2014/main" id="{F27C8D94-91A4-67F1-F038-BBEAE0269C08}"/>
              </a:ext>
            </a:extLst>
          </p:cNvPr>
          <p:cNvSpPr>
            <a:spLocks noGrp="1"/>
          </p:cNvSpPr>
          <p:nvPr/>
        </p:nvSpPr>
        <p:spPr>
          <a:xfrm>
            <a:off x="4217802" y="5432013"/>
            <a:ext cx="49340" cy="49340"/>
          </a:xfrm>
          <a:prstGeom prst="ellipse">
            <a:avLst/>
          </a:prstGeom>
          <a:solidFill>
            <a:srgbClr val="6DBDCC"/>
          </a:solidFill>
          <a:ln w="3334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8" name="encapsulated-active">
            <a:extLst>
              <a:ext uri="{FF2B5EF4-FFF2-40B4-BE49-F238E27FC236}">
                <a16:creationId xmlns:a16="http://schemas.microsoft.com/office/drawing/2014/main" id="{AF2D9B78-24C2-27EF-373C-C7A88B418F5C}"/>
              </a:ext>
            </a:extLst>
          </p:cNvPr>
          <p:cNvSpPr>
            <a:spLocks noGrp="1"/>
          </p:cNvSpPr>
          <p:nvPr/>
        </p:nvSpPr>
        <p:spPr>
          <a:xfrm>
            <a:off x="4159795" y="5534025"/>
            <a:ext cx="58674" cy="58674"/>
          </a:xfrm>
          <a:prstGeom prst="ellipse">
            <a:avLst/>
          </a:prstGeom>
          <a:solidFill>
            <a:srgbClr val="DE91A7"/>
          </a:solidFill>
          <a:ln w="3334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0" name="encapsulated-active">
            <a:extLst>
              <a:ext uri="{FF2B5EF4-FFF2-40B4-BE49-F238E27FC236}">
                <a16:creationId xmlns:a16="http://schemas.microsoft.com/office/drawing/2014/main" id="{55382AF2-EC28-3390-FF50-6A48201F5E25}"/>
              </a:ext>
            </a:extLst>
          </p:cNvPr>
          <p:cNvSpPr>
            <a:spLocks noGrp="1"/>
          </p:cNvSpPr>
          <p:nvPr/>
        </p:nvSpPr>
        <p:spPr>
          <a:xfrm>
            <a:off x="4261140" y="5562029"/>
            <a:ext cx="42672" cy="42672"/>
          </a:xfrm>
          <a:prstGeom prst="ellipse">
            <a:avLst/>
          </a:prstGeom>
          <a:solidFill>
            <a:srgbClr val="E6C56A"/>
          </a:solidFill>
          <a:ln w="3334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2" name="capsule-description">
            <a:extLst>
              <a:ext uri="{FF2B5EF4-FFF2-40B4-BE49-F238E27FC236}">
                <a16:creationId xmlns:a16="http://schemas.microsoft.com/office/drawing/2014/main" id="{48B3467F-F836-99FC-9BB8-A21DDA2AEA36}"/>
              </a:ext>
            </a:extLst>
          </p:cNvPr>
          <p:cNvSpPr>
            <a:spLocks noGrp="1"/>
          </p:cNvSpPr>
          <p:nvPr/>
        </p:nvSpPr>
        <p:spPr>
          <a:xfrm>
            <a:off x="3614392" y="5830062"/>
            <a:ext cx="1293495" cy="12001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03" b="0">
                <a:solidFill>
                  <a:srgbClr val="64766E"/>
                </a:solidFill>
                <a:latin typeface="Paperlogy"/>
                <a:ea typeface="Paperlogy"/>
                <a:cs typeface="Paperlogy"/>
              </a:defRPr>
            </a:pPr>
            <a:r>
              <a:rPr sz="700" b="0" dirty="0">
                <a:solidFill>
                  <a:srgbClr val="64766E"/>
                </a:solidFill>
                <a:latin typeface="페이퍼로지 4 Regular" pitchFamily="2" charset="-127"/>
                <a:ea typeface="페이퍼로지 4 Regular" pitchFamily="2" charset="-127"/>
                <a:cs typeface="Paperlogy"/>
              </a:rPr>
              <a:t>7가지 </a:t>
            </a:r>
            <a:r>
              <a:rPr sz="700" b="0" dirty="0" err="1">
                <a:solidFill>
                  <a:srgbClr val="64766E"/>
                </a:solidFill>
                <a:latin typeface="페이퍼로지 4 Regular" pitchFamily="2" charset="-127"/>
                <a:ea typeface="페이퍼로지 4 Regular" pitchFamily="2" charset="-127"/>
                <a:cs typeface="Paperlogy"/>
              </a:rPr>
              <a:t>미백</a:t>
            </a:r>
            <a:r>
              <a:rPr sz="700" b="0" dirty="0">
                <a:solidFill>
                  <a:srgbClr val="64766E"/>
                </a:solidFill>
                <a:latin typeface="페이퍼로지 4 Regular" pitchFamily="2" charset="-127"/>
                <a:ea typeface="페이퍼로지 4 Regular" pitchFamily="2" charset="-127"/>
                <a:cs typeface="Paperlogy"/>
              </a:rPr>
              <a:t> </a:t>
            </a:r>
            <a:r>
              <a:rPr sz="700" b="0" dirty="0" err="1">
                <a:solidFill>
                  <a:srgbClr val="64766E"/>
                </a:solidFill>
                <a:latin typeface="페이퍼로지 4 Regular" pitchFamily="2" charset="-127"/>
                <a:ea typeface="페이퍼로지 4 Regular" pitchFamily="2" charset="-127"/>
                <a:cs typeface="Paperlogy"/>
              </a:rPr>
              <a:t>성분</a:t>
            </a:r>
            <a:r>
              <a:rPr sz="700" b="0" dirty="0">
                <a:solidFill>
                  <a:srgbClr val="64766E"/>
                </a:solidFill>
                <a:latin typeface="페이퍼로지 4 Regular" pitchFamily="2" charset="-127"/>
                <a:ea typeface="페이퍼로지 4 Regular" pitchFamily="2" charset="-127"/>
                <a:cs typeface="Paperlogy"/>
              </a:rPr>
              <a:t> · 6종 </a:t>
            </a:r>
            <a:r>
              <a:rPr sz="700" b="0" dirty="0" err="1">
                <a:solidFill>
                  <a:srgbClr val="64766E"/>
                </a:solidFill>
                <a:latin typeface="페이퍼로지 4 Regular" pitchFamily="2" charset="-127"/>
                <a:ea typeface="페이퍼로지 4 Regular" pitchFamily="2" charset="-127"/>
                <a:cs typeface="Paperlogy"/>
              </a:rPr>
              <a:t>콜라겐</a:t>
            </a:r>
            <a:endParaRPr sz="700" b="0" dirty="0">
              <a:solidFill>
                <a:srgbClr val="64766E"/>
              </a:solidFill>
              <a:latin typeface="페이퍼로지 4 Regular" pitchFamily="2" charset="-127"/>
              <a:ea typeface="페이퍼로지 4 Regular" pitchFamily="2" charset="-127"/>
              <a:cs typeface="Paperlogy"/>
            </a:endParaRPr>
          </a:p>
        </p:txBody>
      </p:sp>
      <p:sp>
        <p:nvSpPr>
          <p:cNvPr id="104" name="surface-spread-arrow">
            <a:extLst>
              <a:ext uri="{FF2B5EF4-FFF2-40B4-BE49-F238E27FC236}">
                <a16:creationId xmlns:a16="http://schemas.microsoft.com/office/drawing/2014/main" id="{310DFCDB-FB95-C55C-B3A1-54C4CC4FF492}"/>
              </a:ext>
            </a:extLst>
          </p:cNvPr>
          <p:cNvSpPr>
            <a:spLocks noGrp="1"/>
          </p:cNvSpPr>
          <p:nvPr/>
        </p:nvSpPr>
        <p:spPr>
          <a:xfrm>
            <a:off x="4603686" y="5496687"/>
            <a:ext cx="266700" cy="80010"/>
          </a:xfrm>
          <a:prstGeom prst="rightArrow">
            <a:avLst/>
          </a:prstGeom>
          <a:solidFill>
            <a:srgbClr val="6DBDCC"/>
          </a:solidFill>
          <a:ln w="0">
            <a:noFill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6" name="plant-oil-surface-film">
            <a:extLst>
              <a:ext uri="{FF2B5EF4-FFF2-40B4-BE49-F238E27FC236}">
                <a16:creationId xmlns:a16="http://schemas.microsoft.com/office/drawing/2014/main" id="{2FFD76F0-00BF-A49D-905F-76DAFEAF3BD3}"/>
              </a:ext>
            </a:extLst>
          </p:cNvPr>
          <p:cNvSpPr>
            <a:spLocks noGrp="1"/>
          </p:cNvSpPr>
          <p:nvPr/>
        </p:nvSpPr>
        <p:spPr>
          <a:xfrm>
            <a:off x="5003736" y="5296662"/>
            <a:ext cx="2820352" cy="33338"/>
          </a:xfrm>
          <a:prstGeom prst="rect">
            <a:avLst/>
          </a:prstGeom>
          <a:solidFill>
            <a:srgbClr val="FCF3D8"/>
          </a:solidFill>
          <a:ln w="4286">
            <a:solidFill>
              <a:srgbClr val="E6C56A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8" name="hyaluronic-water-film">
            <a:extLst>
              <a:ext uri="{FF2B5EF4-FFF2-40B4-BE49-F238E27FC236}">
                <a16:creationId xmlns:a16="http://schemas.microsoft.com/office/drawing/2014/main" id="{15D9B8EB-8343-A9FB-427A-110AFDD8DF2A}"/>
              </a:ext>
            </a:extLst>
          </p:cNvPr>
          <p:cNvSpPr>
            <a:spLocks noGrp="1"/>
          </p:cNvSpPr>
          <p:nvPr/>
        </p:nvSpPr>
        <p:spPr>
          <a:xfrm>
            <a:off x="5003736" y="5329999"/>
            <a:ext cx="2820352" cy="33338"/>
          </a:xfrm>
          <a:prstGeom prst="rect">
            <a:avLst/>
          </a:prstGeom>
          <a:solidFill>
            <a:srgbClr val="E6F4F6"/>
          </a:solidFill>
          <a:ln w="4286">
            <a:solidFill>
              <a:srgbClr val="6DBDCC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0" name="stratum-corneum-field">
            <a:extLst>
              <a:ext uri="{FF2B5EF4-FFF2-40B4-BE49-F238E27FC236}">
                <a16:creationId xmlns:a16="http://schemas.microsoft.com/office/drawing/2014/main" id="{B0A0DA2F-E62A-E9A7-6EDA-35BCB9184E5F}"/>
              </a:ext>
            </a:extLst>
          </p:cNvPr>
          <p:cNvSpPr>
            <a:spLocks noGrp="1"/>
          </p:cNvSpPr>
          <p:nvPr/>
        </p:nvSpPr>
        <p:spPr>
          <a:xfrm>
            <a:off x="5003736" y="5363338"/>
            <a:ext cx="2820352" cy="146685"/>
          </a:xfrm>
          <a:prstGeom prst="rect">
            <a:avLst/>
          </a:prstGeom>
          <a:solidFill>
            <a:srgbClr val="F8E4D7"/>
          </a:solidFill>
          <a:ln w="0">
            <a:noFill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2" name="corneocyte-lamella">
            <a:extLst>
              <a:ext uri="{FF2B5EF4-FFF2-40B4-BE49-F238E27FC236}">
                <a16:creationId xmlns:a16="http://schemas.microsoft.com/office/drawing/2014/main" id="{E9DD6C72-270E-0243-DC9D-2F58CA43041F}"/>
              </a:ext>
            </a:extLst>
          </p:cNvPr>
          <p:cNvSpPr>
            <a:spLocks noGrp="1"/>
          </p:cNvSpPr>
          <p:nvPr/>
        </p:nvSpPr>
        <p:spPr>
          <a:xfrm>
            <a:off x="5037074" y="5383341"/>
            <a:ext cx="246697" cy="40005"/>
          </a:xfrm>
          <a:prstGeom prst="roundRect">
            <a:avLst>
              <a:gd name="adj" fmla="val 50000"/>
            </a:avLst>
          </a:prstGeom>
          <a:solidFill>
            <a:srgbClr val="F3D4C2"/>
          </a:solidFill>
          <a:ln w="3334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4" name="corneocyte-lamella">
            <a:extLst>
              <a:ext uri="{FF2B5EF4-FFF2-40B4-BE49-F238E27FC236}">
                <a16:creationId xmlns:a16="http://schemas.microsoft.com/office/drawing/2014/main" id="{E76E1F14-BEBB-836B-DAA8-A1BB64CB25B8}"/>
              </a:ext>
            </a:extLst>
          </p:cNvPr>
          <p:cNvSpPr>
            <a:spLocks noGrp="1"/>
          </p:cNvSpPr>
          <p:nvPr/>
        </p:nvSpPr>
        <p:spPr>
          <a:xfrm>
            <a:off x="5317109" y="5383341"/>
            <a:ext cx="246697" cy="40005"/>
          </a:xfrm>
          <a:prstGeom prst="roundRect">
            <a:avLst>
              <a:gd name="adj" fmla="val 50000"/>
            </a:avLst>
          </a:prstGeom>
          <a:solidFill>
            <a:srgbClr val="F3D4C2"/>
          </a:solidFill>
          <a:ln w="3334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6" name="corneocyte-lamella">
            <a:extLst>
              <a:ext uri="{FF2B5EF4-FFF2-40B4-BE49-F238E27FC236}">
                <a16:creationId xmlns:a16="http://schemas.microsoft.com/office/drawing/2014/main" id="{E414D40D-D5AF-56A3-C48E-AAB2D177F619}"/>
              </a:ext>
            </a:extLst>
          </p:cNvPr>
          <p:cNvSpPr>
            <a:spLocks noGrp="1"/>
          </p:cNvSpPr>
          <p:nvPr/>
        </p:nvSpPr>
        <p:spPr>
          <a:xfrm>
            <a:off x="5597144" y="5383341"/>
            <a:ext cx="246697" cy="40005"/>
          </a:xfrm>
          <a:prstGeom prst="roundRect">
            <a:avLst>
              <a:gd name="adj" fmla="val 50000"/>
            </a:avLst>
          </a:prstGeom>
          <a:solidFill>
            <a:srgbClr val="F3D4C2"/>
          </a:solidFill>
          <a:ln w="3334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8" name="corneocyte-lamella">
            <a:extLst>
              <a:ext uri="{FF2B5EF4-FFF2-40B4-BE49-F238E27FC236}">
                <a16:creationId xmlns:a16="http://schemas.microsoft.com/office/drawing/2014/main" id="{E2860259-26F8-1DEB-F327-A66CB08DA264}"/>
              </a:ext>
            </a:extLst>
          </p:cNvPr>
          <p:cNvSpPr>
            <a:spLocks noGrp="1"/>
          </p:cNvSpPr>
          <p:nvPr/>
        </p:nvSpPr>
        <p:spPr>
          <a:xfrm>
            <a:off x="5877179" y="5383341"/>
            <a:ext cx="246697" cy="40005"/>
          </a:xfrm>
          <a:prstGeom prst="roundRect">
            <a:avLst>
              <a:gd name="adj" fmla="val 50000"/>
            </a:avLst>
          </a:prstGeom>
          <a:solidFill>
            <a:srgbClr val="F3D4C2"/>
          </a:solidFill>
          <a:ln w="3334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0" name="corneocyte-lamella">
            <a:extLst>
              <a:ext uri="{FF2B5EF4-FFF2-40B4-BE49-F238E27FC236}">
                <a16:creationId xmlns:a16="http://schemas.microsoft.com/office/drawing/2014/main" id="{375AA5AE-2B49-8AB1-6B8B-3DC42EFEFFCA}"/>
              </a:ext>
            </a:extLst>
          </p:cNvPr>
          <p:cNvSpPr>
            <a:spLocks noGrp="1"/>
          </p:cNvSpPr>
          <p:nvPr/>
        </p:nvSpPr>
        <p:spPr>
          <a:xfrm>
            <a:off x="6157214" y="5383341"/>
            <a:ext cx="246697" cy="40005"/>
          </a:xfrm>
          <a:prstGeom prst="roundRect">
            <a:avLst>
              <a:gd name="adj" fmla="val 50000"/>
            </a:avLst>
          </a:prstGeom>
          <a:solidFill>
            <a:srgbClr val="F3D4C2"/>
          </a:solidFill>
          <a:ln w="3334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2" name="corneocyte-lamella">
            <a:extLst>
              <a:ext uri="{FF2B5EF4-FFF2-40B4-BE49-F238E27FC236}">
                <a16:creationId xmlns:a16="http://schemas.microsoft.com/office/drawing/2014/main" id="{A80CD982-F3B7-14AE-222F-1F7EAF90FA0F}"/>
              </a:ext>
            </a:extLst>
          </p:cNvPr>
          <p:cNvSpPr>
            <a:spLocks noGrp="1"/>
          </p:cNvSpPr>
          <p:nvPr/>
        </p:nvSpPr>
        <p:spPr>
          <a:xfrm>
            <a:off x="6437249" y="5383341"/>
            <a:ext cx="246697" cy="40005"/>
          </a:xfrm>
          <a:prstGeom prst="roundRect">
            <a:avLst>
              <a:gd name="adj" fmla="val 50000"/>
            </a:avLst>
          </a:prstGeom>
          <a:solidFill>
            <a:srgbClr val="F3D4C2"/>
          </a:solidFill>
          <a:ln w="3334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4" name="corneocyte-lamella">
            <a:extLst>
              <a:ext uri="{FF2B5EF4-FFF2-40B4-BE49-F238E27FC236}">
                <a16:creationId xmlns:a16="http://schemas.microsoft.com/office/drawing/2014/main" id="{11E7443D-D084-0AA9-E9E5-07DDBA88661F}"/>
              </a:ext>
            </a:extLst>
          </p:cNvPr>
          <p:cNvSpPr>
            <a:spLocks noGrp="1"/>
          </p:cNvSpPr>
          <p:nvPr/>
        </p:nvSpPr>
        <p:spPr>
          <a:xfrm>
            <a:off x="6717284" y="5383341"/>
            <a:ext cx="246697" cy="40005"/>
          </a:xfrm>
          <a:prstGeom prst="roundRect">
            <a:avLst>
              <a:gd name="adj" fmla="val 50000"/>
            </a:avLst>
          </a:prstGeom>
          <a:solidFill>
            <a:srgbClr val="F3D4C2"/>
          </a:solidFill>
          <a:ln w="3334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6" name="corneocyte-lamella">
            <a:extLst>
              <a:ext uri="{FF2B5EF4-FFF2-40B4-BE49-F238E27FC236}">
                <a16:creationId xmlns:a16="http://schemas.microsoft.com/office/drawing/2014/main" id="{39EFD646-D89F-D5CE-1487-F5F5C1D524E7}"/>
              </a:ext>
            </a:extLst>
          </p:cNvPr>
          <p:cNvSpPr>
            <a:spLocks noGrp="1"/>
          </p:cNvSpPr>
          <p:nvPr/>
        </p:nvSpPr>
        <p:spPr>
          <a:xfrm>
            <a:off x="6997319" y="5383341"/>
            <a:ext cx="246697" cy="40005"/>
          </a:xfrm>
          <a:prstGeom prst="roundRect">
            <a:avLst>
              <a:gd name="adj" fmla="val 50000"/>
            </a:avLst>
          </a:prstGeom>
          <a:solidFill>
            <a:srgbClr val="F3D4C2"/>
          </a:solidFill>
          <a:ln w="3334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8" name="corneocyte-lamella">
            <a:extLst>
              <a:ext uri="{FF2B5EF4-FFF2-40B4-BE49-F238E27FC236}">
                <a16:creationId xmlns:a16="http://schemas.microsoft.com/office/drawing/2014/main" id="{1FCBC709-0A83-5ABD-FAA5-B663B72CA2F5}"/>
              </a:ext>
            </a:extLst>
          </p:cNvPr>
          <p:cNvSpPr>
            <a:spLocks noGrp="1"/>
          </p:cNvSpPr>
          <p:nvPr/>
        </p:nvSpPr>
        <p:spPr>
          <a:xfrm>
            <a:off x="7277354" y="5383341"/>
            <a:ext cx="246697" cy="40005"/>
          </a:xfrm>
          <a:prstGeom prst="roundRect">
            <a:avLst>
              <a:gd name="adj" fmla="val 50000"/>
            </a:avLst>
          </a:prstGeom>
          <a:solidFill>
            <a:srgbClr val="F3D4C2"/>
          </a:solidFill>
          <a:ln w="3334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30" name="corneocyte-lamella">
            <a:extLst>
              <a:ext uri="{FF2B5EF4-FFF2-40B4-BE49-F238E27FC236}">
                <a16:creationId xmlns:a16="http://schemas.microsoft.com/office/drawing/2014/main" id="{54E0F173-F0AB-855C-CEC8-EC4D7F2477BC}"/>
              </a:ext>
            </a:extLst>
          </p:cNvPr>
          <p:cNvSpPr>
            <a:spLocks noGrp="1"/>
          </p:cNvSpPr>
          <p:nvPr/>
        </p:nvSpPr>
        <p:spPr>
          <a:xfrm>
            <a:off x="7557389" y="5383341"/>
            <a:ext cx="246697" cy="40005"/>
          </a:xfrm>
          <a:prstGeom prst="roundRect">
            <a:avLst>
              <a:gd name="adj" fmla="val 50000"/>
            </a:avLst>
          </a:prstGeom>
          <a:solidFill>
            <a:srgbClr val="F3D4C2"/>
          </a:solidFill>
          <a:ln w="3334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32" name="corneocyte-lamella">
            <a:extLst>
              <a:ext uri="{FF2B5EF4-FFF2-40B4-BE49-F238E27FC236}">
                <a16:creationId xmlns:a16="http://schemas.microsoft.com/office/drawing/2014/main" id="{C3141B0B-3FAC-4443-D72E-030A3BB45DDB}"/>
              </a:ext>
            </a:extLst>
          </p:cNvPr>
          <p:cNvSpPr>
            <a:spLocks noGrp="1"/>
          </p:cNvSpPr>
          <p:nvPr/>
        </p:nvSpPr>
        <p:spPr>
          <a:xfrm>
            <a:off x="5150422" y="5443348"/>
            <a:ext cx="246697" cy="40005"/>
          </a:xfrm>
          <a:prstGeom prst="roundRect">
            <a:avLst>
              <a:gd name="adj" fmla="val 50000"/>
            </a:avLst>
          </a:prstGeom>
          <a:solidFill>
            <a:srgbClr val="F3D4C2"/>
          </a:solidFill>
          <a:ln w="3334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34" name="corneocyte-lamella">
            <a:extLst>
              <a:ext uri="{FF2B5EF4-FFF2-40B4-BE49-F238E27FC236}">
                <a16:creationId xmlns:a16="http://schemas.microsoft.com/office/drawing/2014/main" id="{990F6CB3-F028-5C6D-F199-371DEDE3CFBA}"/>
              </a:ext>
            </a:extLst>
          </p:cNvPr>
          <p:cNvSpPr>
            <a:spLocks noGrp="1"/>
          </p:cNvSpPr>
          <p:nvPr/>
        </p:nvSpPr>
        <p:spPr>
          <a:xfrm>
            <a:off x="5430457" y="5443348"/>
            <a:ext cx="246697" cy="40005"/>
          </a:xfrm>
          <a:prstGeom prst="roundRect">
            <a:avLst>
              <a:gd name="adj" fmla="val 50000"/>
            </a:avLst>
          </a:prstGeom>
          <a:solidFill>
            <a:srgbClr val="F3D4C2"/>
          </a:solidFill>
          <a:ln w="3334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37" name="corneocyte-lamella">
            <a:extLst>
              <a:ext uri="{FF2B5EF4-FFF2-40B4-BE49-F238E27FC236}">
                <a16:creationId xmlns:a16="http://schemas.microsoft.com/office/drawing/2014/main" id="{B55D8447-375E-7B22-9EDF-BBC62CB53D3D}"/>
              </a:ext>
            </a:extLst>
          </p:cNvPr>
          <p:cNvSpPr>
            <a:spLocks noGrp="1"/>
          </p:cNvSpPr>
          <p:nvPr/>
        </p:nvSpPr>
        <p:spPr>
          <a:xfrm>
            <a:off x="5710491" y="5443348"/>
            <a:ext cx="246697" cy="40005"/>
          </a:xfrm>
          <a:prstGeom prst="roundRect">
            <a:avLst>
              <a:gd name="adj" fmla="val 50000"/>
            </a:avLst>
          </a:prstGeom>
          <a:solidFill>
            <a:srgbClr val="F3D4C2"/>
          </a:solidFill>
          <a:ln w="3334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40" name="corneocyte-lamella">
            <a:extLst>
              <a:ext uri="{FF2B5EF4-FFF2-40B4-BE49-F238E27FC236}">
                <a16:creationId xmlns:a16="http://schemas.microsoft.com/office/drawing/2014/main" id="{3037D34D-B720-27E8-B5D6-181C44A5E5B1}"/>
              </a:ext>
            </a:extLst>
          </p:cNvPr>
          <p:cNvSpPr>
            <a:spLocks noGrp="1"/>
          </p:cNvSpPr>
          <p:nvPr/>
        </p:nvSpPr>
        <p:spPr>
          <a:xfrm>
            <a:off x="5990527" y="5443348"/>
            <a:ext cx="246697" cy="40005"/>
          </a:xfrm>
          <a:prstGeom prst="roundRect">
            <a:avLst>
              <a:gd name="adj" fmla="val 50000"/>
            </a:avLst>
          </a:prstGeom>
          <a:solidFill>
            <a:srgbClr val="F3D4C2"/>
          </a:solidFill>
          <a:ln w="3334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42" name="corneocyte-lamella">
            <a:extLst>
              <a:ext uri="{FF2B5EF4-FFF2-40B4-BE49-F238E27FC236}">
                <a16:creationId xmlns:a16="http://schemas.microsoft.com/office/drawing/2014/main" id="{C8B7A015-EC38-708D-51A0-CA36F62B2A2F}"/>
              </a:ext>
            </a:extLst>
          </p:cNvPr>
          <p:cNvSpPr>
            <a:spLocks noGrp="1"/>
          </p:cNvSpPr>
          <p:nvPr/>
        </p:nvSpPr>
        <p:spPr>
          <a:xfrm>
            <a:off x="6270561" y="5443348"/>
            <a:ext cx="246697" cy="40005"/>
          </a:xfrm>
          <a:prstGeom prst="roundRect">
            <a:avLst>
              <a:gd name="adj" fmla="val 50000"/>
            </a:avLst>
          </a:prstGeom>
          <a:solidFill>
            <a:srgbClr val="F3D4C2"/>
          </a:solidFill>
          <a:ln w="3334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44" name="corneocyte-lamella">
            <a:extLst>
              <a:ext uri="{FF2B5EF4-FFF2-40B4-BE49-F238E27FC236}">
                <a16:creationId xmlns:a16="http://schemas.microsoft.com/office/drawing/2014/main" id="{0A054FD1-BBFE-A08E-D401-9B3E12702BC4}"/>
              </a:ext>
            </a:extLst>
          </p:cNvPr>
          <p:cNvSpPr>
            <a:spLocks noGrp="1"/>
          </p:cNvSpPr>
          <p:nvPr/>
        </p:nvSpPr>
        <p:spPr>
          <a:xfrm>
            <a:off x="6550596" y="5443348"/>
            <a:ext cx="246697" cy="40005"/>
          </a:xfrm>
          <a:prstGeom prst="roundRect">
            <a:avLst>
              <a:gd name="adj" fmla="val 50000"/>
            </a:avLst>
          </a:prstGeom>
          <a:solidFill>
            <a:srgbClr val="F3D4C2"/>
          </a:solidFill>
          <a:ln w="3334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46" name="corneocyte-lamella">
            <a:extLst>
              <a:ext uri="{FF2B5EF4-FFF2-40B4-BE49-F238E27FC236}">
                <a16:creationId xmlns:a16="http://schemas.microsoft.com/office/drawing/2014/main" id="{E85DD5D0-FE9E-01A6-92CF-257FED32B1C3}"/>
              </a:ext>
            </a:extLst>
          </p:cNvPr>
          <p:cNvSpPr>
            <a:spLocks noGrp="1"/>
          </p:cNvSpPr>
          <p:nvPr/>
        </p:nvSpPr>
        <p:spPr>
          <a:xfrm>
            <a:off x="6830631" y="5443348"/>
            <a:ext cx="246697" cy="40005"/>
          </a:xfrm>
          <a:prstGeom prst="roundRect">
            <a:avLst>
              <a:gd name="adj" fmla="val 50000"/>
            </a:avLst>
          </a:prstGeom>
          <a:solidFill>
            <a:srgbClr val="F3D4C2"/>
          </a:solidFill>
          <a:ln w="3334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48" name="corneocyte-lamella">
            <a:extLst>
              <a:ext uri="{FF2B5EF4-FFF2-40B4-BE49-F238E27FC236}">
                <a16:creationId xmlns:a16="http://schemas.microsoft.com/office/drawing/2014/main" id="{D2452B90-71D4-9B19-3B33-0EDA9B199AD0}"/>
              </a:ext>
            </a:extLst>
          </p:cNvPr>
          <p:cNvSpPr>
            <a:spLocks noGrp="1"/>
          </p:cNvSpPr>
          <p:nvPr/>
        </p:nvSpPr>
        <p:spPr>
          <a:xfrm>
            <a:off x="7110667" y="5443348"/>
            <a:ext cx="246697" cy="40005"/>
          </a:xfrm>
          <a:prstGeom prst="roundRect">
            <a:avLst>
              <a:gd name="adj" fmla="val 50000"/>
            </a:avLst>
          </a:prstGeom>
          <a:solidFill>
            <a:srgbClr val="F3D4C2"/>
          </a:solidFill>
          <a:ln w="3334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0" name="corneocyte-lamella">
            <a:extLst>
              <a:ext uri="{FF2B5EF4-FFF2-40B4-BE49-F238E27FC236}">
                <a16:creationId xmlns:a16="http://schemas.microsoft.com/office/drawing/2014/main" id="{708E3D08-1733-DC16-67C9-08671C31C8F8}"/>
              </a:ext>
            </a:extLst>
          </p:cNvPr>
          <p:cNvSpPr>
            <a:spLocks noGrp="1"/>
          </p:cNvSpPr>
          <p:nvPr/>
        </p:nvSpPr>
        <p:spPr>
          <a:xfrm>
            <a:off x="7390702" y="5443348"/>
            <a:ext cx="246697" cy="40005"/>
          </a:xfrm>
          <a:prstGeom prst="roundRect">
            <a:avLst>
              <a:gd name="adj" fmla="val 50000"/>
            </a:avLst>
          </a:prstGeom>
          <a:solidFill>
            <a:srgbClr val="F3D4C2"/>
          </a:solidFill>
          <a:ln w="3334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2" name="epidermis-field">
            <a:extLst>
              <a:ext uri="{FF2B5EF4-FFF2-40B4-BE49-F238E27FC236}">
                <a16:creationId xmlns:a16="http://schemas.microsoft.com/office/drawing/2014/main" id="{6E99F16E-EECD-8902-09E0-57BE3DF9F6C1}"/>
              </a:ext>
            </a:extLst>
          </p:cNvPr>
          <p:cNvSpPr>
            <a:spLocks noGrp="1"/>
          </p:cNvSpPr>
          <p:nvPr/>
        </p:nvSpPr>
        <p:spPr>
          <a:xfrm>
            <a:off x="5003736" y="5510023"/>
            <a:ext cx="2820352" cy="146685"/>
          </a:xfrm>
          <a:prstGeom prst="rect">
            <a:avLst/>
          </a:prstGeom>
          <a:solidFill>
            <a:srgbClr val="F4C4AF"/>
          </a:solidFill>
          <a:ln w="0">
            <a:noFill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4" name="epidermal-cell">
            <a:extLst>
              <a:ext uri="{FF2B5EF4-FFF2-40B4-BE49-F238E27FC236}">
                <a16:creationId xmlns:a16="http://schemas.microsoft.com/office/drawing/2014/main" id="{9B3BF70E-2237-DAC2-79E0-D00AD5ADBBC5}"/>
              </a:ext>
            </a:extLst>
          </p:cNvPr>
          <p:cNvSpPr>
            <a:spLocks noGrp="1"/>
          </p:cNvSpPr>
          <p:nvPr/>
        </p:nvSpPr>
        <p:spPr>
          <a:xfrm>
            <a:off x="5037074" y="5536692"/>
            <a:ext cx="166688" cy="80010"/>
          </a:xfrm>
          <a:prstGeom prst="ellipse">
            <a:avLst/>
          </a:prstGeom>
          <a:solidFill>
            <a:srgbClr val="F9D6C5"/>
          </a:solidFill>
          <a:ln w="2858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6" name="epidermal-cell">
            <a:extLst>
              <a:ext uri="{FF2B5EF4-FFF2-40B4-BE49-F238E27FC236}">
                <a16:creationId xmlns:a16="http://schemas.microsoft.com/office/drawing/2014/main" id="{A2F244F0-B5D4-7EEC-8E80-591BD23CEDAA}"/>
              </a:ext>
            </a:extLst>
          </p:cNvPr>
          <p:cNvSpPr>
            <a:spLocks noGrp="1"/>
          </p:cNvSpPr>
          <p:nvPr/>
        </p:nvSpPr>
        <p:spPr>
          <a:xfrm>
            <a:off x="5250434" y="5570029"/>
            <a:ext cx="166688" cy="80010"/>
          </a:xfrm>
          <a:prstGeom prst="ellipse">
            <a:avLst/>
          </a:prstGeom>
          <a:solidFill>
            <a:srgbClr val="F9D6C5"/>
          </a:solidFill>
          <a:ln w="2858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8" name="epidermal-cell">
            <a:extLst>
              <a:ext uri="{FF2B5EF4-FFF2-40B4-BE49-F238E27FC236}">
                <a16:creationId xmlns:a16="http://schemas.microsoft.com/office/drawing/2014/main" id="{5E212D33-517F-1B03-38CC-D2113210F831}"/>
              </a:ext>
            </a:extLst>
          </p:cNvPr>
          <p:cNvSpPr>
            <a:spLocks noGrp="1"/>
          </p:cNvSpPr>
          <p:nvPr/>
        </p:nvSpPr>
        <p:spPr>
          <a:xfrm>
            <a:off x="5463794" y="5536692"/>
            <a:ext cx="166688" cy="80010"/>
          </a:xfrm>
          <a:prstGeom prst="ellipse">
            <a:avLst/>
          </a:prstGeom>
          <a:solidFill>
            <a:srgbClr val="F9D6C5"/>
          </a:solidFill>
          <a:ln w="2858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60" name="epidermal-cell">
            <a:extLst>
              <a:ext uri="{FF2B5EF4-FFF2-40B4-BE49-F238E27FC236}">
                <a16:creationId xmlns:a16="http://schemas.microsoft.com/office/drawing/2014/main" id="{4210B8B4-2642-4675-825D-B2A37F95BA2C}"/>
              </a:ext>
            </a:extLst>
          </p:cNvPr>
          <p:cNvSpPr>
            <a:spLocks noGrp="1"/>
          </p:cNvSpPr>
          <p:nvPr/>
        </p:nvSpPr>
        <p:spPr>
          <a:xfrm>
            <a:off x="5677154" y="5570029"/>
            <a:ext cx="166688" cy="80010"/>
          </a:xfrm>
          <a:prstGeom prst="ellipse">
            <a:avLst/>
          </a:prstGeom>
          <a:solidFill>
            <a:srgbClr val="F9D6C5"/>
          </a:solidFill>
          <a:ln w="2858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62" name="epidermal-cell">
            <a:extLst>
              <a:ext uri="{FF2B5EF4-FFF2-40B4-BE49-F238E27FC236}">
                <a16:creationId xmlns:a16="http://schemas.microsoft.com/office/drawing/2014/main" id="{4EB7A1D0-CB65-C8D6-1B4F-E27887B3F416}"/>
              </a:ext>
            </a:extLst>
          </p:cNvPr>
          <p:cNvSpPr>
            <a:spLocks noGrp="1"/>
          </p:cNvSpPr>
          <p:nvPr/>
        </p:nvSpPr>
        <p:spPr>
          <a:xfrm>
            <a:off x="5890514" y="5536692"/>
            <a:ext cx="166688" cy="80010"/>
          </a:xfrm>
          <a:prstGeom prst="ellipse">
            <a:avLst/>
          </a:prstGeom>
          <a:solidFill>
            <a:srgbClr val="F9D6C5"/>
          </a:solidFill>
          <a:ln w="2858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64" name="epidermal-cell">
            <a:extLst>
              <a:ext uri="{FF2B5EF4-FFF2-40B4-BE49-F238E27FC236}">
                <a16:creationId xmlns:a16="http://schemas.microsoft.com/office/drawing/2014/main" id="{7D266379-D065-C1F9-2623-FC4DAD033517}"/>
              </a:ext>
            </a:extLst>
          </p:cNvPr>
          <p:cNvSpPr>
            <a:spLocks noGrp="1"/>
          </p:cNvSpPr>
          <p:nvPr/>
        </p:nvSpPr>
        <p:spPr>
          <a:xfrm>
            <a:off x="6103874" y="5570029"/>
            <a:ext cx="166688" cy="80010"/>
          </a:xfrm>
          <a:prstGeom prst="ellipse">
            <a:avLst/>
          </a:prstGeom>
          <a:solidFill>
            <a:srgbClr val="F9D6C5"/>
          </a:solidFill>
          <a:ln w="2858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66" name="epidermal-cell">
            <a:extLst>
              <a:ext uri="{FF2B5EF4-FFF2-40B4-BE49-F238E27FC236}">
                <a16:creationId xmlns:a16="http://schemas.microsoft.com/office/drawing/2014/main" id="{BFDAD2AA-57B1-EDF4-9B9A-82FC73D51569}"/>
              </a:ext>
            </a:extLst>
          </p:cNvPr>
          <p:cNvSpPr>
            <a:spLocks noGrp="1"/>
          </p:cNvSpPr>
          <p:nvPr/>
        </p:nvSpPr>
        <p:spPr>
          <a:xfrm>
            <a:off x="6317234" y="5536692"/>
            <a:ext cx="166688" cy="80010"/>
          </a:xfrm>
          <a:prstGeom prst="ellipse">
            <a:avLst/>
          </a:prstGeom>
          <a:solidFill>
            <a:srgbClr val="F9D6C5"/>
          </a:solidFill>
          <a:ln w="2858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68" name="epidermal-cell">
            <a:extLst>
              <a:ext uri="{FF2B5EF4-FFF2-40B4-BE49-F238E27FC236}">
                <a16:creationId xmlns:a16="http://schemas.microsoft.com/office/drawing/2014/main" id="{56335A6F-BE22-0AEA-F2F1-B9E3C5C6E35D}"/>
              </a:ext>
            </a:extLst>
          </p:cNvPr>
          <p:cNvSpPr>
            <a:spLocks noGrp="1"/>
          </p:cNvSpPr>
          <p:nvPr/>
        </p:nvSpPr>
        <p:spPr>
          <a:xfrm>
            <a:off x="6530594" y="5570029"/>
            <a:ext cx="166688" cy="80010"/>
          </a:xfrm>
          <a:prstGeom prst="ellipse">
            <a:avLst/>
          </a:prstGeom>
          <a:solidFill>
            <a:srgbClr val="F9D6C5"/>
          </a:solidFill>
          <a:ln w="2858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70" name="epidermal-cell">
            <a:extLst>
              <a:ext uri="{FF2B5EF4-FFF2-40B4-BE49-F238E27FC236}">
                <a16:creationId xmlns:a16="http://schemas.microsoft.com/office/drawing/2014/main" id="{385E6A7F-3C9B-4BF3-A674-D0F1AE73ADC4}"/>
              </a:ext>
            </a:extLst>
          </p:cNvPr>
          <p:cNvSpPr>
            <a:spLocks noGrp="1"/>
          </p:cNvSpPr>
          <p:nvPr/>
        </p:nvSpPr>
        <p:spPr>
          <a:xfrm>
            <a:off x="6743954" y="5536692"/>
            <a:ext cx="166688" cy="80010"/>
          </a:xfrm>
          <a:prstGeom prst="ellipse">
            <a:avLst/>
          </a:prstGeom>
          <a:solidFill>
            <a:srgbClr val="F9D6C5"/>
          </a:solidFill>
          <a:ln w="2858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72" name="epidermal-cell">
            <a:extLst>
              <a:ext uri="{FF2B5EF4-FFF2-40B4-BE49-F238E27FC236}">
                <a16:creationId xmlns:a16="http://schemas.microsoft.com/office/drawing/2014/main" id="{2AC7E279-032C-88D1-E187-B57B4C204929}"/>
              </a:ext>
            </a:extLst>
          </p:cNvPr>
          <p:cNvSpPr>
            <a:spLocks noGrp="1"/>
          </p:cNvSpPr>
          <p:nvPr/>
        </p:nvSpPr>
        <p:spPr>
          <a:xfrm>
            <a:off x="6957314" y="5570029"/>
            <a:ext cx="166688" cy="80010"/>
          </a:xfrm>
          <a:prstGeom prst="ellipse">
            <a:avLst/>
          </a:prstGeom>
          <a:solidFill>
            <a:srgbClr val="F9D6C5"/>
          </a:solidFill>
          <a:ln w="2858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74" name="epidermal-cell">
            <a:extLst>
              <a:ext uri="{FF2B5EF4-FFF2-40B4-BE49-F238E27FC236}">
                <a16:creationId xmlns:a16="http://schemas.microsoft.com/office/drawing/2014/main" id="{E91FC7BF-16B9-877F-A289-83909A77A25E}"/>
              </a:ext>
            </a:extLst>
          </p:cNvPr>
          <p:cNvSpPr>
            <a:spLocks noGrp="1"/>
          </p:cNvSpPr>
          <p:nvPr/>
        </p:nvSpPr>
        <p:spPr>
          <a:xfrm>
            <a:off x="7170674" y="5536692"/>
            <a:ext cx="166688" cy="80010"/>
          </a:xfrm>
          <a:prstGeom prst="ellipse">
            <a:avLst/>
          </a:prstGeom>
          <a:solidFill>
            <a:srgbClr val="F9D6C5"/>
          </a:solidFill>
          <a:ln w="2858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76" name="epidermal-cell">
            <a:extLst>
              <a:ext uri="{FF2B5EF4-FFF2-40B4-BE49-F238E27FC236}">
                <a16:creationId xmlns:a16="http://schemas.microsoft.com/office/drawing/2014/main" id="{E3A14F0F-F388-E5C1-16EB-3F93E4AD2227}"/>
              </a:ext>
            </a:extLst>
          </p:cNvPr>
          <p:cNvSpPr>
            <a:spLocks noGrp="1"/>
          </p:cNvSpPr>
          <p:nvPr/>
        </p:nvSpPr>
        <p:spPr>
          <a:xfrm>
            <a:off x="7384034" y="5570029"/>
            <a:ext cx="166688" cy="80010"/>
          </a:xfrm>
          <a:prstGeom prst="ellipse">
            <a:avLst/>
          </a:prstGeom>
          <a:solidFill>
            <a:srgbClr val="F9D6C5"/>
          </a:solidFill>
          <a:ln w="2858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78" name="epidermal-cell">
            <a:extLst>
              <a:ext uri="{FF2B5EF4-FFF2-40B4-BE49-F238E27FC236}">
                <a16:creationId xmlns:a16="http://schemas.microsoft.com/office/drawing/2014/main" id="{5C40B6C0-58D7-E974-F8D4-EFA0A026E152}"/>
              </a:ext>
            </a:extLst>
          </p:cNvPr>
          <p:cNvSpPr>
            <a:spLocks noGrp="1"/>
          </p:cNvSpPr>
          <p:nvPr/>
        </p:nvSpPr>
        <p:spPr>
          <a:xfrm>
            <a:off x="7597394" y="5536692"/>
            <a:ext cx="166688" cy="80010"/>
          </a:xfrm>
          <a:prstGeom prst="ellipse">
            <a:avLst/>
          </a:prstGeom>
          <a:solidFill>
            <a:srgbClr val="F9D6C5"/>
          </a:solidFill>
          <a:ln w="2858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80" name="dermis-field">
            <a:extLst>
              <a:ext uri="{FF2B5EF4-FFF2-40B4-BE49-F238E27FC236}">
                <a16:creationId xmlns:a16="http://schemas.microsoft.com/office/drawing/2014/main" id="{FC8CBBBC-5A06-A843-72C3-C3A90FEB157E}"/>
              </a:ext>
            </a:extLst>
          </p:cNvPr>
          <p:cNvSpPr>
            <a:spLocks noGrp="1"/>
          </p:cNvSpPr>
          <p:nvPr/>
        </p:nvSpPr>
        <p:spPr>
          <a:xfrm>
            <a:off x="5003736" y="5656708"/>
            <a:ext cx="2820352" cy="120015"/>
          </a:xfrm>
          <a:prstGeom prst="rect">
            <a:avLst/>
          </a:prstGeom>
          <a:solidFill>
            <a:srgbClr val="ECAA8C"/>
          </a:solidFill>
          <a:ln w="0">
            <a:noFill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82" name="dermal-matrix-cell">
            <a:extLst>
              <a:ext uri="{FF2B5EF4-FFF2-40B4-BE49-F238E27FC236}">
                <a16:creationId xmlns:a16="http://schemas.microsoft.com/office/drawing/2014/main" id="{4D49A4B7-DF8E-6C66-C523-0BD1509B90AE}"/>
              </a:ext>
            </a:extLst>
          </p:cNvPr>
          <p:cNvSpPr>
            <a:spLocks noGrp="1"/>
          </p:cNvSpPr>
          <p:nvPr/>
        </p:nvSpPr>
        <p:spPr>
          <a:xfrm>
            <a:off x="5117085" y="5683377"/>
            <a:ext cx="200025" cy="53340"/>
          </a:xfrm>
          <a:prstGeom prst="ellipse">
            <a:avLst/>
          </a:prstGeom>
          <a:solidFill>
            <a:srgbClr val="F9D6C5"/>
          </a:solidFill>
          <a:ln w="2858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84" name="dermal-matrix-cell">
            <a:extLst>
              <a:ext uri="{FF2B5EF4-FFF2-40B4-BE49-F238E27FC236}">
                <a16:creationId xmlns:a16="http://schemas.microsoft.com/office/drawing/2014/main" id="{D7953B1A-1E43-FB8E-33ED-AC2BCDABE921}"/>
              </a:ext>
            </a:extLst>
          </p:cNvPr>
          <p:cNvSpPr>
            <a:spLocks noGrp="1"/>
          </p:cNvSpPr>
          <p:nvPr/>
        </p:nvSpPr>
        <p:spPr>
          <a:xfrm>
            <a:off x="5417123" y="5703379"/>
            <a:ext cx="200025" cy="53340"/>
          </a:xfrm>
          <a:prstGeom prst="ellipse">
            <a:avLst/>
          </a:prstGeom>
          <a:solidFill>
            <a:srgbClr val="F9D6C5"/>
          </a:solidFill>
          <a:ln w="2858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86" name="dermal-matrix-cell">
            <a:extLst>
              <a:ext uri="{FF2B5EF4-FFF2-40B4-BE49-F238E27FC236}">
                <a16:creationId xmlns:a16="http://schemas.microsoft.com/office/drawing/2014/main" id="{5B26EFA1-47F4-F0A7-C249-21E4983F8838}"/>
              </a:ext>
            </a:extLst>
          </p:cNvPr>
          <p:cNvSpPr>
            <a:spLocks noGrp="1"/>
          </p:cNvSpPr>
          <p:nvPr/>
        </p:nvSpPr>
        <p:spPr>
          <a:xfrm>
            <a:off x="5717160" y="5683377"/>
            <a:ext cx="200025" cy="53340"/>
          </a:xfrm>
          <a:prstGeom prst="ellipse">
            <a:avLst/>
          </a:prstGeom>
          <a:solidFill>
            <a:srgbClr val="F9D6C5"/>
          </a:solidFill>
          <a:ln w="2858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88" name="dermal-matrix-cell">
            <a:extLst>
              <a:ext uri="{FF2B5EF4-FFF2-40B4-BE49-F238E27FC236}">
                <a16:creationId xmlns:a16="http://schemas.microsoft.com/office/drawing/2014/main" id="{2FDCDCD4-7206-490E-C5B3-15ACF6508A49}"/>
              </a:ext>
            </a:extLst>
          </p:cNvPr>
          <p:cNvSpPr>
            <a:spLocks noGrp="1"/>
          </p:cNvSpPr>
          <p:nvPr/>
        </p:nvSpPr>
        <p:spPr>
          <a:xfrm>
            <a:off x="6017198" y="5703379"/>
            <a:ext cx="200025" cy="53340"/>
          </a:xfrm>
          <a:prstGeom prst="ellipse">
            <a:avLst/>
          </a:prstGeom>
          <a:solidFill>
            <a:srgbClr val="F9D6C5"/>
          </a:solidFill>
          <a:ln w="2858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0" name="dermal-matrix-cell">
            <a:extLst>
              <a:ext uri="{FF2B5EF4-FFF2-40B4-BE49-F238E27FC236}">
                <a16:creationId xmlns:a16="http://schemas.microsoft.com/office/drawing/2014/main" id="{C3E54AEE-3B0D-C095-1830-3DC9D49C9B40}"/>
              </a:ext>
            </a:extLst>
          </p:cNvPr>
          <p:cNvSpPr>
            <a:spLocks noGrp="1"/>
          </p:cNvSpPr>
          <p:nvPr/>
        </p:nvSpPr>
        <p:spPr>
          <a:xfrm>
            <a:off x="6317235" y="5683377"/>
            <a:ext cx="200025" cy="53340"/>
          </a:xfrm>
          <a:prstGeom prst="ellipse">
            <a:avLst/>
          </a:prstGeom>
          <a:solidFill>
            <a:srgbClr val="F9D6C5"/>
          </a:solidFill>
          <a:ln w="2858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2" name="dermal-matrix-cell">
            <a:extLst>
              <a:ext uri="{FF2B5EF4-FFF2-40B4-BE49-F238E27FC236}">
                <a16:creationId xmlns:a16="http://schemas.microsoft.com/office/drawing/2014/main" id="{EEE75133-E680-38DE-36E9-D782CA5DA62C}"/>
              </a:ext>
            </a:extLst>
          </p:cNvPr>
          <p:cNvSpPr>
            <a:spLocks noGrp="1"/>
          </p:cNvSpPr>
          <p:nvPr/>
        </p:nvSpPr>
        <p:spPr>
          <a:xfrm>
            <a:off x="6617272" y="5703379"/>
            <a:ext cx="200025" cy="53340"/>
          </a:xfrm>
          <a:prstGeom prst="ellipse">
            <a:avLst/>
          </a:prstGeom>
          <a:solidFill>
            <a:srgbClr val="F9D6C5"/>
          </a:solidFill>
          <a:ln w="2858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4" name="dermal-matrix-cell">
            <a:extLst>
              <a:ext uri="{FF2B5EF4-FFF2-40B4-BE49-F238E27FC236}">
                <a16:creationId xmlns:a16="http://schemas.microsoft.com/office/drawing/2014/main" id="{976EED0B-9C7A-B7C0-5D61-6A19C82F706D}"/>
              </a:ext>
            </a:extLst>
          </p:cNvPr>
          <p:cNvSpPr>
            <a:spLocks noGrp="1"/>
          </p:cNvSpPr>
          <p:nvPr/>
        </p:nvSpPr>
        <p:spPr>
          <a:xfrm>
            <a:off x="6917310" y="5683377"/>
            <a:ext cx="200025" cy="53340"/>
          </a:xfrm>
          <a:prstGeom prst="ellipse">
            <a:avLst/>
          </a:prstGeom>
          <a:solidFill>
            <a:srgbClr val="F9D6C5"/>
          </a:solidFill>
          <a:ln w="2858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6" name="dermal-matrix-cell">
            <a:extLst>
              <a:ext uri="{FF2B5EF4-FFF2-40B4-BE49-F238E27FC236}">
                <a16:creationId xmlns:a16="http://schemas.microsoft.com/office/drawing/2014/main" id="{509B7D32-E4C9-1927-4079-B429D940F4A4}"/>
              </a:ext>
            </a:extLst>
          </p:cNvPr>
          <p:cNvSpPr>
            <a:spLocks noGrp="1"/>
          </p:cNvSpPr>
          <p:nvPr/>
        </p:nvSpPr>
        <p:spPr>
          <a:xfrm>
            <a:off x="7217347" y="5703379"/>
            <a:ext cx="200025" cy="53340"/>
          </a:xfrm>
          <a:prstGeom prst="ellipse">
            <a:avLst/>
          </a:prstGeom>
          <a:solidFill>
            <a:srgbClr val="F9D6C5"/>
          </a:solidFill>
          <a:ln w="2858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8" name="dermal-matrix-cell">
            <a:extLst>
              <a:ext uri="{FF2B5EF4-FFF2-40B4-BE49-F238E27FC236}">
                <a16:creationId xmlns:a16="http://schemas.microsoft.com/office/drawing/2014/main" id="{15278606-95FB-ED31-5259-E871247168D0}"/>
              </a:ext>
            </a:extLst>
          </p:cNvPr>
          <p:cNvSpPr>
            <a:spLocks noGrp="1"/>
          </p:cNvSpPr>
          <p:nvPr/>
        </p:nvSpPr>
        <p:spPr>
          <a:xfrm>
            <a:off x="7517385" y="5683377"/>
            <a:ext cx="200025" cy="53340"/>
          </a:xfrm>
          <a:prstGeom prst="ellipse">
            <a:avLst/>
          </a:prstGeom>
          <a:solidFill>
            <a:srgbClr val="F9D6C5"/>
          </a:solidFill>
          <a:ln w="2858">
            <a:solidFill>
              <a:srgbClr val="C9937B"/>
            </a:solidFill>
            <a:prstDash val="solid"/>
          </a:ln>
        </p:spPr>
        <p:txBody>
          <a:bodyPr/>
          <a:lstStyle/>
          <a:p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00" name="mechanism-explanation">
            <a:extLst>
              <a:ext uri="{FF2B5EF4-FFF2-40B4-BE49-F238E27FC236}">
                <a16:creationId xmlns:a16="http://schemas.microsoft.com/office/drawing/2014/main" id="{41BFDEF6-7745-6583-0F90-66529D856E10}"/>
              </a:ext>
            </a:extLst>
          </p:cNvPr>
          <p:cNvSpPr>
            <a:spLocks noGrp="1"/>
          </p:cNvSpPr>
          <p:nvPr/>
        </p:nvSpPr>
        <p:spPr>
          <a:xfrm>
            <a:off x="5003736" y="5803393"/>
            <a:ext cx="2820352" cy="12001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810" b="0">
                <a:solidFill>
                  <a:srgbClr val="64766E"/>
                </a:solidFill>
                <a:latin typeface="Paperlogy"/>
                <a:ea typeface="Paperlogy"/>
                <a:cs typeface="Paperlogy"/>
              </a:defRPr>
            </a:pPr>
            <a:r>
              <a:rPr sz="700" b="0">
                <a:solidFill>
                  <a:srgbClr val="64766E"/>
                </a:solidFill>
                <a:latin typeface="페이퍼로지 4 Regular" pitchFamily="2" charset="-127"/>
                <a:ea typeface="페이퍼로지 4 Regular" pitchFamily="2" charset="-127"/>
                <a:cs typeface="Paperlogy"/>
              </a:rPr>
              <a:t>캡슐 성분의 표면 분산과 수분·오일 이중막 형성</a:t>
            </a:r>
          </a:p>
        </p:txBody>
      </p:sp>
      <p:sp>
        <p:nvSpPr>
          <p:cNvPr id="202" name="concept-title">
            <a:extLst>
              <a:ext uri="{FF2B5EF4-FFF2-40B4-BE49-F238E27FC236}">
                <a16:creationId xmlns:a16="http://schemas.microsoft.com/office/drawing/2014/main" id="{EB6C3437-3EBF-9275-E26A-5F159D834D83}"/>
              </a:ext>
            </a:extLst>
          </p:cNvPr>
          <p:cNvSpPr>
            <a:spLocks noGrp="1"/>
          </p:cNvSpPr>
          <p:nvPr/>
        </p:nvSpPr>
        <p:spPr>
          <a:xfrm>
            <a:off x="3725494" y="1575000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en-US" altLang="ko-KR" sz="1800" b="0" dirty="0">
                <a:solidFill>
                  <a:srgbClr val="683447"/>
                </a:solidFill>
                <a:latin typeface="Paperlogy 7 Bold"/>
                <a:ea typeface="Paperlogy 7 Bold"/>
                <a:cs typeface="Paperlogy 7 Bold"/>
              </a:rPr>
              <a:t>7</a:t>
            </a:r>
            <a:r>
              <a:rPr lang="ko-KR" altLang="en-US" sz="1800" b="0" dirty="0">
                <a:solidFill>
                  <a:srgbClr val="683447"/>
                </a:solidFill>
                <a:latin typeface="Paperlogy 7 Bold"/>
                <a:ea typeface="Paperlogy 7 Bold"/>
                <a:cs typeface="Paperlogy 7 Bold"/>
              </a:rPr>
              <a:t>가지 미백 성분으로 맑은 피부 톤</a:t>
            </a:r>
            <a:endParaRPr sz="1800" b="0" dirty="0">
              <a:solidFill>
                <a:srgbClr val="683447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8" name="footer-page">
            <a:extLst>
              <a:ext uri="{FF2B5EF4-FFF2-40B4-BE49-F238E27FC236}">
                <a16:creationId xmlns:a16="http://schemas.microsoft.com/office/drawing/2014/main" id="{8B6876CA-E12A-CEA4-A6C8-2CEB7EC52CDE}"/>
              </a:ext>
            </a:extLst>
          </p:cNvPr>
          <p:cNvSpPr>
            <a:spLocks noGrp="1"/>
          </p:cNvSpPr>
          <p:nvPr/>
        </p:nvSpPr>
        <p:spPr>
          <a:xfrm>
            <a:off x="10244599" y="7293800"/>
            <a:ext cx="284006" cy="14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675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en-US" sz="675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03</a:t>
            </a:r>
            <a:endParaRPr sz="675" b="0" dirty="0">
              <a:solidFill>
                <a:srgbClr val="315F4B"/>
              </a:solidFill>
              <a:latin typeface="Paperlogy 7 Bold"/>
              <a:ea typeface="Paperlogy 7 Bold"/>
              <a:cs typeface="Paperlogy 7 Bold"/>
            </a:endParaRPr>
          </a:p>
        </p:txBody>
      </p:sp>
      <p:cxnSp>
        <p:nvCxnSpPr>
          <p:cNvPr id="2" name="mechanism-photo-divider">
            <a:extLst>
              <a:ext uri="{FF2B5EF4-FFF2-40B4-BE49-F238E27FC236}">
                <a16:creationId xmlns:a16="http://schemas.microsoft.com/office/drawing/2014/main" id="{F3924906-C2D7-B44D-CCBC-0442577649B6}"/>
              </a:ext>
            </a:extLst>
          </p:cNvPr>
          <p:cNvCxnSpPr/>
          <p:nvPr/>
        </p:nvCxnSpPr>
        <p:spPr>
          <a:xfrm>
            <a:off x="7912100" y="4895850"/>
            <a:ext cx="0" cy="1149350"/>
          </a:xfrm>
          <a:prstGeom prst="line">
            <a:avLst/>
          </a:prstGeom>
          <a:ln w="8890">
            <a:solidFill>
              <a:srgbClr val="315F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mechanism-hand-sequence-photo">
            <a:extLst>
              <a:ext uri="{FF2B5EF4-FFF2-40B4-BE49-F238E27FC236}">
                <a16:creationId xmlns:a16="http://schemas.microsoft.com/office/drawing/2014/main" id="{32592BE4-E521-4E2B-C6BC-43925E509D5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00" b="22000"/>
          <a:stretch>
            <a:fillRect/>
          </a:stretch>
        </p:blipFill>
        <p:spPr>
          <a:xfrm>
            <a:off x="8061960" y="4866640"/>
            <a:ext cx="2139950" cy="119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899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7FBD4-B443-0107-1523-E674DA481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그림 67">
            <a:extLst>
              <a:ext uri="{FF2B5EF4-FFF2-40B4-BE49-F238E27FC236}">
                <a16:creationId xmlns:a16="http://schemas.microsoft.com/office/drawing/2014/main" id="{BE0A94F4-6F69-8C64-415A-AF351C1667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" b="32"/>
          <a:stretch/>
        </p:blipFill>
        <p:spPr>
          <a:xfrm>
            <a:off x="100238" y="105000"/>
            <a:ext cx="3341250" cy="7350000"/>
          </a:xfrm>
          <a:prstGeom prst="rect">
            <a:avLst/>
          </a:prstGeom>
        </p:spPr>
      </p:pic>
      <p:sp>
        <p:nvSpPr>
          <p:cNvPr id="2842" name="left-title-panel">
            <a:extLst>
              <a:ext uri="{FF2B5EF4-FFF2-40B4-BE49-F238E27FC236}">
                <a16:creationId xmlns:a16="http://schemas.microsoft.com/office/drawing/2014/main" id="{71542A52-EB23-C593-E8B9-4D766C903D43}"/>
              </a:ext>
            </a:extLst>
          </p:cNvPr>
          <p:cNvSpPr>
            <a:spLocks noGrp="1"/>
          </p:cNvSpPr>
          <p:nvPr/>
        </p:nvSpPr>
        <p:spPr>
          <a:xfrm>
            <a:off x="250594" y="294000"/>
            <a:ext cx="2923594" cy="1848000"/>
          </a:xfrm>
          <a:prstGeom prst="rect">
            <a:avLst/>
          </a:prstGeom>
          <a:solidFill>
            <a:srgbClr val="F3F4F5"/>
          </a:solidFill>
          <a:ln w="7620">
            <a:solidFill>
              <a:srgbClr val="A8BF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44" name="left-info-outline">
            <a:extLst>
              <a:ext uri="{FF2B5EF4-FFF2-40B4-BE49-F238E27FC236}">
                <a16:creationId xmlns:a16="http://schemas.microsoft.com/office/drawing/2014/main" id="{B98D07A3-996A-8A4A-1EBC-F4DAC8C66AA4}"/>
              </a:ext>
            </a:extLst>
          </p:cNvPr>
          <p:cNvSpPr>
            <a:spLocks noGrp="1"/>
          </p:cNvSpPr>
          <p:nvPr/>
        </p:nvSpPr>
        <p:spPr>
          <a:xfrm>
            <a:off x="200475" y="6720000"/>
            <a:ext cx="3140775" cy="609000"/>
          </a:xfrm>
          <a:prstGeom prst="rect">
            <a:avLst/>
          </a:prstGeom>
          <a:solidFill>
            <a:srgbClr val="555E65">
              <a:alpha val="36000"/>
            </a:srgbClr>
          </a:solidFill>
          <a:ln w="6191">
            <a:solidFill>
              <a:srgbClr val="E6EEE7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outer-border">
            <a:extLst>
              <a:ext uri="{FF2B5EF4-FFF2-40B4-BE49-F238E27FC236}">
                <a16:creationId xmlns:a16="http://schemas.microsoft.com/office/drawing/2014/main" id="{ECF61A7D-BCAC-11D0-1359-A27CCDE482C7}"/>
              </a:ext>
            </a:extLst>
          </p:cNvPr>
          <p:cNvSpPr>
            <a:spLocks noGrp="1"/>
          </p:cNvSpPr>
          <p:nvPr/>
        </p:nvSpPr>
        <p:spPr>
          <a:xfrm>
            <a:off x="100238" y="105000"/>
            <a:ext cx="10491525" cy="7350000"/>
          </a:xfrm>
          <a:prstGeom prst="rect">
            <a:avLst/>
          </a:prstGeom>
          <a:noFill/>
          <a:ln w="10478">
            <a:solidFill>
              <a:srgbClr val="E2E7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image-panel-divider">
            <a:extLst>
              <a:ext uri="{FF2B5EF4-FFF2-40B4-BE49-F238E27FC236}">
                <a16:creationId xmlns:a16="http://schemas.microsoft.com/office/drawing/2014/main" id="{27EE44F3-198B-D880-CB22-5C4697B4DB6B}"/>
              </a:ext>
            </a:extLst>
          </p:cNvPr>
          <p:cNvSpPr>
            <a:spLocks noGrp="1"/>
          </p:cNvSpPr>
          <p:nvPr/>
        </p:nvSpPr>
        <p:spPr>
          <a:xfrm>
            <a:off x="3441488" y="105000"/>
            <a:ext cx="0" cy="7350000"/>
          </a:xfrm>
          <a:prstGeom prst="line">
            <a:avLst/>
          </a:prstGeom>
          <a:noFill/>
          <a:ln w="19050">
            <a:solidFill>
              <a:srgbClr val="355E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left-product-title">
            <a:extLst>
              <a:ext uri="{FF2B5EF4-FFF2-40B4-BE49-F238E27FC236}">
                <a16:creationId xmlns:a16="http://schemas.microsoft.com/office/drawing/2014/main" id="{1246E295-864D-7F48-DA16-FC97F1ABD26E}"/>
              </a:ext>
            </a:extLst>
          </p:cNvPr>
          <p:cNvSpPr>
            <a:spLocks noGrp="1"/>
          </p:cNvSpPr>
          <p:nvPr/>
        </p:nvSpPr>
        <p:spPr>
          <a:xfrm>
            <a:off x="434363" y="808500"/>
            <a:ext cx="2422406" cy="77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buNone/>
              <a:defRPr sz="2250" b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2250" b="0" dirty="0" err="1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세라마이드</a:t>
            </a:r>
            <a:r>
              <a:rPr lang="ko-KR" altLang="en-US" sz="2250" b="0" dirty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ko-KR" altLang="en-US" sz="2250" b="0" dirty="0" err="1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모이스처</a:t>
            </a:r>
            <a:endParaRPr lang="en-US" altLang="ko-KR" sz="2250" b="0" dirty="0">
              <a:solidFill>
                <a:srgbClr val="26362F"/>
              </a:solidFill>
              <a:latin typeface="Paperlogy 7 Bold"/>
              <a:ea typeface="Paperlogy 7 Bold"/>
              <a:cs typeface="Paperlogy 7 Bold"/>
            </a:endParaRPr>
          </a:p>
          <a:p>
            <a:pPr algn="l">
              <a:lnSpc>
                <a:spcPct val="92000"/>
              </a:lnSpc>
              <a:buNone/>
              <a:defRPr sz="2250" b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2250" dirty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드롭 크림</a:t>
            </a:r>
            <a:endParaRPr lang="en-US" altLang="ko-KR" sz="2250" b="0" dirty="0">
              <a:solidFill>
                <a:srgbClr val="26362F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6" name="left-title-rule">
            <a:extLst>
              <a:ext uri="{FF2B5EF4-FFF2-40B4-BE49-F238E27FC236}">
                <a16:creationId xmlns:a16="http://schemas.microsoft.com/office/drawing/2014/main" id="{DFB1691E-1E22-EFEA-D7AC-A8ECFA8AF75D}"/>
              </a:ext>
            </a:extLst>
          </p:cNvPr>
          <p:cNvSpPr>
            <a:spLocks noGrp="1"/>
          </p:cNvSpPr>
          <p:nvPr/>
        </p:nvSpPr>
        <p:spPr>
          <a:xfrm>
            <a:off x="434363" y="1659000"/>
            <a:ext cx="517894" cy="0"/>
          </a:xfrm>
          <a:prstGeom prst="line">
            <a:avLst/>
          </a:prstGeom>
          <a:noFill/>
          <a:ln w="28575">
            <a:solidFill>
              <a:srgbClr val="355E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left-tagline">
            <a:extLst>
              <a:ext uri="{FF2B5EF4-FFF2-40B4-BE49-F238E27FC236}">
                <a16:creationId xmlns:a16="http://schemas.microsoft.com/office/drawing/2014/main" id="{24818855-BE1D-F3AE-9260-29475C888260}"/>
              </a:ext>
            </a:extLst>
          </p:cNvPr>
          <p:cNvSpPr>
            <a:spLocks noGrp="1"/>
          </p:cNvSpPr>
          <p:nvPr/>
        </p:nvSpPr>
        <p:spPr>
          <a:xfrm>
            <a:off x="434363" y="1774500"/>
            <a:ext cx="2388994" cy="23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altLang="ko-KR" sz="900" b="0" dirty="0">
                <a:solidFill>
                  <a:srgbClr val="355E48"/>
                </a:solidFill>
                <a:latin typeface="Paperlogy 5 Medium"/>
                <a:ea typeface="Paperlogy 5 Medium"/>
                <a:cs typeface="Paperlogy 5 Medium"/>
              </a:rPr>
              <a:t>Ceramide Moisture Drop Cream</a:t>
            </a:r>
            <a:endParaRPr sz="900" b="0" dirty="0">
              <a:solidFill>
                <a:srgbClr val="355E48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9" name="left-info-label-1">
            <a:extLst>
              <a:ext uri="{FF2B5EF4-FFF2-40B4-BE49-F238E27FC236}">
                <a16:creationId xmlns:a16="http://schemas.microsoft.com/office/drawing/2014/main" id="{1890452E-6328-1D5D-B53E-388995516F5C}"/>
              </a:ext>
            </a:extLst>
          </p:cNvPr>
          <p:cNvSpPr>
            <a:spLocks noGrp="1"/>
          </p:cNvSpPr>
          <p:nvPr/>
        </p:nvSpPr>
        <p:spPr>
          <a:xfrm>
            <a:off x="258947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LAB NO.</a:t>
            </a:r>
          </a:p>
        </p:txBody>
      </p:sp>
      <p:sp>
        <p:nvSpPr>
          <p:cNvPr id="10" name="left-info-value-1">
            <a:extLst>
              <a:ext uri="{FF2B5EF4-FFF2-40B4-BE49-F238E27FC236}">
                <a16:creationId xmlns:a16="http://schemas.microsoft.com/office/drawing/2014/main" id="{4B1EA25A-3CA4-414B-20F6-B7703FB87E61}"/>
              </a:ext>
            </a:extLst>
          </p:cNvPr>
          <p:cNvSpPr>
            <a:spLocks noGrp="1"/>
          </p:cNvSpPr>
          <p:nvPr/>
        </p:nvSpPr>
        <p:spPr>
          <a:xfrm>
            <a:off x="258947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#260917-1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1" name="left-info-label-2">
            <a:extLst>
              <a:ext uri="{FF2B5EF4-FFF2-40B4-BE49-F238E27FC236}">
                <a16:creationId xmlns:a16="http://schemas.microsoft.com/office/drawing/2014/main" id="{3F11D284-5AAA-8511-5695-F6EA6C3B6733}"/>
              </a:ext>
            </a:extLst>
          </p:cNvPr>
          <p:cNvSpPr>
            <a:spLocks noGrp="1"/>
          </p:cNvSpPr>
          <p:nvPr/>
        </p:nvSpPr>
        <p:spPr>
          <a:xfrm>
            <a:off x="868725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기능성</a:t>
            </a:r>
          </a:p>
        </p:txBody>
      </p:sp>
      <p:sp>
        <p:nvSpPr>
          <p:cNvPr id="12" name="left-info-value-2">
            <a:extLst>
              <a:ext uri="{FF2B5EF4-FFF2-40B4-BE49-F238E27FC236}">
                <a16:creationId xmlns:a16="http://schemas.microsoft.com/office/drawing/2014/main" id="{E2A5B3C1-3984-A99F-7C38-5D6CB46401D5}"/>
              </a:ext>
            </a:extLst>
          </p:cNvPr>
          <p:cNvSpPr>
            <a:spLocks noGrp="1"/>
          </p:cNvSpPr>
          <p:nvPr/>
        </p:nvSpPr>
        <p:spPr>
          <a:xfrm>
            <a:off x="868725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주름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3" name="left-info-label-3">
            <a:extLst>
              <a:ext uri="{FF2B5EF4-FFF2-40B4-BE49-F238E27FC236}">
                <a16:creationId xmlns:a16="http://schemas.microsoft.com/office/drawing/2014/main" id="{128A8335-1F66-FA56-92C5-AC6AD5B36BB9}"/>
              </a:ext>
            </a:extLst>
          </p:cNvPr>
          <p:cNvSpPr>
            <a:spLocks noGrp="1"/>
          </p:cNvSpPr>
          <p:nvPr/>
        </p:nvSpPr>
        <p:spPr>
          <a:xfrm>
            <a:off x="1478503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제형</a:t>
            </a:r>
          </a:p>
        </p:txBody>
      </p:sp>
      <p:sp>
        <p:nvSpPr>
          <p:cNvPr id="14" name="left-info-value-3">
            <a:extLst>
              <a:ext uri="{FF2B5EF4-FFF2-40B4-BE49-F238E27FC236}">
                <a16:creationId xmlns:a16="http://schemas.microsoft.com/office/drawing/2014/main" id="{D9507D37-5334-5424-7A3D-857B4166D5DA}"/>
              </a:ext>
            </a:extLst>
          </p:cNvPr>
          <p:cNvSpPr>
            <a:spLocks noGrp="1"/>
          </p:cNvSpPr>
          <p:nvPr/>
        </p:nvSpPr>
        <p:spPr>
          <a:xfrm>
            <a:off x="1478503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미</a:t>
            </a:r>
            <a:r>
              <a:rPr lang="ko-KR" altLang="en-US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색의 크림상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5" name="left-info-label-4">
            <a:extLst>
              <a:ext uri="{FF2B5EF4-FFF2-40B4-BE49-F238E27FC236}">
                <a16:creationId xmlns:a16="http://schemas.microsoft.com/office/drawing/2014/main" id="{A761D84F-4CC1-4D93-D434-825B869D77AB}"/>
              </a:ext>
            </a:extLst>
          </p:cNvPr>
          <p:cNvSpPr>
            <a:spLocks noGrp="1"/>
          </p:cNvSpPr>
          <p:nvPr/>
        </p:nvSpPr>
        <p:spPr>
          <a:xfrm>
            <a:off x="2088281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제품군</a:t>
            </a:r>
          </a:p>
        </p:txBody>
      </p:sp>
      <p:sp>
        <p:nvSpPr>
          <p:cNvPr id="16" name="left-info-value-4">
            <a:extLst>
              <a:ext uri="{FF2B5EF4-FFF2-40B4-BE49-F238E27FC236}">
                <a16:creationId xmlns:a16="http://schemas.microsoft.com/office/drawing/2014/main" id="{48F33CC3-6D90-21ED-CFA4-0DF5A9D7CDC6}"/>
              </a:ext>
            </a:extLst>
          </p:cNvPr>
          <p:cNvSpPr>
            <a:spLocks noGrp="1"/>
          </p:cNvSpPr>
          <p:nvPr/>
        </p:nvSpPr>
        <p:spPr>
          <a:xfrm>
            <a:off x="2088281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크림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7" name="left-info-label-5">
            <a:extLst>
              <a:ext uri="{FF2B5EF4-FFF2-40B4-BE49-F238E27FC236}">
                <a16:creationId xmlns:a16="http://schemas.microsoft.com/office/drawing/2014/main" id="{F868AF81-6E46-B0CE-C468-3738BA68D997}"/>
              </a:ext>
            </a:extLst>
          </p:cNvPr>
          <p:cNvSpPr>
            <a:spLocks noGrp="1"/>
          </p:cNvSpPr>
          <p:nvPr/>
        </p:nvSpPr>
        <p:spPr>
          <a:xfrm>
            <a:off x="2698059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패키지</a:t>
            </a:r>
          </a:p>
        </p:txBody>
      </p:sp>
      <p:sp>
        <p:nvSpPr>
          <p:cNvPr id="18" name="left-info-value-5">
            <a:extLst>
              <a:ext uri="{FF2B5EF4-FFF2-40B4-BE49-F238E27FC236}">
                <a16:creationId xmlns:a16="http://schemas.microsoft.com/office/drawing/2014/main" id="{4203D216-2E2E-A6B0-4162-1DD5E05AF7DD}"/>
              </a:ext>
            </a:extLst>
          </p:cNvPr>
          <p:cNvSpPr>
            <a:spLocks noGrp="1"/>
          </p:cNvSpPr>
          <p:nvPr/>
        </p:nvSpPr>
        <p:spPr>
          <a:xfrm>
            <a:off x="2698059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자</a:t>
            </a:r>
            <a:r>
              <a:rPr 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, </a:t>
            </a:r>
            <a:r>
              <a:rPr lang="ko-KR" alt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튜브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9" name="proposal-number">
            <a:extLst>
              <a:ext uri="{FF2B5EF4-FFF2-40B4-BE49-F238E27FC236}">
                <a16:creationId xmlns:a16="http://schemas.microsoft.com/office/drawing/2014/main" id="{172936B4-92B2-F059-D32D-BAC01BA67B3D}"/>
              </a:ext>
            </a:extLst>
          </p:cNvPr>
          <p:cNvSpPr>
            <a:spLocks noGrp="1"/>
          </p:cNvSpPr>
          <p:nvPr/>
        </p:nvSpPr>
        <p:spPr>
          <a:xfrm>
            <a:off x="9439031" y="336000"/>
            <a:ext cx="868725" cy="33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5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5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No. 0</a:t>
            </a:r>
            <a:r>
              <a:rPr lang="en-US" sz="150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4</a:t>
            </a:r>
            <a:endParaRPr sz="1500" b="0" dirty="0">
              <a:solidFill>
                <a:srgbClr val="315F4B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23" name="intro-accent-line">
            <a:extLst>
              <a:ext uri="{FF2B5EF4-FFF2-40B4-BE49-F238E27FC236}">
                <a16:creationId xmlns:a16="http://schemas.microsoft.com/office/drawing/2014/main" id="{9DD83569-44CD-38B6-EEA3-DB0C3C659428}"/>
              </a:ext>
            </a:extLst>
          </p:cNvPr>
          <p:cNvSpPr>
            <a:spLocks noGrp="1"/>
          </p:cNvSpPr>
          <p:nvPr/>
        </p:nvSpPr>
        <p:spPr>
          <a:xfrm>
            <a:off x="3742200" y="451500"/>
            <a:ext cx="0" cy="672000"/>
          </a:xfrm>
          <a:prstGeom prst="line">
            <a:avLst/>
          </a:prstGeom>
          <a:noFill/>
          <a:ln w="19050">
            <a:solidFill>
              <a:srgbClr val="355E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intro-title">
            <a:extLst>
              <a:ext uri="{FF2B5EF4-FFF2-40B4-BE49-F238E27FC236}">
                <a16:creationId xmlns:a16="http://schemas.microsoft.com/office/drawing/2014/main" id="{C2D700F7-39E6-DF4E-E9D2-5F988C44CEA4}"/>
              </a:ext>
            </a:extLst>
          </p:cNvPr>
          <p:cNvSpPr>
            <a:spLocks noGrp="1"/>
          </p:cNvSpPr>
          <p:nvPr/>
        </p:nvSpPr>
        <p:spPr>
          <a:xfrm>
            <a:off x="3931537" y="532000"/>
            <a:ext cx="5178938" cy="5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1275" b="0" dirty="0" err="1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세라마이드</a:t>
            </a:r>
            <a:r>
              <a:rPr lang="ko-KR" altLang="en-US" sz="1275" b="0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 </a:t>
            </a:r>
            <a:r>
              <a:rPr lang="en-US" altLang="ko-KR" sz="1275" b="0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: </a:t>
            </a:r>
            <a:r>
              <a:rPr lang="ko-KR" altLang="en-US" sz="1275" b="0" dirty="0" err="1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히알루론산</a:t>
            </a:r>
            <a:r>
              <a:rPr lang="ko-KR" altLang="en-US" sz="1275" b="0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 콤플렉스 </a:t>
            </a:r>
            <a:r>
              <a:rPr lang="en-US" altLang="ko-KR" sz="1275" b="0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: </a:t>
            </a:r>
            <a:r>
              <a:rPr lang="ko-KR" altLang="en-US" sz="1275" b="0" dirty="0" err="1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스쿠알란</a:t>
            </a:r>
            <a:r>
              <a:rPr lang="ko-KR" altLang="en-US" sz="1275" b="0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 </a:t>
            </a:r>
            <a:endParaRPr lang="en-US" altLang="ko-KR" sz="1275" b="0" dirty="0">
              <a:solidFill>
                <a:srgbClr val="26362F"/>
              </a:solidFill>
              <a:latin typeface="Paperlogy 5 Medium"/>
              <a:ea typeface="Paperlogy 5 Medium"/>
              <a:cs typeface="Paperlogy 5 Medium"/>
            </a:endParaRPr>
          </a:p>
          <a:p>
            <a:pPr algn="l">
              <a:lnSpc>
                <a:spcPct val="112000"/>
              </a:lnSpc>
              <a:buNone/>
              <a:defRPr sz="1275" b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1 : 10 : 100 </a:t>
            </a:r>
            <a:r>
              <a:rPr lang="ko-KR" altLang="en-US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비율로 보습 밸런스</a:t>
            </a:r>
            <a:endParaRPr sz="1275" b="0" dirty="0">
              <a:solidFill>
                <a:srgbClr val="26362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26" name="concept-band">
            <a:extLst>
              <a:ext uri="{FF2B5EF4-FFF2-40B4-BE49-F238E27FC236}">
                <a16:creationId xmlns:a16="http://schemas.microsoft.com/office/drawing/2014/main" id="{3E1FCCE0-3018-577E-5FEF-DAFB9EC70355}"/>
              </a:ext>
            </a:extLst>
          </p:cNvPr>
          <p:cNvSpPr>
            <a:spLocks noGrp="1"/>
          </p:cNvSpPr>
          <p:nvPr/>
        </p:nvSpPr>
        <p:spPr>
          <a:xfrm>
            <a:off x="3441488" y="1343999"/>
            <a:ext cx="7150275" cy="3028825"/>
          </a:xfrm>
          <a:prstGeom prst="rect">
            <a:avLst/>
          </a:prstGeom>
          <a:solidFill>
            <a:srgbClr val="F3F4F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concept-band-accent">
            <a:extLst>
              <a:ext uri="{FF2B5EF4-FFF2-40B4-BE49-F238E27FC236}">
                <a16:creationId xmlns:a16="http://schemas.microsoft.com/office/drawing/2014/main" id="{EAAC71B4-2174-5540-33A6-539248AE02E4}"/>
              </a:ext>
            </a:extLst>
          </p:cNvPr>
          <p:cNvSpPr>
            <a:spLocks noGrp="1"/>
          </p:cNvSpPr>
          <p:nvPr/>
        </p:nvSpPr>
        <p:spPr>
          <a:xfrm>
            <a:off x="3441488" y="1343999"/>
            <a:ext cx="83531" cy="3028825"/>
          </a:xfrm>
          <a:prstGeom prst="rect">
            <a:avLst/>
          </a:prstGeom>
          <a:solidFill>
            <a:srgbClr val="355E48"/>
          </a:solidFill>
          <a:ln w="0">
            <a:solidFill>
              <a:srgbClr val="355E4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concept-title">
            <a:extLst>
              <a:ext uri="{FF2B5EF4-FFF2-40B4-BE49-F238E27FC236}">
                <a16:creationId xmlns:a16="http://schemas.microsoft.com/office/drawing/2014/main" id="{EFCC40D0-006D-54C7-EB13-9115632DC4E8}"/>
              </a:ext>
            </a:extLst>
          </p:cNvPr>
          <p:cNvSpPr>
            <a:spLocks noGrp="1"/>
          </p:cNvSpPr>
          <p:nvPr/>
        </p:nvSpPr>
        <p:spPr>
          <a:xfrm>
            <a:off x="3725494" y="1575000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en-US" altLang="ko-KR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1:10:100 </a:t>
            </a:r>
            <a:r>
              <a:rPr lang="ko-KR" altLang="en-US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보습 밸런스</a:t>
            </a:r>
            <a:endParaRPr sz="1800" b="0" dirty="0">
              <a:solidFill>
                <a:srgbClr val="315F4B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29" name="concept-body">
            <a:extLst>
              <a:ext uri="{FF2B5EF4-FFF2-40B4-BE49-F238E27FC236}">
                <a16:creationId xmlns:a16="http://schemas.microsoft.com/office/drawing/2014/main" id="{CA784116-0AD3-610A-F965-825DD81D243A}"/>
              </a:ext>
            </a:extLst>
          </p:cNvPr>
          <p:cNvSpPr>
            <a:spLocks noGrp="1"/>
          </p:cNvSpPr>
          <p:nvPr/>
        </p:nvSpPr>
        <p:spPr>
          <a:xfrm>
            <a:off x="3725494" y="2047500"/>
            <a:ext cx="6298256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세라마이드와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히알루론산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콤플렉스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,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스쿠알란을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1:10:100 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비율로 담아 건조한 피부에 촉촉한 보습감을 더합니다</a:t>
            </a:r>
            <a:r>
              <a:rPr lang="en-US" altLang="ko-KR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 </a:t>
            </a:r>
            <a:endParaRPr sz="1050" b="0" dirty="0">
              <a:solidFill>
                <a:srgbClr val="26362F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30" name="technology-section-title">
            <a:extLst>
              <a:ext uri="{FF2B5EF4-FFF2-40B4-BE49-F238E27FC236}">
                <a16:creationId xmlns:a16="http://schemas.microsoft.com/office/drawing/2014/main" id="{04B29107-F99D-DB2D-B56A-273AC85127A4}"/>
              </a:ext>
            </a:extLst>
          </p:cNvPr>
          <p:cNvSpPr>
            <a:spLocks noGrp="1"/>
          </p:cNvSpPr>
          <p:nvPr/>
        </p:nvSpPr>
        <p:spPr>
          <a:xfrm>
            <a:off x="3725494" y="4475580"/>
            <a:ext cx="3424781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125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rPr>
              <a:t>TECHNOLOGY &amp; MECHANISM</a:t>
            </a:r>
          </a:p>
        </p:txBody>
      </p:sp>
      <p:sp>
        <p:nvSpPr>
          <p:cNvPr id="63" name="profile-section-title">
            <a:extLst>
              <a:ext uri="{FF2B5EF4-FFF2-40B4-BE49-F238E27FC236}">
                <a16:creationId xmlns:a16="http://schemas.microsoft.com/office/drawing/2014/main" id="{8C4E0FBE-5D48-15A1-D354-E6E59156ABD3}"/>
              </a:ext>
            </a:extLst>
          </p:cNvPr>
          <p:cNvSpPr>
            <a:spLocks noGrp="1"/>
          </p:cNvSpPr>
          <p:nvPr/>
        </p:nvSpPr>
        <p:spPr>
          <a:xfrm>
            <a:off x="3725494" y="6215680"/>
            <a:ext cx="2088281" cy="2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13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130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rPr>
              <a:t>PRODUCT PROFILE</a:t>
            </a:r>
          </a:p>
        </p:txBody>
      </p:sp>
      <p:sp>
        <p:nvSpPr>
          <p:cNvPr id="66" name="footer-page">
            <a:extLst>
              <a:ext uri="{FF2B5EF4-FFF2-40B4-BE49-F238E27FC236}">
                <a16:creationId xmlns:a16="http://schemas.microsoft.com/office/drawing/2014/main" id="{A50B736B-0E20-34B4-8237-53C86B364BB7}"/>
              </a:ext>
            </a:extLst>
          </p:cNvPr>
          <p:cNvSpPr>
            <a:spLocks noGrp="1"/>
          </p:cNvSpPr>
          <p:nvPr/>
        </p:nvSpPr>
        <p:spPr>
          <a:xfrm>
            <a:off x="10244599" y="7293800"/>
            <a:ext cx="284006" cy="14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675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675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0</a:t>
            </a:r>
            <a:r>
              <a:rPr lang="en-US" sz="675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4</a:t>
            </a:r>
            <a:endParaRPr sz="675" b="0" dirty="0">
              <a:solidFill>
                <a:srgbClr val="315F4B"/>
              </a:solidFill>
              <a:latin typeface="Paperlogy 7 Bold"/>
              <a:ea typeface="Paperlogy 7 Bold"/>
              <a:cs typeface="Paperlogy 7 Bold"/>
            </a:endParaRPr>
          </a:p>
        </p:txBody>
      </p:sp>
      <p:graphicFrame>
        <p:nvGraphicFramePr>
          <p:cNvPr id="556" name="표 24">
            <a:extLst>
              <a:ext uri="{FF2B5EF4-FFF2-40B4-BE49-F238E27FC236}">
                <a16:creationId xmlns:a16="http://schemas.microsoft.com/office/drawing/2014/main" id="{2EC8AD90-391A-F8AF-9554-C431A72268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6206905"/>
              </p:ext>
            </p:extLst>
          </p:nvPr>
        </p:nvGraphicFramePr>
        <p:xfrm>
          <a:off x="3725493" y="6501279"/>
          <a:ext cx="6482026" cy="672000"/>
        </p:xfrm>
        <a:graphic>
          <a:graphicData uri="http://schemas.openxmlformats.org/drawingml/2006/table">
            <a:tbl>
              <a:tblPr/>
              <a:tblGrid>
                <a:gridCol w="3241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1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rgbClr val="FFFFFF"/>
                          </a:solidFill>
                          <a:latin typeface="Paperlogy 7 Bold"/>
                          <a:ea typeface="Paperlogy 7 Bold"/>
                          <a:cs typeface="Paperlogy 7 Bold"/>
                        </a:rPr>
                        <a:t>INGREDIENT</a:t>
                      </a:r>
                    </a:p>
                  </a:txBody>
                  <a:tcPr anchor="ctr">
                    <a:lnL w="12700">
                      <a:solidFill>
                        <a:srgbClr val="B9C4BB"/>
                      </a:solidFill>
                    </a:lnL>
                    <a:lnR w="12700">
                      <a:solidFill>
                        <a:srgbClr val="B9C4BB"/>
                      </a:solidFill>
                    </a:lnR>
                    <a:lnT w="12700">
                      <a:solidFill>
                        <a:srgbClr val="B9C4BB"/>
                      </a:solidFill>
                    </a:lnT>
                    <a:lnB w="12700">
                      <a:solidFill>
                        <a:srgbClr val="B9C4BB"/>
                      </a:solidFill>
                    </a:lnB>
                    <a:solidFill>
                      <a:srgbClr val="355E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Paperlogy 7 Bold"/>
                          <a:ea typeface="Paperlogy 7 Bold"/>
                          <a:cs typeface="Paperlogy 7 Bold"/>
                        </a:rPr>
                        <a:t>FINISH</a:t>
                      </a:r>
                      <a:endParaRPr sz="900" dirty="0">
                        <a:solidFill>
                          <a:srgbClr val="FFFFFF"/>
                        </a:solidFill>
                        <a:latin typeface="Paperlogy 7 Bold"/>
                        <a:ea typeface="Paperlogy 7 Bold"/>
                        <a:cs typeface="Paperlogy 7 Bold"/>
                      </a:endParaRPr>
                    </a:p>
                  </a:txBody>
                  <a:tcPr anchor="ctr">
                    <a:lnL w="12700">
                      <a:solidFill>
                        <a:srgbClr val="B9C4BB"/>
                      </a:solidFill>
                    </a:lnL>
                    <a:lnR w="12700">
                      <a:solidFill>
                        <a:srgbClr val="B9C4BB"/>
                      </a:solidFill>
                    </a:lnR>
                    <a:lnT w="12700">
                      <a:solidFill>
                        <a:srgbClr val="B9C4BB"/>
                      </a:solidFill>
                    </a:lnT>
                    <a:lnB w="12700">
                      <a:solidFill>
                        <a:srgbClr val="B9C4BB"/>
                      </a:solidFill>
                    </a:lnB>
                    <a:solidFill>
                      <a:srgbClr val="355E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세라마이드</a:t>
                      </a:r>
                      <a:r>
                        <a:rPr lang="ko-KR" altLang="en-US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lang="en-US" altLang="ko-KR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NP 1000ppm, </a:t>
                      </a:r>
                      <a:r>
                        <a:rPr lang="ko-KR" altLang="en-US"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스쿠알란</a:t>
                      </a:r>
                      <a:r>
                        <a:rPr lang="en-US" altLang="ko-KR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100,000ppm,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판테놀</a:t>
                      </a:r>
                      <a:r>
                        <a:rPr lang="en-US" altLang="ko-KR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, 10</a:t>
                      </a:r>
                      <a:r>
                        <a:rPr lang="ko-KR" altLang="en-US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종 </a:t>
                      </a:r>
                      <a:r>
                        <a:rPr lang="ko-KR" altLang="en-US"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히알루론산</a:t>
                      </a:r>
                      <a:endParaRPr lang="en-US" altLang="ko-KR" sz="900" dirty="0">
                        <a:solidFill>
                          <a:srgbClr val="26362F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 anchor="ctr">
                    <a:lnL w="12700">
                      <a:solidFill>
                        <a:srgbClr val="B9C4BB"/>
                      </a:solidFill>
                    </a:lnL>
                    <a:lnR w="12700">
                      <a:solidFill>
                        <a:srgbClr val="B9C4BB"/>
                      </a:solidFill>
                    </a:lnR>
                    <a:lnT w="12700">
                      <a:solidFill>
                        <a:srgbClr val="B9C4BB"/>
                      </a:solidFill>
                    </a:lnT>
                    <a:lnB w="12700">
                      <a:solidFill>
                        <a:srgbClr val="B9C4BB"/>
                      </a:solidFill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끈적임 없이 촉촉하고 부드러운 보습 마무리</a:t>
                      </a:r>
                      <a:endParaRPr sz="900" dirty="0">
                        <a:solidFill>
                          <a:srgbClr val="26362F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 anchor="ctr">
                    <a:lnL w="12700">
                      <a:solidFill>
                        <a:srgbClr val="B9C4BB"/>
                      </a:solidFill>
                    </a:lnL>
                    <a:lnR w="12700">
                      <a:solidFill>
                        <a:srgbClr val="B9C4BB"/>
                      </a:solidFill>
                    </a:lnR>
                    <a:lnT w="12700">
                      <a:solidFill>
                        <a:srgbClr val="B9C4BB"/>
                      </a:solidFill>
                    </a:lnT>
                    <a:lnB w="12700">
                      <a:solidFill>
                        <a:srgbClr val="B9C4BB"/>
                      </a:solidFill>
                    </a:lnB>
                    <a:solidFill>
                      <a:srgbClr val="F3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78" name="EWG icon">
            <a:extLst>
              <a:ext uri="{FF2B5EF4-FFF2-40B4-BE49-F238E27FC236}">
                <a16:creationId xmlns:a16="http://schemas.microsoft.com/office/drawing/2014/main" id="{94D2D2D5-235F-1582-30B5-76D8D817CE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6667"/>
          <a:stretch/>
        </p:blipFill>
        <p:spPr>
          <a:xfrm>
            <a:off x="9271969" y="652332"/>
            <a:ext cx="434363" cy="434363"/>
          </a:xfrm>
          <a:prstGeom prst="rect">
            <a:avLst/>
          </a:prstGeom>
        </p:spPr>
      </p:pic>
      <p:pic>
        <p:nvPicPr>
          <p:cNvPr id="2846" name="Hwahae icon">
            <a:extLst>
              <a:ext uri="{FF2B5EF4-FFF2-40B4-BE49-F238E27FC236}">
                <a16:creationId xmlns:a16="http://schemas.microsoft.com/office/drawing/2014/main" id="{0B2719CB-4BD1-459B-B899-91415BFB11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333" r="33333"/>
          <a:stretch/>
        </p:blipFill>
        <p:spPr>
          <a:xfrm>
            <a:off x="9706332" y="652332"/>
            <a:ext cx="434363" cy="434363"/>
          </a:xfrm>
          <a:prstGeom prst="rect">
            <a:avLst/>
          </a:prstGeom>
        </p:spPr>
      </p:pic>
      <p:pic>
        <p:nvPicPr>
          <p:cNvPr id="2847" name="VEGAN icon">
            <a:extLst>
              <a:ext uri="{FF2B5EF4-FFF2-40B4-BE49-F238E27FC236}">
                <a16:creationId xmlns:a16="http://schemas.microsoft.com/office/drawing/2014/main" id="{25B04EC8-B8FB-4966-8A35-6315422013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667"/>
          <a:stretch/>
        </p:blipFill>
        <p:spPr>
          <a:xfrm>
            <a:off x="10140695" y="652332"/>
            <a:ext cx="434362" cy="434363"/>
          </a:xfrm>
          <a:prstGeom prst="rect">
            <a:avLst/>
          </a:prstGeom>
        </p:spPr>
      </p:pic>
      <p:sp>
        <p:nvSpPr>
          <p:cNvPr id="518" name="pictogram-label-ewg">
            <a:extLst>
              <a:ext uri="{FF2B5EF4-FFF2-40B4-BE49-F238E27FC236}">
                <a16:creationId xmlns:a16="http://schemas.microsoft.com/office/drawing/2014/main" id="{F34228A5-4289-872B-2DEF-02EBC8AF1E9D}"/>
              </a:ext>
            </a:extLst>
          </p:cNvPr>
          <p:cNvSpPr>
            <a:spLocks noGrp="1"/>
          </p:cNvSpPr>
          <p:nvPr/>
        </p:nvSpPr>
        <p:spPr>
          <a:xfrm>
            <a:off x="9271969" y="1174014"/>
            <a:ext cx="434363" cy="12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rPr>
              <a:t>EWG</a:t>
            </a:r>
          </a:p>
        </p:txBody>
      </p:sp>
      <p:sp>
        <p:nvSpPr>
          <p:cNvPr id="520" name="pictogram-label-hwahae">
            <a:extLst>
              <a:ext uri="{FF2B5EF4-FFF2-40B4-BE49-F238E27FC236}">
                <a16:creationId xmlns:a16="http://schemas.microsoft.com/office/drawing/2014/main" id="{71D60AB2-F3CC-1B30-AF66-599331D0391D}"/>
              </a:ext>
            </a:extLst>
          </p:cNvPr>
          <p:cNvSpPr>
            <a:spLocks noGrp="1"/>
          </p:cNvSpPr>
          <p:nvPr/>
        </p:nvSpPr>
        <p:spPr>
          <a:xfrm>
            <a:off x="9706331" y="1174014"/>
            <a:ext cx="434363" cy="12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rPr>
              <a:t>화해</a:t>
            </a:r>
          </a:p>
        </p:txBody>
      </p:sp>
      <p:sp>
        <p:nvSpPr>
          <p:cNvPr id="522" name="pictogram-label-vegan">
            <a:extLst>
              <a:ext uri="{FF2B5EF4-FFF2-40B4-BE49-F238E27FC236}">
                <a16:creationId xmlns:a16="http://schemas.microsoft.com/office/drawing/2014/main" id="{2CDA5B2E-9900-43D3-CB52-E1939226AABF}"/>
              </a:ext>
            </a:extLst>
          </p:cNvPr>
          <p:cNvSpPr>
            <a:spLocks noGrp="1"/>
          </p:cNvSpPr>
          <p:nvPr/>
        </p:nvSpPr>
        <p:spPr>
          <a:xfrm>
            <a:off x="10140694" y="1174014"/>
            <a:ext cx="434363" cy="12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rPr>
              <a:t>VEGAN</a:t>
            </a:r>
          </a:p>
        </p:txBody>
      </p:sp>
      <p:sp>
        <p:nvSpPr>
          <p:cNvPr id="43" name="example-disclaimer">
            <a:extLst>
              <a:ext uri="{FF2B5EF4-FFF2-40B4-BE49-F238E27FC236}">
                <a16:creationId xmlns:a16="http://schemas.microsoft.com/office/drawing/2014/main" id="{E64A6699-42A9-7D49-E3A4-8896A60FE365}"/>
              </a:ext>
            </a:extLst>
          </p:cNvPr>
          <p:cNvSpPr>
            <a:spLocks noGrp="1"/>
          </p:cNvSpPr>
          <p:nvPr/>
        </p:nvSpPr>
        <p:spPr>
          <a:xfrm>
            <a:off x="4092645" y="6021504"/>
            <a:ext cx="5017830" cy="1579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428" b="0">
                <a:solidFill>
                  <a:srgbClr val="66756D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800" dirty="0">
                <a:latin typeface="페이퍼로지 5 Medium"/>
                <a:ea typeface="페이퍼로지 5 Medium"/>
                <a:cs typeface="페이퍼로지 5 Medium"/>
              </a:rPr>
              <a:t>미세 </a:t>
            </a:r>
            <a:r>
              <a:rPr lang="ko-KR" altLang="en-US" sz="800" dirty="0" err="1">
                <a:latin typeface="페이퍼로지 5 Medium"/>
                <a:ea typeface="페이퍼로지 5 Medium"/>
                <a:cs typeface="페이퍼로지 5 Medium"/>
              </a:rPr>
              <a:t>모이스처</a:t>
            </a:r>
            <a:r>
              <a:rPr lang="ko-KR" altLang="en-US" sz="800" dirty="0">
                <a:latin typeface="페이퍼로지 5 Medium"/>
                <a:ea typeface="페이퍼로지 5 Medium"/>
                <a:cs typeface="페이퍼로지 5 Medium"/>
              </a:rPr>
              <a:t> 드롭이 터지며 </a:t>
            </a:r>
            <a:r>
              <a:rPr lang="ko-KR" altLang="en-US" sz="800" dirty="0" err="1">
                <a:latin typeface="페이퍼로지 5 Medium"/>
                <a:ea typeface="페이퍼로지 5 Medium"/>
                <a:cs typeface="페이퍼로지 5 Medium"/>
              </a:rPr>
              <a:t>세라마이드</a:t>
            </a:r>
            <a:r>
              <a:rPr lang="en-US" altLang="ko-KR" sz="800" dirty="0">
                <a:latin typeface="페이퍼로지 5 Medium"/>
                <a:ea typeface="페이퍼로지 5 Medium"/>
                <a:cs typeface="페이퍼로지 5 Medium"/>
              </a:rPr>
              <a:t>, </a:t>
            </a:r>
            <a:r>
              <a:rPr lang="ko-KR" altLang="en-US" sz="800" dirty="0">
                <a:latin typeface="페이퍼로지 5 Medium"/>
                <a:ea typeface="페이퍼로지 5 Medium"/>
                <a:cs typeface="페이퍼로지 5 Medium"/>
              </a:rPr>
              <a:t>식물성 </a:t>
            </a:r>
            <a:r>
              <a:rPr lang="ko-KR" altLang="en-US" sz="800" dirty="0" err="1">
                <a:latin typeface="페이퍼로지 5 Medium"/>
                <a:ea typeface="페이퍼로지 5 Medium"/>
                <a:cs typeface="페이퍼로지 5 Medium"/>
              </a:rPr>
              <a:t>스쿠알란</a:t>
            </a:r>
            <a:r>
              <a:rPr lang="en-US" altLang="ko-KR" sz="800" dirty="0">
                <a:latin typeface="페이퍼로지 5 Medium"/>
                <a:ea typeface="페이퍼로지 5 Medium"/>
                <a:cs typeface="페이퍼로지 5 Medium"/>
              </a:rPr>
              <a:t>, 10</a:t>
            </a:r>
            <a:r>
              <a:rPr lang="ko-KR" altLang="en-US" sz="800" dirty="0">
                <a:latin typeface="페이퍼로지 5 Medium"/>
                <a:ea typeface="페이퍼로지 5 Medium"/>
                <a:cs typeface="페이퍼로지 5 Medium"/>
              </a:rPr>
              <a:t>종 </a:t>
            </a:r>
            <a:r>
              <a:rPr lang="ko-KR" altLang="en-US" sz="800" dirty="0" err="1">
                <a:latin typeface="페이퍼로지 5 Medium"/>
                <a:ea typeface="페이퍼로지 5 Medium"/>
                <a:cs typeface="페이퍼로지 5 Medium"/>
              </a:rPr>
              <a:t>히알루론산이</a:t>
            </a:r>
            <a:r>
              <a:rPr lang="ko-KR" altLang="en-US" sz="800" dirty="0">
                <a:latin typeface="페이퍼로지 5 Medium"/>
                <a:ea typeface="페이퍼로지 5 Medium"/>
                <a:cs typeface="페이퍼로지 5 Medium"/>
              </a:rPr>
              <a:t> 촉촉한 보습과 피부 장벽 케어를 </a:t>
            </a:r>
            <a:r>
              <a:rPr lang="ko-KR" altLang="en-US" sz="800" dirty="0" err="1">
                <a:latin typeface="페이퍼로지 5 Medium"/>
                <a:ea typeface="페이퍼로지 5 Medium"/>
                <a:cs typeface="페이퍼로지 5 Medium"/>
              </a:rPr>
              <a:t>돕습니다</a:t>
            </a:r>
            <a:r>
              <a:rPr lang="en-US" altLang="ko-KR" sz="800" dirty="0">
                <a:latin typeface="페이퍼로지 5 Medium"/>
                <a:ea typeface="페이퍼로지 5 Medium"/>
                <a:cs typeface="페이퍼로지 5 Medium"/>
              </a:rPr>
              <a:t>.</a:t>
            </a:r>
          </a:p>
        </p:txBody>
      </p:sp>
      <p:pic>
        <p:nvPicPr>
          <p:cNvPr id="2810" name="그림 2809">
            <a:extLst>
              <a:ext uri="{FF2B5EF4-FFF2-40B4-BE49-F238E27FC236}">
                <a16:creationId xmlns:a16="http://schemas.microsoft.com/office/drawing/2014/main" id="{57BB0160-3929-BE48-4690-327C4F15F8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2645" y="4905720"/>
            <a:ext cx="775831" cy="731916"/>
          </a:xfrm>
          <a:prstGeom prst="rect">
            <a:avLst/>
          </a:prstGeom>
        </p:spPr>
      </p:pic>
      <p:pic>
        <p:nvPicPr>
          <p:cNvPr id="2812" name="그림 2811">
            <a:extLst>
              <a:ext uri="{FF2B5EF4-FFF2-40B4-BE49-F238E27FC236}">
                <a16:creationId xmlns:a16="http://schemas.microsoft.com/office/drawing/2014/main" id="{31FB4E01-4FD1-9F27-B248-EB75D960DA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7340" y="4916079"/>
            <a:ext cx="718281" cy="725724"/>
          </a:xfrm>
          <a:prstGeom prst="rect">
            <a:avLst/>
          </a:prstGeom>
        </p:spPr>
      </p:pic>
      <p:pic>
        <p:nvPicPr>
          <p:cNvPr id="2814" name="그림 2813">
            <a:extLst>
              <a:ext uri="{FF2B5EF4-FFF2-40B4-BE49-F238E27FC236}">
                <a16:creationId xmlns:a16="http://schemas.microsoft.com/office/drawing/2014/main" id="{12888180-1A1B-6552-46BB-540B9C13A6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3260" y="4911597"/>
            <a:ext cx="718281" cy="725686"/>
          </a:xfrm>
          <a:prstGeom prst="rect">
            <a:avLst/>
          </a:prstGeom>
        </p:spPr>
      </p:pic>
      <p:sp>
        <p:nvSpPr>
          <p:cNvPr id="2818" name="이등변 삼각형 2817">
            <a:extLst>
              <a:ext uri="{FF2B5EF4-FFF2-40B4-BE49-F238E27FC236}">
                <a16:creationId xmlns:a16="http://schemas.microsoft.com/office/drawing/2014/main" id="{B702AF90-AA1E-B741-89EA-CA32E62C74D8}"/>
              </a:ext>
            </a:extLst>
          </p:cNvPr>
          <p:cNvSpPr/>
          <p:nvPr/>
        </p:nvSpPr>
        <p:spPr>
          <a:xfrm>
            <a:off x="4978204" y="5235102"/>
            <a:ext cx="679408" cy="73152"/>
          </a:xfrm>
          <a:prstGeom prst="rightArrow">
            <a:avLst/>
          </a:prstGeom>
          <a:gradFill>
            <a:gsLst>
              <a:gs pos="100000">
                <a:schemeClr val="bg1"/>
              </a:gs>
              <a:gs pos="23000">
                <a:schemeClr val="bg1">
                  <a:lumMod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99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820" name="이등변 삼각형 2819">
            <a:extLst>
              <a:ext uri="{FF2B5EF4-FFF2-40B4-BE49-F238E27FC236}">
                <a16:creationId xmlns:a16="http://schemas.microsoft.com/office/drawing/2014/main" id="{0B2A0885-9B2F-8012-EF3A-C1BEBFA98BF1}"/>
              </a:ext>
            </a:extLst>
          </p:cNvPr>
          <p:cNvSpPr/>
          <p:nvPr/>
        </p:nvSpPr>
        <p:spPr>
          <a:xfrm>
            <a:off x="6595349" y="5242365"/>
            <a:ext cx="708183" cy="73152"/>
          </a:xfrm>
          <a:prstGeom prst="rightArrow">
            <a:avLst/>
          </a:prstGeom>
          <a:gradFill>
            <a:gsLst>
              <a:gs pos="100000">
                <a:schemeClr val="bg1"/>
              </a:gs>
              <a:gs pos="23000">
                <a:schemeClr val="bg1">
                  <a:lumMod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99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822" name="직사각형 2821">
            <a:extLst>
              <a:ext uri="{FF2B5EF4-FFF2-40B4-BE49-F238E27FC236}">
                <a16:creationId xmlns:a16="http://schemas.microsoft.com/office/drawing/2014/main" id="{F6954D78-F4E8-E238-4B04-F8D99F3BFF2A}"/>
              </a:ext>
            </a:extLst>
          </p:cNvPr>
          <p:cNvSpPr/>
          <p:nvPr/>
        </p:nvSpPr>
        <p:spPr>
          <a:xfrm>
            <a:off x="4041844" y="5599409"/>
            <a:ext cx="1200465" cy="301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60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Step 1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600" dirty="0" err="1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모이스처</a:t>
            </a:r>
            <a:r>
              <a:rPr lang="ko-KR" altLang="en-US" sz="60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 드롭 크림을 피부에 도포</a:t>
            </a:r>
            <a:endParaRPr lang="en-US" altLang="ko-KR" sz="600" dirty="0">
              <a:solidFill>
                <a:srgbClr val="000000"/>
              </a:solidFill>
              <a:latin typeface="페이퍼로지 4 Regular" pitchFamily="2" charset="-127"/>
              <a:ea typeface="페이퍼로지 4 Regular" pitchFamily="2" charset="-127"/>
              <a:cs typeface="Microsoft GothicNeo Light" panose="020B0300000101010101" pitchFamily="50" charset="-127"/>
            </a:endParaRPr>
          </a:p>
        </p:txBody>
      </p:sp>
      <p:sp>
        <p:nvSpPr>
          <p:cNvPr id="2824" name="직사각형 2823">
            <a:extLst>
              <a:ext uri="{FF2B5EF4-FFF2-40B4-BE49-F238E27FC236}">
                <a16:creationId xmlns:a16="http://schemas.microsoft.com/office/drawing/2014/main" id="{2B67DD9A-33A7-4E48-DBDD-A58CB50DAE8E}"/>
              </a:ext>
            </a:extLst>
          </p:cNvPr>
          <p:cNvSpPr/>
          <p:nvPr/>
        </p:nvSpPr>
        <p:spPr>
          <a:xfrm>
            <a:off x="5687764" y="5606969"/>
            <a:ext cx="1200465" cy="412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60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Step 2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600" dirty="0" err="1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모이스처</a:t>
            </a:r>
            <a:r>
              <a:rPr lang="ko-KR" altLang="en-US" sz="60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 드롭이 터지며 </a:t>
            </a:r>
            <a:endParaRPr lang="en-US" altLang="ko-KR" sz="600" dirty="0">
              <a:solidFill>
                <a:srgbClr val="000000"/>
              </a:solidFill>
              <a:latin typeface="페이퍼로지 4 Regular" pitchFamily="2" charset="-127"/>
              <a:ea typeface="페이퍼로지 4 Regular" pitchFamily="2" charset="-127"/>
              <a:cs typeface="Microsoft GothicNeo Light" panose="020B0300000101010101" pitchFamily="50" charset="-127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60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보습 성분이 고르게 펴 발림</a:t>
            </a:r>
            <a:endParaRPr lang="en-US" altLang="ko-KR" sz="600" dirty="0">
              <a:solidFill>
                <a:srgbClr val="000000"/>
              </a:solidFill>
              <a:latin typeface="페이퍼로지 4 Regular" pitchFamily="2" charset="-127"/>
              <a:ea typeface="페이퍼로지 4 Regular" pitchFamily="2" charset="-127"/>
              <a:cs typeface="Microsoft GothicNeo Light" panose="020B0300000101010101" pitchFamily="50" charset="-127"/>
            </a:endParaRPr>
          </a:p>
        </p:txBody>
      </p:sp>
      <p:sp>
        <p:nvSpPr>
          <p:cNvPr id="2826" name="직사각형 2825">
            <a:extLst>
              <a:ext uri="{FF2B5EF4-FFF2-40B4-BE49-F238E27FC236}">
                <a16:creationId xmlns:a16="http://schemas.microsoft.com/office/drawing/2014/main" id="{0F7F648D-B4CE-DF1E-B076-817BAB389058}"/>
              </a:ext>
            </a:extLst>
          </p:cNvPr>
          <p:cNvSpPr/>
          <p:nvPr/>
        </p:nvSpPr>
        <p:spPr>
          <a:xfrm>
            <a:off x="7333684" y="5592344"/>
            <a:ext cx="1200465" cy="412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60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Step 3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60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풍부한 수분감으로 촉촉하고 </a:t>
            </a:r>
            <a:endParaRPr lang="en-US" altLang="ko-KR" sz="600" dirty="0">
              <a:solidFill>
                <a:srgbClr val="000000"/>
              </a:solidFill>
              <a:latin typeface="페이퍼로지 4 Regular" pitchFamily="2" charset="-127"/>
              <a:ea typeface="페이퍼로지 4 Regular" pitchFamily="2" charset="-127"/>
              <a:cs typeface="Microsoft GothicNeo Light" panose="020B0300000101010101" pitchFamily="50" charset="-127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60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생기 있는 피부 완성</a:t>
            </a:r>
            <a:endParaRPr lang="en-US" altLang="ko-KR" sz="600" dirty="0">
              <a:solidFill>
                <a:srgbClr val="000000"/>
              </a:solidFill>
              <a:latin typeface="페이퍼로지 4 Regular" pitchFamily="2" charset="-127"/>
              <a:ea typeface="페이퍼로지 4 Regular" pitchFamily="2" charset="-127"/>
              <a:cs typeface="Microsoft GothicNeo Light" panose="020B0300000101010101" pitchFamily="50" charset="-127"/>
            </a:endParaRPr>
          </a:p>
        </p:txBody>
      </p:sp>
      <p:sp>
        <p:nvSpPr>
          <p:cNvPr id="2845" name="technology-section-rule">
            <a:extLst>
              <a:ext uri="{FF2B5EF4-FFF2-40B4-BE49-F238E27FC236}">
                <a16:creationId xmlns:a16="http://schemas.microsoft.com/office/drawing/2014/main" id="{BE0D7824-9946-66A9-A948-1D6363B60E63}"/>
              </a:ext>
            </a:extLst>
          </p:cNvPr>
          <p:cNvSpPr>
            <a:spLocks noGrp="1"/>
          </p:cNvSpPr>
          <p:nvPr/>
        </p:nvSpPr>
        <p:spPr>
          <a:xfrm>
            <a:off x="3714750" y="4733515"/>
            <a:ext cx="6486525" cy="0"/>
          </a:xfrm>
          <a:prstGeom prst="line">
            <a:avLst/>
          </a:prstGeom>
          <a:noFill/>
          <a:ln w="5239">
            <a:solidFill>
              <a:srgbClr val="B9C4BB"/>
            </a:solidFill>
            <a:prstDash val="solid"/>
          </a:ln>
        </p:spPr>
        <p:txBody>
          <a:bodyPr/>
          <a:lstStyle/>
          <a:p>
            <a:endParaRPr sz="600"/>
          </a:p>
        </p:txBody>
      </p:sp>
      <p:sp>
        <p:nvSpPr>
          <p:cNvPr id="4" name="concept-title">
            <a:extLst>
              <a:ext uri="{FF2B5EF4-FFF2-40B4-BE49-F238E27FC236}">
                <a16:creationId xmlns:a16="http://schemas.microsoft.com/office/drawing/2014/main" id="{1FD60E24-B4B6-47D3-24DF-51D317BB718A}"/>
              </a:ext>
            </a:extLst>
          </p:cNvPr>
          <p:cNvSpPr>
            <a:spLocks noGrp="1"/>
          </p:cNvSpPr>
          <p:nvPr/>
        </p:nvSpPr>
        <p:spPr>
          <a:xfrm>
            <a:off x="3725495" y="2506697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18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피부</a:t>
            </a:r>
            <a:r>
              <a:rPr lang="en-US" altLang="ko-KR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ko-KR" altLang="en-US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위에서 부드럽게 퍼지는 </a:t>
            </a:r>
            <a:r>
              <a:rPr lang="ko-KR" altLang="en-US" dirty="0" err="1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모이스처</a:t>
            </a:r>
            <a:r>
              <a:rPr lang="ko-KR" altLang="en-US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 드롭</a:t>
            </a:r>
            <a:endParaRPr sz="1800" b="0" dirty="0">
              <a:solidFill>
                <a:srgbClr val="315F4B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20" name="concept-body">
            <a:extLst>
              <a:ext uri="{FF2B5EF4-FFF2-40B4-BE49-F238E27FC236}">
                <a16:creationId xmlns:a16="http://schemas.microsoft.com/office/drawing/2014/main" id="{D8ADC27E-CE9B-8B47-C683-C039B226EE80}"/>
              </a:ext>
            </a:extLst>
          </p:cNvPr>
          <p:cNvSpPr>
            <a:spLocks noGrp="1"/>
          </p:cNvSpPr>
          <p:nvPr/>
        </p:nvSpPr>
        <p:spPr>
          <a:xfrm>
            <a:off x="3725495" y="2979197"/>
            <a:ext cx="6298256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크림을 바르는 순간 물방울 텍스처가 부드럽게 퍼져 보습 성분을 피부에 고르게 전달하고 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촉촉한</a:t>
            </a:r>
            <a:r>
              <a:rPr lang="ko-KR" altLang="en-US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사용감을 선사합니다</a:t>
            </a:r>
            <a:r>
              <a:rPr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 </a:t>
            </a:r>
          </a:p>
        </p:txBody>
      </p:sp>
      <p:sp>
        <p:nvSpPr>
          <p:cNvPr id="22" name="concept-title">
            <a:extLst>
              <a:ext uri="{FF2B5EF4-FFF2-40B4-BE49-F238E27FC236}">
                <a16:creationId xmlns:a16="http://schemas.microsoft.com/office/drawing/2014/main" id="{BC0C4AB8-A0B0-6E78-B1B2-E0FD439748E3}"/>
              </a:ext>
            </a:extLst>
          </p:cNvPr>
          <p:cNvSpPr>
            <a:spLocks noGrp="1"/>
          </p:cNvSpPr>
          <p:nvPr/>
        </p:nvSpPr>
        <p:spPr>
          <a:xfrm>
            <a:off x="3725496" y="3484248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1800" b="0" dirty="0" err="1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세라마이드</a:t>
            </a:r>
            <a:r>
              <a:rPr lang="ko-KR" altLang="en-US" sz="18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en-US" altLang="ko-KR" sz="18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NP </a:t>
            </a:r>
            <a:r>
              <a:rPr lang="en-US" altLang="ko-KR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lang="ko-KR" altLang="en-US" sz="1800" b="0" dirty="0" err="1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판테놀의</a:t>
            </a:r>
            <a:r>
              <a:rPr lang="ko-KR" altLang="en-US" sz="18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 보습 장벽 케어</a:t>
            </a:r>
            <a:endParaRPr sz="1800" b="0" dirty="0">
              <a:solidFill>
                <a:srgbClr val="315F4B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31" name="concept-body">
            <a:extLst>
              <a:ext uri="{FF2B5EF4-FFF2-40B4-BE49-F238E27FC236}">
                <a16:creationId xmlns:a16="http://schemas.microsoft.com/office/drawing/2014/main" id="{0BF76368-82C9-F07D-C0DC-8D445D182180}"/>
              </a:ext>
            </a:extLst>
          </p:cNvPr>
          <p:cNvSpPr>
            <a:spLocks noGrp="1"/>
          </p:cNvSpPr>
          <p:nvPr/>
        </p:nvSpPr>
        <p:spPr>
          <a:xfrm>
            <a:off x="3725496" y="3956748"/>
            <a:ext cx="6298256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세라마이드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NP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와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판테놀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, 10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종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히알루론산이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피부에 수분과 보습을 더해 편안하고 촉촉한 피부 마무리를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돕습니다</a:t>
            </a:r>
            <a:r>
              <a:rPr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13967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" name="그림 6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" r="27"/>
          <a:stretch/>
        </p:blipFill>
        <p:spPr>
          <a:xfrm>
            <a:off x="100238" y="105000"/>
            <a:ext cx="3341250" cy="7350000"/>
          </a:xfrm>
          <a:prstGeom prst="rect">
            <a:avLst/>
          </a:prstGeom>
        </p:spPr>
      </p:pic>
      <p:sp>
        <p:nvSpPr>
          <p:cNvPr id="81" name="left-title-panel">
            <a:extLst>
              <a:ext uri="{FF2B5EF4-FFF2-40B4-BE49-F238E27FC236}">
                <a16:creationId xmlns:a16="http://schemas.microsoft.com/office/drawing/2014/main" id="{76B99241-EFE7-D693-340C-D59BC87BA1D5}"/>
              </a:ext>
            </a:extLst>
          </p:cNvPr>
          <p:cNvSpPr>
            <a:spLocks noGrp="1"/>
          </p:cNvSpPr>
          <p:nvPr/>
        </p:nvSpPr>
        <p:spPr>
          <a:xfrm>
            <a:off x="250594" y="294000"/>
            <a:ext cx="2923594" cy="1848000"/>
          </a:xfrm>
          <a:prstGeom prst="rect">
            <a:avLst/>
          </a:prstGeom>
          <a:solidFill>
            <a:srgbClr val="F3F4F5"/>
          </a:solidFill>
          <a:ln w="7620">
            <a:solidFill>
              <a:srgbClr val="A8BF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left-info-outline">
            <a:extLst>
              <a:ext uri="{FF2B5EF4-FFF2-40B4-BE49-F238E27FC236}">
                <a16:creationId xmlns:a16="http://schemas.microsoft.com/office/drawing/2014/main" id="{39A20B98-4B54-171E-D5A1-D31C34B9D520}"/>
              </a:ext>
            </a:extLst>
          </p:cNvPr>
          <p:cNvSpPr>
            <a:spLocks noGrp="1"/>
          </p:cNvSpPr>
          <p:nvPr/>
        </p:nvSpPr>
        <p:spPr>
          <a:xfrm>
            <a:off x="200475" y="6720000"/>
            <a:ext cx="3140775" cy="609000"/>
          </a:xfrm>
          <a:prstGeom prst="rect">
            <a:avLst/>
          </a:prstGeom>
          <a:solidFill>
            <a:srgbClr val="949C9E">
              <a:alpha val="36000"/>
            </a:srgbClr>
          </a:solidFill>
          <a:ln w="6191">
            <a:solidFill>
              <a:srgbClr val="E6EEE7">
                <a:alpha val="90000"/>
              </a:srgbClr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67" name="outer-border">
            <a:extLst>
              <a:ext uri="{FF2B5EF4-FFF2-40B4-BE49-F238E27FC236}">
                <a16:creationId xmlns:a16="http://schemas.microsoft.com/office/drawing/2014/main" id="{ACD8A05C-98E0-C2E3-D43D-36132A5FB96F}"/>
              </a:ext>
            </a:extLst>
          </p:cNvPr>
          <p:cNvSpPr>
            <a:spLocks noGrp="1"/>
          </p:cNvSpPr>
          <p:nvPr/>
        </p:nvSpPr>
        <p:spPr>
          <a:xfrm>
            <a:off x="100238" y="105000"/>
            <a:ext cx="10491525" cy="7350000"/>
          </a:xfrm>
          <a:prstGeom prst="rect">
            <a:avLst/>
          </a:prstGeom>
          <a:noFill/>
          <a:ln w="10478">
            <a:solidFill>
              <a:srgbClr val="C9D5C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image-panel-divider">
            <a:extLst>
              <a:ext uri="{FF2B5EF4-FFF2-40B4-BE49-F238E27FC236}">
                <a16:creationId xmlns:a16="http://schemas.microsoft.com/office/drawing/2014/main" id="{2D740707-7F57-8357-D533-19C6C95D574A}"/>
              </a:ext>
            </a:extLst>
          </p:cNvPr>
          <p:cNvSpPr>
            <a:spLocks noGrp="1"/>
          </p:cNvSpPr>
          <p:nvPr/>
        </p:nvSpPr>
        <p:spPr>
          <a:xfrm>
            <a:off x="3441488" y="105000"/>
            <a:ext cx="0" cy="7350000"/>
          </a:xfrm>
          <a:prstGeom prst="line">
            <a:avLst/>
          </a:prstGeom>
          <a:noFill/>
          <a:ln w="19050">
            <a:solidFill>
              <a:srgbClr val="355E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left-product-title">
            <a:extLst>
              <a:ext uri="{FF2B5EF4-FFF2-40B4-BE49-F238E27FC236}">
                <a16:creationId xmlns:a16="http://schemas.microsoft.com/office/drawing/2014/main" id="{A62D8AFB-A338-60A0-64B1-6EA74AA8DA46}"/>
              </a:ext>
            </a:extLst>
          </p:cNvPr>
          <p:cNvSpPr>
            <a:spLocks noGrp="1"/>
          </p:cNvSpPr>
          <p:nvPr/>
        </p:nvSpPr>
        <p:spPr>
          <a:xfrm>
            <a:off x="434363" y="808500"/>
            <a:ext cx="2422406" cy="77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buNone/>
              <a:defRPr sz="2250" b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2250" b="0" dirty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세범 </a:t>
            </a:r>
            <a:r>
              <a:rPr lang="ko-KR" altLang="en-US" sz="2250" b="0" dirty="0" err="1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멜팅</a:t>
            </a:r>
            <a:endParaRPr lang="en-US" altLang="ko-KR" sz="2250" b="0" dirty="0">
              <a:solidFill>
                <a:srgbClr val="26362F"/>
              </a:solidFill>
              <a:latin typeface="Paperlogy 7 Bold"/>
              <a:ea typeface="Paperlogy 7 Bold"/>
              <a:cs typeface="Paperlogy 7 Bold"/>
            </a:endParaRPr>
          </a:p>
          <a:p>
            <a:pPr algn="l">
              <a:lnSpc>
                <a:spcPct val="92000"/>
              </a:lnSpc>
              <a:buNone/>
              <a:defRPr sz="2250" b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2250" dirty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크림 투 오일 </a:t>
            </a:r>
            <a:endParaRPr sz="2250" b="0" dirty="0">
              <a:solidFill>
                <a:srgbClr val="26362F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6" name="left-title-rule">
            <a:extLst>
              <a:ext uri="{FF2B5EF4-FFF2-40B4-BE49-F238E27FC236}">
                <a16:creationId xmlns:a16="http://schemas.microsoft.com/office/drawing/2014/main" id="{E2043374-D477-5BD4-CC2A-3660C9E977AB}"/>
              </a:ext>
            </a:extLst>
          </p:cNvPr>
          <p:cNvSpPr>
            <a:spLocks noGrp="1"/>
          </p:cNvSpPr>
          <p:nvPr/>
        </p:nvSpPr>
        <p:spPr>
          <a:xfrm>
            <a:off x="434363" y="1659000"/>
            <a:ext cx="517894" cy="0"/>
          </a:xfrm>
          <a:prstGeom prst="line">
            <a:avLst/>
          </a:prstGeom>
          <a:noFill/>
          <a:ln w="28575">
            <a:solidFill>
              <a:srgbClr val="355E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left-tagline">
            <a:extLst>
              <a:ext uri="{FF2B5EF4-FFF2-40B4-BE49-F238E27FC236}">
                <a16:creationId xmlns:a16="http://schemas.microsoft.com/office/drawing/2014/main" id="{59EC6A43-5B2D-8B52-531E-DBF60CE07319}"/>
              </a:ext>
            </a:extLst>
          </p:cNvPr>
          <p:cNvSpPr>
            <a:spLocks noGrp="1"/>
          </p:cNvSpPr>
          <p:nvPr/>
        </p:nvSpPr>
        <p:spPr>
          <a:xfrm>
            <a:off x="434363" y="1774500"/>
            <a:ext cx="2388994" cy="23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altLang="ko-KR" sz="900" b="0" dirty="0">
                <a:solidFill>
                  <a:srgbClr val="355E48"/>
                </a:solidFill>
                <a:latin typeface="Paperlogy 5 Medium"/>
                <a:ea typeface="Paperlogy 5 Medium"/>
                <a:cs typeface="Paperlogy 5 Medium"/>
              </a:rPr>
              <a:t>Sebum Melting Cream to Oil</a:t>
            </a:r>
            <a:endParaRPr sz="900" b="0" dirty="0">
              <a:solidFill>
                <a:srgbClr val="355E48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9" name="left-info-label-1">
            <a:extLst>
              <a:ext uri="{FF2B5EF4-FFF2-40B4-BE49-F238E27FC236}">
                <a16:creationId xmlns:a16="http://schemas.microsoft.com/office/drawing/2014/main" id="{68FA20E0-BBBC-479B-14B7-160777A25397}"/>
              </a:ext>
            </a:extLst>
          </p:cNvPr>
          <p:cNvSpPr>
            <a:spLocks noGrp="1"/>
          </p:cNvSpPr>
          <p:nvPr/>
        </p:nvSpPr>
        <p:spPr>
          <a:xfrm>
            <a:off x="258947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 dirty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LAB NO.</a:t>
            </a:r>
          </a:p>
        </p:txBody>
      </p:sp>
      <p:sp>
        <p:nvSpPr>
          <p:cNvPr id="10" name="left-info-value-1">
            <a:extLst>
              <a:ext uri="{FF2B5EF4-FFF2-40B4-BE49-F238E27FC236}">
                <a16:creationId xmlns:a16="http://schemas.microsoft.com/office/drawing/2014/main" id="{B501D312-735E-E4E4-810C-BFABA8810CD7}"/>
              </a:ext>
            </a:extLst>
          </p:cNvPr>
          <p:cNvSpPr>
            <a:spLocks noGrp="1"/>
          </p:cNvSpPr>
          <p:nvPr/>
        </p:nvSpPr>
        <p:spPr>
          <a:xfrm>
            <a:off x="258947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#260917-2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1" name="left-info-label-2">
            <a:extLst>
              <a:ext uri="{FF2B5EF4-FFF2-40B4-BE49-F238E27FC236}">
                <a16:creationId xmlns:a16="http://schemas.microsoft.com/office/drawing/2014/main" id="{ED76B68A-6D7D-3C0B-A3FE-6DB02089A434}"/>
              </a:ext>
            </a:extLst>
          </p:cNvPr>
          <p:cNvSpPr>
            <a:spLocks noGrp="1"/>
          </p:cNvSpPr>
          <p:nvPr/>
        </p:nvSpPr>
        <p:spPr>
          <a:xfrm>
            <a:off x="868725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기능성</a:t>
            </a:r>
          </a:p>
        </p:txBody>
      </p:sp>
      <p:sp>
        <p:nvSpPr>
          <p:cNvPr id="12" name="left-info-value-2">
            <a:extLst>
              <a:ext uri="{FF2B5EF4-FFF2-40B4-BE49-F238E27FC236}">
                <a16:creationId xmlns:a16="http://schemas.microsoft.com/office/drawing/2014/main" id="{FDB0F8B9-B2C0-B624-A947-7E9133990F27}"/>
              </a:ext>
            </a:extLst>
          </p:cNvPr>
          <p:cNvSpPr>
            <a:spLocks noGrp="1"/>
          </p:cNvSpPr>
          <p:nvPr/>
        </p:nvSpPr>
        <p:spPr>
          <a:xfrm>
            <a:off x="868725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비기능성</a:t>
            </a:r>
          </a:p>
        </p:txBody>
      </p:sp>
      <p:sp>
        <p:nvSpPr>
          <p:cNvPr id="13" name="left-info-label-3">
            <a:extLst>
              <a:ext uri="{FF2B5EF4-FFF2-40B4-BE49-F238E27FC236}">
                <a16:creationId xmlns:a16="http://schemas.microsoft.com/office/drawing/2014/main" id="{64FF2C3C-7EE2-37BB-0E82-B585412A999B}"/>
              </a:ext>
            </a:extLst>
          </p:cNvPr>
          <p:cNvSpPr>
            <a:spLocks noGrp="1"/>
          </p:cNvSpPr>
          <p:nvPr/>
        </p:nvSpPr>
        <p:spPr>
          <a:xfrm>
            <a:off x="1478503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제형</a:t>
            </a:r>
          </a:p>
        </p:txBody>
      </p:sp>
      <p:sp>
        <p:nvSpPr>
          <p:cNvPr id="14" name="left-info-value-3">
            <a:extLst>
              <a:ext uri="{FF2B5EF4-FFF2-40B4-BE49-F238E27FC236}">
                <a16:creationId xmlns:a16="http://schemas.microsoft.com/office/drawing/2014/main" id="{A451B27D-6D89-70C3-B4B9-9DD9EAD97FBF}"/>
              </a:ext>
            </a:extLst>
          </p:cNvPr>
          <p:cNvSpPr>
            <a:spLocks noGrp="1"/>
          </p:cNvSpPr>
          <p:nvPr/>
        </p:nvSpPr>
        <p:spPr>
          <a:xfrm>
            <a:off x="1478503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615" b="0" dirty="0" err="1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백색의</a:t>
            </a:r>
            <a:r>
              <a:rPr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 </a:t>
            </a:r>
            <a:r>
              <a:rPr sz="615" b="0" dirty="0" err="1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크림상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5" name="left-info-label-4">
            <a:extLst>
              <a:ext uri="{FF2B5EF4-FFF2-40B4-BE49-F238E27FC236}">
                <a16:creationId xmlns:a16="http://schemas.microsoft.com/office/drawing/2014/main" id="{9950073C-384C-E149-E79D-D7E5577275E1}"/>
              </a:ext>
            </a:extLst>
          </p:cNvPr>
          <p:cNvSpPr>
            <a:spLocks noGrp="1"/>
          </p:cNvSpPr>
          <p:nvPr/>
        </p:nvSpPr>
        <p:spPr>
          <a:xfrm>
            <a:off x="2088281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제품군</a:t>
            </a:r>
          </a:p>
        </p:txBody>
      </p:sp>
      <p:sp>
        <p:nvSpPr>
          <p:cNvPr id="16" name="left-info-value-4">
            <a:extLst>
              <a:ext uri="{FF2B5EF4-FFF2-40B4-BE49-F238E27FC236}">
                <a16:creationId xmlns:a16="http://schemas.microsoft.com/office/drawing/2014/main" id="{825B4942-3C2F-48AB-1E13-8E31693FD552}"/>
              </a:ext>
            </a:extLst>
          </p:cNvPr>
          <p:cNvSpPr>
            <a:spLocks noGrp="1"/>
          </p:cNvSpPr>
          <p:nvPr/>
        </p:nvSpPr>
        <p:spPr>
          <a:xfrm>
            <a:off x="2088281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클렌저</a:t>
            </a:r>
          </a:p>
        </p:txBody>
      </p:sp>
      <p:sp>
        <p:nvSpPr>
          <p:cNvPr id="17" name="left-info-label-5">
            <a:extLst>
              <a:ext uri="{FF2B5EF4-FFF2-40B4-BE49-F238E27FC236}">
                <a16:creationId xmlns:a16="http://schemas.microsoft.com/office/drawing/2014/main" id="{99C0CDA1-6638-E285-8D49-3C30C5526E62}"/>
              </a:ext>
            </a:extLst>
          </p:cNvPr>
          <p:cNvSpPr>
            <a:spLocks noGrp="1"/>
          </p:cNvSpPr>
          <p:nvPr/>
        </p:nvSpPr>
        <p:spPr>
          <a:xfrm>
            <a:off x="2698059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패키지</a:t>
            </a:r>
          </a:p>
        </p:txBody>
      </p:sp>
      <p:sp>
        <p:nvSpPr>
          <p:cNvPr id="18" name="left-info-value-5">
            <a:extLst>
              <a:ext uri="{FF2B5EF4-FFF2-40B4-BE49-F238E27FC236}">
                <a16:creationId xmlns:a16="http://schemas.microsoft.com/office/drawing/2014/main" id="{C66D9F49-B7E5-E47B-2D7E-100FABA2416D}"/>
              </a:ext>
            </a:extLst>
          </p:cNvPr>
          <p:cNvSpPr>
            <a:spLocks noGrp="1"/>
          </p:cNvSpPr>
          <p:nvPr/>
        </p:nvSpPr>
        <p:spPr>
          <a:xfrm>
            <a:off x="2698059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펌프</a:t>
            </a:r>
            <a:r>
              <a:rPr lang="en-US" altLang="ko-KR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, </a:t>
            </a:r>
            <a:r>
              <a:rPr lang="ko-KR" altLang="en-US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튜브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9" name="proposal-number">
            <a:extLst>
              <a:ext uri="{FF2B5EF4-FFF2-40B4-BE49-F238E27FC236}">
                <a16:creationId xmlns:a16="http://schemas.microsoft.com/office/drawing/2014/main" id="{B3CBF4D1-9C04-660B-28D2-50474E6E5969}"/>
              </a:ext>
            </a:extLst>
          </p:cNvPr>
          <p:cNvSpPr>
            <a:spLocks noGrp="1"/>
          </p:cNvSpPr>
          <p:nvPr/>
        </p:nvSpPr>
        <p:spPr>
          <a:xfrm>
            <a:off x="9439031" y="336000"/>
            <a:ext cx="868725" cy="33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5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5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No. 0</a:t>
            </a:r>
            <a:r>
              <a:rPr lang="en-US" sz="15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5</a:t>
            </a:r>
            <a:endParaRPr sz="1500" b="0" dirty="0">
              <a:solidFill>
                <a:srgbClr val="315F4B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23" name="intro-accent-line">
            <a:extLst>
              <a:ext uri="{FF2B5EF4-FFF2-40B4-BE49-F238E27FC236}">
                <a16:creationId xmlns:a16="http://schemas.microsoft.com/office/drawing/2014/main" id="{60D3ED30-1402-3785-73D0-464DA0BE709D}"/>
              </a:ext>
            </a:extLst>
          </p:cNvPr>
          <p:cNvSpPr>
            <a:spLocks noGrp="1"/>
          </p:cNvSpPr>
          <p:nvPr/>
        </p:nvSpPr>
        <p:spPr>
          <a:xfrm>
            <a:off x="3742200" y="451500"/>
            <a:ext cx="0" cy="672000"/>
          </a:xfrm>
          <a:prstGeom prst="line">
            <a:avLst/>
          </a:prstGeom>
          <a:noFill/>
          <a:ln w="19050">
            <a:solidFill>
              <a:srgbClr val="355E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intro-title">
            <a:extLst>
              <a:ext uri="{FF2B5EF4-FFF2-40B4-BE49-F238E27FC236}">
                <a16:creationId xmlns:a16="http://schemas.microsoft.com/office/drawing/2014/main" id="{D490A8EA-109C-83E9-79F2-2F307E2D8A43}"/>
              </a:ext>
            </a:extLst>
          </p:cNvPr>
          <p:cNvSpPr>
            <a:spLocks noGrp="1"/>
          </p:cNvSpPr>
          <p:nvPr/>
        </p:nvSpPr>
        <p:spPr>
          <a:xfrm>
            <a:off x="3931537" y="532000"/>
            <a:ext cx="5178938" cy="5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1275" b="0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녹이고</a:t>
            </a:r>
            <a:r>
              <a:rPr lang="en-US" altLang="ko-KR" sz="1275" b="0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, </a:t>
            </a:r>
            <a:r>
              <a:rPr lang="ko-KR" altLang="en-US" sz="1275" b="0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흡착하고</a:t>
            </a:r>
            <a:r>
              <a:rPr lang="en-US" altLang="ko-KR" sz="1275" b="0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, </a:t>
            </a:r>
            <a:r>
              <a:rPr lang="ko-KR" altLang="en-US" sz="1275" b="0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매끈하게 정돈하는</a:t>
            </a:r>
            <a:endParaRPr lang="en-US" altLang="ko-KR" sz="1275" b="0" dirty="0">
              <a:solidFill>
                <a:srgbClr val="26362F"/>
              </a:solidFill>
              <a:latin typeface="Paperlogy 5 Medium"/>
              <a:ea typeface="Paperlogy 5 Medium"/>
              <a:cs typeface="Paperlogy 5 Medium"/>
            </a:endParaRPr>
          </a:p>
          <a:p>
            <a:pPr algn="l">
              <a:lnSpc>
                <a:spcPct val="112000"/>
              </a:lnSpc>
              <a:buNone/>
              <a:defRPr sz="1275" b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3</a:t>
            </a:r>
            <a:r>
              <a:rPr lang="ko-KR" altLang="en-US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단계 클렌징 케어</a:t>
            </a:r>
            <a:endParaRPr sz="1275" b="0" dirty="0">
              <a:solidFill>
                <a:srgbClr val="26362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26" name="concept-band">
            <a:extLst>
              <a:ext uri="{FF2B5EF4-FFF2-40B4-BE49-F238E27FC236}">
                <a16:creationId xmlns:a16="http://schemas.microsoft.com/office/drawing/2014/main" id="{6F7DA84D-488F-C594-B3F6-A61DBA8B560D}"/>
              </a:ext>
            </a:extLst>
          </p:cNvPr>
          <p:cNvSpPr>
            <a:spLocks noGrp="1"/>
          </p:cNvSpPr>
          <p:nvPr/>
        </p:nvSpPr>
        <p:spPr>
          <a:xfrm>
            <a:off x="3441488" y="1343999"/>
            <a:ext cx="7150275" cy="3028825"/>
          </a:xfrm>
          <a:prstGeom prst="rect">
            <a:avLst/>
          </a:prstGeom>
          <a:solidFill>
            <a:srgbClr val="F3F4F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concept-band-accent">
            <a:extLst>
              <a:ext uri="{FF2B5EF4-FFF2-40B4-BE49-F238E27FC236}">
                <a16:creationId xmlns:a16="http://schemas.microsoft.com/office/drawing/2014/main" id="{7D0CCF6B-7CBB-9D8D-0140-5A3AEAAA8BF8}"/>
              </a:ext>
            </a:extLst>
          </p:cNvPr>
          <p:cNvSpPr>
            <a:spLocks noGrp="1"/>
          </p:cNvSpPr>
          <p:nvPr/>
        </p:nvSpPr>
        <p:spPr>
          <a:xfrm>
            <a:off x="3441488" y="1343999"/>
            <a:ext cx="83531" cy="3028825"/>
          </a:xfrm>
          <a:prstGeom prst="rect">
            <a:avLst/>
          </a:prstGeom>
          <a:solidFill>
            <a:srgbClr val="355E48"/>
          </a:solidFill>
          <a:ln w="0">
            <a:solidFill>
              <a:srgbClr val="355E4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concept-title">
            <a:extLst>
              <a:ext uri="{FF2B5EF4-FFF2-40B4-BE49-F238E27FC236}">
                <a16:creationId xmlns:a16="http://schemas.microsoft.com/office/drawing/2014/main" id="{2634B74C-B684-6376-8054-0AB11DB44FD6}"/>
              </a:ext>
            </a:extLst>
          </p:cNvPr>
          <p:cNvSpPr>
            <a:spLocks noGrp="1"/>
          </p:cNvSpPr>
          <p:nvPr/>
        </p:nvSpPr>
        <p:spPr>
          <a:xfrm>
            <a:off x="3725494" y="1575000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18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선크림까지 세정하는 크림</a:t>
            </a:r>
            <a:r>
              <a:rPr lang="en-US" altLang="ko-KR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-</a:t>
            </a:r>
            <a:r>
              <a:rPr lang="ko-KR" altLang="en-US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투</a:t>
            </a:r>
            <a:r>
              <a:rPr lang="en-US" altLang="ko-KR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-</a:t>
            </a:r>
            <a:r>
              <a:rPr lang="ko-KR" altLang="en-US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오일</a:t>
            </a:r>
            <a:r>
              <a:rPr lang="ko-KR" altLang="en-US" sz="18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 클렌징</a:t>
            </a:r>
            <a:endParaRPr sz="1800" b="0" dirty="0">
              <a:solidFill>
                <a:srgbClr val="315F4B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29" name="concept-body">
            <a:extLst>
              <a:ext uri="{FF2B5EF4-FFF2-40B4-BE49-F238E27FC236}">
                <a16:creationId xmlns:a16="http://schemas.microsoft.com/office/drawing/2014/main" id="{4D1E5B64-84E2-F22E-80A8-828CB441B445}"/>
              </a:ext>
            </a:extLst>
          </p:cNvPr>
          <p:cNvSpPr>
            <a:spLocks noGrp="1"/>
          </p:cNvSpPr>
          <p:nvPr/>
        </p:nvSpPr>
        <p:spPr>
          <a:xfrm>
            <a:off x="3725494" y="2047500"/>
            <a:ext cx="6298256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부드럽게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롤링하면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크림이 오일처럼 풀어져 피지와 메이크업 잔여물은 물론 선크림까지 부드럽게 세정합니다</a:t>
            </a:r>
            <a:r>
              <a:rPr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 </a:t>
            </a:r>
          </a:p>
        </p:txBody>
      </p:sp>
      <p:sp>
        <p:nvSpPr>
          <p:cNvPr id="63" name="profile-section-title">
            <a:extLst>
              <a:ext uri="{FF2B5EF4-FFF2-40B4-BE49-F238E27FC236}">
                <a16:creationId xmlns:a16="http://schemas.microsoft.com/office/drawing/2014/main" id="{D1B304C7-1A31-ACA2-2F94-E53C19E6CABA}"/>
              </a:ext>
            </a:extLst>
          </p:cNvPr>
          <p:cNvSpPr>
            <a:spLocks noGrp="1"/>
          </p:cNvSpPr>
          <p:nvPr/>
        </p:nvSpPr>
        <p:spPr>
          <a:xfrm>
            <a:off x="3725494" y="6215680"/>
            <a:ext cx="2088281" cy="2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13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130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rPr>
              <a:t>PRODUCT PROFILE</a:t>
            </a:r>
          </a:p>
        </p:txBody>
      </p:sp>
      <p:sp>
        <p:nvSpPr>
          <p:cNvPr id="66" name="footer-page">
            <a:extLst>
              <a:ext uri="{FF2B5EF4-FFF2-40B4-BE49-F238E27FC236}">
                <a16:creationId xmlns:a16="http://schemas.microsoft.com/office/drawing/2014/main" id="{19A6A027-A3F6-000F-D4F9-DDC242A487C2}"/>
              </a:ext>
            </a:extLst>
          </p:cNvPr>
          <p:cNvSpPr>
            <a:spLocks noGrp="1"/>
          </p:cNvSpPr>
          <p:nvPr/>
        </p:nvSpPr>
        <p:spPr>
          <a:xfrm>
            <a:off x="10244599" y="7293800"/>
            <a:ext cx="284006" cy="14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675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675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0</a:t>
            </a:r>
            <a:r>
              <a:rPr lang="en-US" sz="675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5</a:t>
            </a:r>
            <a:endParaRPr sz="675" b="0" dirty="0">
              <a:solidFill>
                <a:srgbClr val="315F4B"/>
              </a:solidFill>
              <a:latin typeface="Paperlogy 7 Bold"/>
              <a:ea typeface="Paperlogy 7 Bold"/>
              <a:cs typeface="Paperlogy 7 Bold"/>
            </a:endParaRPr>
          </a:p>
        </p:txBody>
      </p:sp>
      <p:pic>
        <p:nvPicPr>
          <p:cNvPr id="955" name="VEGAN icon"/>
          <p:cNvPicPr>
            <a:picLocks noChangeAspect="1"/>
          </p:cNvPicPr>
          <p:nvPr/>
        </p:nvPicPr>
        <p:blipFill>
          <a:blip r:embed="rId4"/>
          <a:srcRect l="66667"/>
          <a:stretch/>
        </p:blipFill>
        <p:spPr>
          <a:xfrm>
            <a:off x="10140695" y="652332"/>
            <a:ext cx="434362" cy="434363"/>
          </a:xfrm>
          <a:prstGeom prst="rect">
            <a:avLst/>
          </a:prstGeom>
        </p:spPr>
      </p:pic>
      <p:sp>
        <p:nvSpPr>
          <p:cNvPr id="522" name="pictogram-label-vegan">
            <a:extLst>
              <a:ext uri="{FF2B5EF4-FFF2-40B4-BE49-F238E27FC236}">
                <a16:creationId xmlns:a16="http://schemas.microsoft.com/office/drawing/2014/main" id="{B1CCBFB9-E09F-2BEE-0EB4-4FDBFA284247}"/>
              </a:ext>
            </a:extLst>
          </p:cNvPr>
          <p:cNvSpPr>
            <a:spLocks noGrp="1"/>
          </p:cNvSpPr>
          <p:nvPr/>
        </p:nvSpPr>
        <p:spPr>
          <a:xfrm>
            <a:off x="10140694" y="1174014"/>
            <a:ext cx="434363" cy="12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rPr>
              <a:t>VEGAN</a:t>
            </a:r>
          </a:p>
        </p:txBody>
      </p:sp>
      <p:graphicFrame>
        <p:nvGraphicFramePr>
          <p:cNvPr id="953" name="표 24"/>
          <p:cNvGraphicFramePr/>
          <p:nvPr>
            <p:extLst>
              <p:ext uri="{D42A27DB-BD31-4B8C-83A1-F6EECF244321}">
                <p14:modId xmlns:p14="http://schemas.microsoft.com/office/powerpoint/2010/main" val="4162772086"/>
              </p:ext>
            </p:extLst>
          </p:nvPr>
        </p:nvGraphicFramePr>
        <p:xfrm>
          <a:off x="3725493" y="6501279"/>
          <a:ext cx="6482026" cy="672000"/>
        </p:xfrm>
        <a:graphic>
          <a:graphicData uri="http://schemas.openxmlformats.org/drawingml/2006/table">
            <a:tbl>
              <a:tblPr/>
              <a:tblGrid>
                <a:gridCol w="3241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1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rgbClr val="FFFFFF"/>
                          </a:solidFill>
                          <a:latin typeface="Paperlogy 7 Bold"/>
                          <a:ea typeface="Paperlogy 7 Bold"/>
                          <a:cs typeface="Paperlogy 7 Bold"/>
                        </a:rPr>
                        <a:t>INGREDIENT</a:t>
                      </a:r>
                    </a:p>
                  </a:txBody>
                  <a:tcPr anchor="ctr">
                    <a:lnL w="12700">
                      <a:solidFill>
                        <a:srgbClr val="C0C5BB"/>
                      </a:solidFill>
                    </a:lnL>
                    <a:lnR w="12700">
                      <a:solidFill>
                        <a:srgbClr val="C0C5BB"/>
                      </a:solidFill>
                    </a:lnR>
                    <a:lnT w="12700">
                      <a:solidFill>
                        <a:srgbClr val="C0C5BB"/>
                      </a:solidFill>
                    </a:lnT>
                    <a:lnB w="12700">
                      <a:solidFill>
                        <a:srgbClr val="C0C5BB"/>
                      </a:solidFill>
                    </a:lnB>
                    <a:solidFill>
                      <a:srgbClr val="355E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rgbClr val="FFFFFF"/>
                          </a:solidFill>
                          <a:latin typeface="Paperlogy 7 Bold"/>
                          <a:ea typeface="Paperlogy 7 Bold"/>
                          <a:cs typeface="Paperlogy 7 Bold"/>
                        </a:rPr>
                        <a:t>HOW TO USE</a:t>
                      </a:r>
                    </a:p>
                  </a:txBody>
                  <a:tcPr anchor="ctr">
                    <a:lnL w="12700">
                      <a:solidFill>
                        <a:srgbClr val="C0C5BB"/>
                      </a:solidFill>
                    </a:lnL>
                    <a:lnR w="12700">
                      <a:solidFill>
                        <a:srgbClr val="C0C5BB"/>
                      </a:solidFill>
                    </a:lnR>
                    <a:lnT w="12700">
                      <a:solidFill>
                        <a:srgbClr val="C0C5BB"/>
                      </a:solidFill>
                    </a:lnT>
                    <a:lnB w="12700">
                      <a:solidFill>
                        <a:srgbClr val="C0C5BB"/>
                      </a:solidFill>
                    </a:lnB>
                    <a:solidFill>
                      <a:srgbClr val="355E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카올린</a:t>
                      </a:r>
                      <a:r>
                        <a:rPr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, PHA, </a:t>
                      </a:r>
                      <a:r>
                        <a:rPr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탄닌</a:t>
                      </a:r>
                      <a:r>
                        <a:rPr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Complex</a:t>
                      </a:r>
                    </a:p>
                  </a:txBody>
                  <a:tcPr anchor="ctr">
                    <a:lnL w="12700">
                      <a:solidFill>
                        <a:srgbClr val="C0C5BB"/>
                      </a:solidFill>
                    </a:lnL>
                    <a:lnR w="12700">
                      <a:solidFill>
                        <a:srgbClr val="C0C5BB"/>
                      </a:solidFill>
                    </a:lnR>
                    <a:lnT w="12700">
                      <a:solidFill>
                        <a:srgbClr val="C0C5BB"/>
                      </a:solidFill>
                    </a:lnT>
                    <a:lnB w="12700">
                      <a:solidFill>
                        <a:srgbClr val="C0C5BB"/>
                      </a:solidFill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얼굴</a:t>
                      </a:r>
                      <a:r>
                        <a:rPr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전체에</a:t>
                      </a:r>
                      <a:r>
                        <a:rPr lang="en-US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적당량을</a:t>
                      </a:r>
                      <a:r>
                        <a:rPr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펴 </a:t>
                      </a:r>
                      <a:r>
                        <a:rPr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바르고</a:t>
                      </a:r>
                      <a:r>
                        <a:rPr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마사지한</a:t>
                      </a:r>
                      <a:r>
                        <a:rPr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후</a:t>
                      </a:r>
                      <a:endParaRPr lang="en-US" sz="900" dirty="0">
                        <a:solidFill>
                          <a:srgbClr val="26362F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미온수로</a:t>
                      </a:r>
                      <a:r>
                        <a:rPr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깨끗이</a:t>
                      </a:r>
                      <a:r>
                        <a:rPr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헹구어</a:t>
                      </a:r>
                      <a:r>
                        <a:rPr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줍니다</a:t>
                      </a:r>
                      <a:r>
                        <a:rPr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.</a:t>
                      </a:r>
                    </a:p>
                  </a:txBody>
                  <a:tcPr anchor="ctr">
                    <a:lnL w="12700">
                      <a:solidFill>
                        <a:srgbClr val="C0C5BB"/>
                      </a:solidFill>
                    </a:lnL>
                    <a:lnR w="12700">
                      <a:solidFill>
                        <a:srgbClr val="C0C5BB"/>
                      </a:solidFill>
                    </a:lnR>
                    <a:lnT w="12700">
                      <a:solidFill>
                        <a:srgbClr val="C0C5BB"/>
                      </a:solidFill>
                    </a:lnT>
                    <a:lnB w="12700">
                      <a:solidFill>
                        <a:srgbClr val="C0C5BB"/>
                      </a:solidFill>
                    </a:lnB>
                    <a:solidFill>
                      <a:srgbClr val="F3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concept-title">
            <a:extLst>
              <a:ext uri="{FF2B5EF4-FFF2-40B4-BE49-F238E27FC236}">
                <a16:creationId xmlns:a16="http://schemas.microsoft.com/office/drawing/2014/main" id="{C2193053-7A61-1B16-945A-671AC3B5F9BB}"/>
              </a:ext>
            </a:extLst>
          </p:cNvPr>
          <p:cNvSpPr>
            <a:spLocks noGrp="1"/>
          </p:cNvSpPr>
          <p:nvPr/>
        </p:nvSpPr>
        <p:spPr>
          <a:xfrm>
            <a:off x="3725495" y="2506697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1800" b="0" dirty="0" err="1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카올린</a:t>
            </a:r>
            <a:r>
              <a:rPr lang="ko-KR" altLang="en-US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en-US" altLang="ko-KR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·</a:t>
            </a:r>
            <a:r>
              <a:rPr lang="ko-KR" altLang="en-US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 해조류 </a:t>
            </a:r>
            <a:r>
              <a:rPr lang="ko-KR" altLang="en-US" sz="18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유래 </a:t>
            </a:r>
            <a:r>
              <a:rPr lang="ko-KR" altLang="en-US" sz="1800" b="0" dirty="0" err="1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바이오폴리머</a:t>
            </a:r>
            <a:r>
              <a:rPr lang="ko-KR" altLang="en-US" sz="18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ko-KR" altLang="en-US" sz="1800" b="0" dirty="0" err="1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고마쥬</a:t>
            </a:r>
            <a:r>
              <a:rPr lang="ko-KR" altLang="en-US" sz="18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ko-KR" altLang="en-US" sz="1800" b="0" dirty="0" err="1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필링</a:t>
            </a:r>
            <a:endParaRPr sz="1800" b="0" dirty="0">
              <a:solidFill>
                <a:srgbClr val="315F4B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37" name="concept-body">
            <a:extLst>
              <a:ext uri="{FF2B5EF4-FFF2-40B4-BE49-F238E27FC236}">
                <a16:creationId xmlns:a16="http://schemas.microsoft.com/office/drawing/2014/main" id="{74F0D45A-511C-9F16-9772-6A8B427B4C1D}"/>
              </a:ext>
            </a:extLst>
          </p:cNvPr>
          <p:cNvSpPr>
            <a:spLocks noGrp="1"/>
          </p:cNvSpPr>
          <p:nvPr/>
        </p:nvSpPr>
        <p:spPr>
          <a:xfrm>
            <a:off x="3725495" y="2979197"/>
            <a:ext cx="6298256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고마쥬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포뮬러가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롤링 과정에서 묵은 각질과 피지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, 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노폐물을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케어해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피부결을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매끈하게 정돈합니다</a:t>
            </a:r>
            <a:r>
              <a:rPr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 </a:t>
            </a:r>
          </a:p>
        </p:txBody>
      </p:sp>
      <p:sp>
        <p:nvSpPr>
          <p:cNvPr id="39" name="concept-title">
            <a:extLst>
              <a:ext uri="{FF2B5EF4-FFF2-40B4-BE49-F238E27FC236}">
                <a16:creationId xmlns:a16="http://schemas.microsoft.com/office/drawing/2014/main" id="{56325803-6BE2-4C63-44DC-D67F13A10D73}"/>
              </a:ext>
            </a:extLst>
          </p:cNvPr>
          <p:cNvSpPr>
            <a:spLocks noGrp="1"/>
          </p:cNvSpPr>
          <p:nvPr/>
        </p:nvSpPr>
        <p:spPr>
          <a:xfrm>
            <a:off x="3725496" y="3484248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en-US" altLang="ko-KR" sz="18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PHA</a:t>
            </a:r>
            <a:r>
              <a:rPr lang="ko-KR" altLang="en-US" sz="18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en-US" altLang="ko-KR" sz="18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·</a:t>
            </a:r>
            <a:r>
              <a:rPr lang="ko-KR" altLang="en-US" sz="18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ko-KR" altLang="en-US" sz="1800" b="0" dirty="0" err="1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탄닌</a:t>
            </a:r>
            <a:r>
              <a:rPr lang="ko-KR" altLang="en-US" sz="18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 콤플렉스 모공 케어</a:t>
            </a:r>
            <a:endParaRPr sz="1800" b="0" dirty="0">
              <a:solidFill>
                <a:srgbClr val="315F4B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512" name="concept-body">
            <a:extLst>
              <a:ext uri="{FF2B5EF4-FFF2-40B4-BE49-F238E27FC236}">
                <a16:creationId xmlns:a16="http://schemas.microsoft.com/office/drawing/2014/main" id="{4C243A90-5A51-1EDE-58CE-40D7960F3B37}"/>
              </a:ext>
            </a:extLst>
          </p:cNvPr>
          <p:cNvSpPr>
            <a:spLocks noGrp="1"/>
          </p:cNvSpPr>
          <p:nvPr/>
        </p:nvSpPr>
        <p:spPr>
          <a:xfrm>
            <a:off x="3725496" y="3956748"/>
            <a:ext cx="6298256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PHA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가 각질을 부드럽게 케어하고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,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탄닌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콤플렉스가 모공을 산뜻하게 관리해 깨끗하고 매끄러운 피부로 가꿔줍니다</a:t>
            </a:r>
            <a:r>
              <a:rPr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 </a:t>
            </a:r>
          </a:p>
        </p:txBody>
      </p:sp>
      <p:sp>
        <p:nvSpPr>
          <p:cNvPr id="774" name="technology-section-title">
            <a:extLst>
              <a:ext uri="{FF2B5EF4-FFF2-40B4-BE49-F238E27FC236}">
                <a16:creationId xmlns:a16="http://schemas.microsoft.com/office/drawing/2014/main" id="{CF66FEE4-E958-B6B0-65FE-C045AF6FA580}"/>
              </a:ext>
            </a:extLst>
          </p:cNvPr>
          <p:cNvSpPr>
            <a:spLocks noGrp="1"/>
          </p:cNvSpPr>
          <p:nvPr/>
        </p:nvSpPr>
        <p:spPr>
          <a:xfrm>
            <a:off x="3725494" y="4475580"/>
            <a:ext cx="3424781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125" b="0" dirty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rPr>
              <a:t>TECHNOLOGY &amp; MECHANISM</a:t>
            </a:r>
          </a:p>
        </p:txBody>
      </p:sp>
      <p:sp>
        <p:nvSpPr>
          <p:cNvPr id="776" name="rule">
            <a:extLst>
              <a:ext uri="{FF2B5EF4-FFF2-40B4-BE49-F238E27FC236}">
                <a16:creationId xmlns:a16="http://schemas.microsoft.com/office/drawing/2014/main" id="{BE0D7824-9946-66A9-A948-1D6363B60E63}"/>
              </a:ext>
            </a:extLst>
          </p:cNvPr>
          <p:cNvSpPr>
            <a:spLocks noGrp="1"/>
          </p:cNvSpPr>
          <p:nvPr/>
        </p:nvSpPr>
        <p:spPr>
          <a:xfrm>
            <a:off x="3714750" y="4733515"/>
            <a:ext cx="6486525" cy="0"/>
          </a:xfrm>
          <a:prstGeom prst="line">
            <a:avLst/>
          </a:prstGeom>
          <a:noFill/>
          <a:ln w="5239">
            <a:solidFill>
              <a:srgbClr val="B9C8C0"/>
            </a:solidFill>
            <a:prstDash val="solid"/>
          </a:ln>
        </p:spPr>
        <p:txBody>
          <a:bodyPr/>
          <a:lstStyle/>
          <a:p>
            <a:endParaRPr sz="600"/>
          </a:p>
        </p:txBody>
      </p:sp>
      <p:sp>
        <p:nvSpPr>
          <p:cNvPr id="780" name="slide3-tech-001-mechanism-panel">
            <a:extLst>
              <a:ext uri="{FF2B5EF4-FFF2-40B4-BE49-F238E27FC236}">
                <a16:creationId xmlns:a16="http://schemas.microsoft.com/office/drawing/2014/main" id="{4100E4D7-AC7E-4326-A6B2-FD887268F959}"/>
              </a:ext>
            </a:extLst>
          </p:cNvPr>
          <p:cNvSpPr>
            <a:spLocks noGrp="1"/>
          </p:cNvSpPr>
          <p:nvPr/>
        </p:nvSpPr>
        <p:spPr>
          <a:xfrm>
            <a:off x="3768950" y="4860000"/>
            <a:ext cx="1461163" cy="1220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5715">
            <a:solidFill>
              <a:srgbClr val="D9E4DE"/>
            </a:solidFill>
            <a:prstDash val="solid"/>
          </a:ln>
        </p:spPr>
        <p:txBody>
          <a:bodyPr/>
          <a:lstStyle/>
          <a:p>
            <a:endParaRPr sz="447"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781" name="slide3-tech-002-step-number-tag">
            <a:extLst>
              <a:ext uri="{FF2B5EF4-FFF2-40B4-BE49-F238E27FC236}">
                <a16:creationId xmlns:a16="http://schemas.microsoft.com/office/drawing/2014/main" id="{E7C285EE-7C2C-4CBD-BA09-65F5E2B80695}"/>
              </a:ext>
            </a:extLst>
          </p:cNvPr>
          <p:cNvSpPr>
            <a:spLocks noGrp="1"/>
          </p:cNvSpPr>
          <p:nvPr/>
        </p:nvSpPr>
        <p:spPr>
          <a:xfrm>
            <a:off x="3839880" y="4930930"/>
            <a:ext cx="184419" cy="127674"/>
          </a:xfrm>
          <a:prstGeom prst="roundRect">
            <a:avLst>
              <a:gd name="adj" fmla="val 44444"/>
            </a:avLst>
          </a:prstGeom>
          <a:solidFill>
            <a:srgbClr val="295D4B"/>
          </a:solidFill>
          <a:ln w="0">
            <a:noFill/>
          </a:ln>
        </p:spPr>
        <p:txBody>
          <a:bodyPr/>
          <a:lstStyle/>
          <a:p>
            <a:endParaRPr sz="447"/>
          </a:p>
        </p:txBody>
      </p:sp>
      <p:sp>
        <p:nvSpPr>
          <p:cNvPr id="782" name="slide3-tech-003-step-number">
            <a:extLst>
              <a:ext uri="{FF2B5EF4-FFF2-40B4-BE49-F238E27FC236}">
                <a16:creationId xmlns:a16="http://schemas.microsoft.com/office/drawing/2014/main" id="{DA618F24-BF1A-433C-B56C-FB95C8D00214}"/>
              </a:ext>
            </a:extLst>
          </p:cNvPr>
          <p:cNvSpPr>
            <a:spLocks noGrp="1"/>
          </p:cNvSpPr>
          <p:nvPr/>
        </p:nvSpPr>
        <p:spPr>
          <a:xfrm>
            <a:off x="3820830" y="4938023"/>
            <a:ext cx="184419" cy="1134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520" b="1">
                <a:solidFill>
                  <a:srgbClr val="FFFFFF"/>
                </a:solidFill>
                <a:latin typeface="Paperlogy"/>
                <a:ea typeface="Paperlogy"/>
                <a:cs typeface="Paperlogy"/>
              </a:defRPr>
            </a:pPr>
            <a:r>
              <a:rPr sz="50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페이퍼로지 4 Regular"/>
              </a:rPr>
              <a:t>1</a:t>
            </a:r>
          </a:p>
        </p:txBody>
      </p:sp>
      <p:sp>
        <p:nvSpPr>
          <p:cNvPr id="783" name="slide3-tech-004-step-english">
            <a:extLst>
              <a:ext uri="{FF2B5EF4-FFF2-40B4-BE49-F238E27FC236}">
                <a16:creationId xmlns:a16="http://schemas.microsoft.com/office/drawing/2014/main" id="{CCBC7D72-1D91-4C7F-A360-4043D25A747D}"/>
              </a:ext>
            </a:extLst>
          </p:cNvPr>
          <p:cNvSpPr>
            <a:spLocks noGrp="1"/>
          </p:cNvSpPr>
          <p:nvPr/>
        </p:nvSpPr>
        <p:spPr>
          <a:xfrm>
            <a:off x="4081043" y="4938023"/>
            <a:ext cx="1063953" cy="1205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559" b="1">
                <a:solidFill>
                  <a:srgbClr val="295D4B"/>
                </a:solidFill>
                <a:latin typeface="Paperlogy"/>
                <a:ea typeface="Paperlogy"/>
                <a:cs typeface="Paperlogy"/>
              </a:defRPr>
            </a:pPr>
            <a:r>
              <a:rPr sz="500" b="1" dirty="0">
                <a:solidFill>
                  <a:srgbClr val="295D4B"/>
                </a:solidFill>
                <a:latin typeface="페이퍼로지 6 SemiBold" pitchFamily="2" charset="-127"/>
                <a:ea typeface="페이퍼로지 6 SemiBold" pitchFamily="2" charset="-127"/>
                <a:cs typeface="페이퍼로지 6 SemiBold"/>
              </a:rPr>
              <a:t>OIL MELTING</a:t>
            </a:r>
          </a:p>
        </p:txBody>
      </p:sp>
      <p:sp>
        <p:nvSpPr>
          <p:cNvPr id="784" name="slide3-tech-005-step-korean">
            <a:extLst>
              <a:ext uri="{FF2B5EF4-FFF2-40B4-BE49-F238E27FC236}">
                <a16:creationId xmlns:a16="http://schemas.microsoft.com/office/drawing/2014/main" id="{106E36C9-924D-4365-A017-A0B0C9E6AA7D}"/>
              </a:ext>
            </a:extLst>
          </p:cNvPr>
          <p:cNvSpPr>
            <a:spLocks noGrp="1"/>
          </p:cNvSpPr>
          <p:nvPr/>
        </p:nvSpPr>
        <p:spPr>
          <a:xfrm>
            <a:off x="3839880" y="5072791"/>
            <a:ext cx="1319302" cy="1134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531" b="0">
                <a:solidFill>
                  <a:srgbClr val="71817A"/>
                </a:solidFill>
                <a:latin typeface="Paperlogy"/>
                <a:ea typeface="Paperlogy"/>
                <a:cs typeface="Paperlogy"/>
              </a:defRPr>
            </a:pPr>
            <a:r>
              <a:rPr sz="500" b="0" dirty="0" err="1">
                <a:solidFill>
                  <a:srgbClr val="71817A"/>
                </a:solidFill>
                <a:latin typeface="페이퍼로지 4 Regular" pitchFamily="2" charset="-127"/>
                <a:ea typeface="페이퍼로지 4 Regular" pitchFamily="2" charset="-127"/>
                <a:cs typeface="페이퍼로지 6 SemiBold"/>
              </a:rPr>
              <a:t>피지·메이크업</a:t>
            </a:r>
            <a:r>
              <a:rPr sz="500" b="0" dirty="0">
                <a:solidFill>
                  <a:srgbClr val="71817A"/>
                </a:solidFill>
                <a:latin typeface="페이퍼로지 4 Regular" pitchFamily="2" charset="-127"/>
                <a:ea typeface="페이퍼로지 4 Regular" pitchFamily="2" charset="-127"/>
                <a:cs typeface="페이퍼로지 6 SemiBold"/>
              </a:rPr>
              <a:t> </a:t>
            </a:r>
            <a:r>
              <a:rPr sz="500" b="0" dirty="0" err="1">
                <a:solidFill>
                  <a:srgbClr val="71817A"/>
                </a:solidFill>
                <a:latin typeface="페이퍼로지 4 Regular" pitchFamily="2" charset="-127"/>
                <a:ea typeface="페이퍼로지 4 Regular" pitchFamily="2" charset="-127"/>
                <a:cs typeface="페이퍼로지 6 SemiBold"/>
              </a:rPr>
              <a:t>잔여물</a:t>
            </a:r>
            <a:r>
              <a:rPr sz="500" b="0" dirty="0">
                <a:solidFill>
                  <a:srgbClr val="71817A"/>
                </a:solidFill>
                <a:latin typeface="페이퍼로지 4 Regular" pitchFamily="2" charset="-127"/>
                <a:ea typeface="페이퍼로지 4 Regular" pitchFamily="2" charset="-127"/>
                <a:cs typeface="페이퍼로지 6 SemiBold"/>
              </a:rPr>
              <a:t> </a:t>
            </a:r>
            <a:r>
              <a:rPr sz="500" b="0" dirty="0" err="1">
                <a:solidFill>
                  <a:srgbClr val="71817A"/>
                </a:solidFill>
                <a:latin typeface="페이퍼로지 4 Regular" pitchFamily="2" charset="-127"/>
                <a:ea typeface="페이퍼로지 4 Regular" pitchFamily="2" charset="-127"/>
                <a:cs typeface="페이퍼로지 6 SemiBold"/>
              </a:rPr>
              <a:t>유연화</a:t>
            </a:r>
            <a:endParaRPr sz="500" b="0" dirty="0">
              <a:solidFill>
                <a:srgbClr val="71817A"/>
              </a:solidFill>
              <a:latin typeface="페이퍼로지 4 Regular" pitchFamily="2" charset="-127"/>
              <a:ea typeface="페이퍼로지 4 Regular" pitchFamily="2" charset="-127"/>
              <a:cs typeface="페이퍼로지 6 SemiBold"/>
            </a:endParaRPr>
          </a:p>
        </p:txBody>
      </p:sp>
      <p:sp>
        <p:nvSpPr>
          <p:cNvPr id="785" name="slide3-tech-006-aqueous-surface-film">
            <a:extLst>
              <a:ext uri="{FF2B5EF4-FFF2-40B4-BE49-F238E27FC236}">
                <a16:creationId xmlns:a16="http://schemas.microsoft.com/office/drawing/2014/main" id="{B8254941-515D-4DD3-B876-8FC941B41103}"/>
              </a:ext>
            </a:extLst>
          </p:cNvPr>
          <p:cNvSpPr>
            <a:spLocks noGrp="1"/>
          </p:cNvSpPr>
          <p:nvPr/>
        </p:nvSpPr>
        <p:spPr>
          <a:xfrm>
            <a:off x="3846973" y="5243023"/>
            <a:ext cx="1305116" cy="63837"/>
          </a:xfrm>
          <a:prstGeom prst="rect">
            <a:avLst/>
          </a:prstGeom>
          <a:solidFill>
            <a:srgbClr val="DEF1F2"/>
          </a:solidFill>
          <a:ln w="0">
            <a:noFill/>
          </a:ln>
        </p:spPr>
        <p:txBody>
          <a:bodyPr/>
          <a:lstStyle/>
          <a:p>
            <a:endParaRPr sz="447"/>
          </a:p>
        </p:txBody>
      </p:sp>
      <p:sp>
        <p:nvSpPr>
          <p:cNvPr id="786" name="slide3-tech-007-stratum-corneum">
            <a:extLst>
              <a:ext uri="{FF2B5EF4-FFF2-40B4-BE49-F238E27FC236}">
                <a16:creationId xmlns:a16="http://schemas.microsoft.com/office/drawing/2014/main" id="{9DF2AC7E-37F6-4E85-B16A-AC716F276238}"/>
              </a:ext>
            </a:extLst>
          </p:cNvPr>
          <p:cNvSpPr>
            <a:spLocks noGrp="1"/>
          </p:cNvSpPr>
          <p:nvPr/>
        </p:nvSpPr>
        <p:spPr>
          <a:xfrm>
            <a:off x="3846973" y="5306860"/>
            <a:ext cx="1305116" cy="163140"/>
          </a:xfrm>
          <a:prstGeom prst="rect">
            <a:avLst/>
          </a:prstGeom>
          <a:solidFill>
            <a:srgbClr val="F8DFC9"/>
          </a:solidFill>
          <a:ln w="0">
            <a:noFill/>
          </a:ln>
        </p:spPr>
        <p:txBody>
          <a:bodyPr/>
          <a:lstStyle/>
          <a:p>
            <a:endParaRPr sz="447"/>
          </a:p>
        </p:txBody>
      </p:sp>
      <p:sp>
        <p:nvSpPr>
          <p:cNvPr id="787" name="slide3-tech-008-corneocyte">
            <a:extLst>
              <a:ext uri="{FF2B5EF4-FFF2-40B4-BE49-F238E27FC236}">
                <a16:creationId xmlns:a16="http://schemas.microsoft.com/office/drawing/2014/main" id="{A6AE780D-4C19-4662-AF55-F4CC17CA2E73}"/>
              </a:ext>
            </a:extLst>
          </p:cNvPr>
          <p:cNvSpPr>
            <a:spLocks noGrp="1"/>
          </p:cNvSpPr>
          <p:nvPr/>
        </p:nvSpPr>
        <p:spPr>
          <a:xfrm>
            <a:off x="3868252" y="5328140"/>
            <a:ext cx="191512" cy="49651"/>
          </a:xfrm>
          <a:prstGeom prst="roundRect">
            <a:avLst>
              <a:gd name="adj" fmla="val 50000"/>
            </a:avLst>
          </a:prstGeom>
          <a:solidFill>
            <a:srgbClr val="FBE6D4"/>
          </a:solidFill>
          <a:ln w="3334">
            <a:solidFill>
              <a:srgbClr val="D99B7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788" name="slide3-tech-009-corneocyte">
            <a:extLst>
              <a:ext uri="{FF2B5EF4-FFF2-40B4-BE49-F238E27FC236}">
                <a16:creationId xmlns:a16="http://schemas.microsoft.com/office/drawing/2014/main" id="{8250D1BB-96C8-47A2-BDB4-A3C5F27C4822}"/>
              </a:ext>
            </a:extLst>
          </p:cNvPr>
          <p:cNvSpPr>
            <a:spLocks noGrp="1"/>
          </p:cNvSpPr>
          <p:nvPr/>
        </p:nvSpPr>
        <p:spPr>
          <a:xfrm>
            <a:off x="4081043" y="5328140"/>
            <a:ext cx="191512" cy="49651"/>
          </a:xfrm>
          <a:prstGeom prst="roundRect">
            <a:avLst>
              <a:gd name="adj" fmla="val 50000"/>
            </a:avLst>
          </a:prstGeom>
          <a:solidFill>
            <a:srgbClr val="FBE6D4"/>
          </a:solidFill>
          <a:ln w="3334">
            <a:solidFill>
              <a:srgbClr val="D99B7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789" name="slide3-tech-010-corneocyte">
            <a:extLst>
              <a:ext uri="{FF2B5EF4-FFF2-40B4-BE49-F238E27FC236}">
                <a16:creationId xmlns:a16="http://schemas.microsoft.com/office/drawing/2014/main" id="{A3841669-5B12-434B-B832-7F410EEED60F}"/>
              </a:ext>
            </a:extLst>
          </p:cNvPr>
          <p:cNvSpPr>
            <a:spLocks noGrp="1"/>
          </p:cNvSpPr>
          <p:nvPr/>
        </p:nvSpPr>
        <p:spPr>
          <a:xfrm>
            <a:off x="4293833" y="5328140"/>
            <a:ext cx="191512" cy="49651"/>
          </a:xfrm>
          <a:prstGeom prst="roundRect">
            <a:avLst>
              <a:gd name="adj" fmla="val 50000"/>
            </a:avLst>
          </a:prstGeom>
          <a:solidFill>
            <a:srgbClr val="FBE6D4"/>
          </a:solidFill>
          <a:ln w="3334">
            <a:solidFill>
              <a:srgbClr val="D99B7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790" name="slide3-tech-011-corneocyte">
            <a:extLst>
              <a:ext uri="{FF2B5EF4-FFF2-40B4-BE49-F238E27FC236}">
                <a16:creationId xmlns:a16="http://schemas.microsoft.com/office/drawing/2014/main" id="{C42FDE2B-6540-40A3-8BA8-A55ECD6D21D5}"/>
              </a:ext>
            </a:extLst>
          </p:cNvPr>
          <p:cNvSpPr>
            <a:spLocks noGrp="1"/>
          </p:cNvSpPr>
          <p:nvPr/>
        </p:nvSpPr>
        <p:spPr>
          <a:xfrm>
            <a:off x="4506624" y="5328140"/>
            <a:ext cx="191512" cy="49651"/>
          </a:xfrm>
          <a:prstGeom prst="roundRect">
            <a:avLst>
              <a:gd name="adj" fmla="val 50000"/>
            </a:avLst>
          </a:prstGeom>
          <a:solidFill>
            <a:srgbClr val="FBE6D4"/>
          </a:solidFill>
          <a:ln w="3334">
            <a:solidFill>
              <a:srgbClr val="D99B7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791" name="slide3-tech-012-corneocyte">
            <a:extLst>
              <a:ext uri="{FF2B5EF4-FFF2-40B4-BE49-F238E27FC236}">
                <a16:creationId xmlns:a16="http://schemas.microsoft.com/office/drawing/2014/main" id="{C217737C-359F-4190-907E-471B65DBFF3C}"/>
              </a:ext>
            </a:extLst>
          </p:cNvPr>
          <p:cNvSpPr>
            <a:spLocks noGrp="1"/>
          </p:cNvSpPr>
          <p:nvPr/>
        </p:nvSpPr>
        <p:spPr>
          <a:xfrm>
            <a:off x="4719415" y="5328140"/>
            <a:ext cx="191512" cy="49651"/>
          </a:xfrm>
          <a:prstGeom prst="roundRect">
            <a:avLst>
              <a:gd name="adj" fmla="val 50000"/>
            </a:avLst>
          </a:prstGeom>
          <a:solidFill>
            <a:srgbClr val="FBE6D4"/>
          </a:solidFill>
          <a:ln w="3334">
            <a:solidFill>
              <a:srgbClr val="D99B7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792" name="slide3-tech-013-corneocyte">
            <a:extLst>
              <a:ext uri="{FF2B5EF4-FFF2-40B4-BE49-F238E27FC236}">
                <a16:creationId xmlns:a16="http://schemas.microsoft.com/office/drawing/2014/main" id="{E8443A9B-A8E4-41FA-AC00-EE4A8B07F0B7}"/>
              </a:ext>
            </a:extLst>
          </p:cNvPr>
          <p:cNvSpPr>
            <a:spLocks noGrp="1"/>
          </p:cNvSpPr>
          <p:nvPr/>
        </p:nvSpPr>
        <p:spPr>
          <a:xfrm>
            <a:off x="4932206" y="5328140"/>
            <a:ext cx="191512" cy="49651"/>
          </a:xfrm>
          <a:prstGeom prst="roundRect">
            <a:avLst>
              <a:gd name="adj" fmla="val 50000"/>
            </a:avLst>
          </a:prstGeom>
          <a:solidFill>
            <a:srgbClr val="FBE6D4"/>
          </a:solidFill>
          <a:ln w="3334">
            <a:solidFill>
              <a:srgbClr val="D99B7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793" name="slide3-tech-014-corneocyte">
            <a:extLst>
              <a:ext uri="{FF2B5EF4-FFF2-40B4-BE49-F238E27FC236}">
                <a16:creationId xmlns:a16="http://schemas.microsoft.com/office/drawing/2014/main" id="{6F4FBBCD-5FA5-488C-AF5D-F05A366FB3AE}"/>
              </a:ext>
            </a:extLst>
          </p:cNvPr>
          <p:cNvSpPr>
            <a:spLocks noGrp="1"/>
          </p:cNvSpPr>
          <p:nvPr/>
        </p:nvSpPr>
        <p:spPr>
          <a:xfrm>
            <a:off x="3953368" y="5391977"/>
            <a:ext cx="191512" cy="49651"/>
          </a:xfrm>
          <a:prstGeom prst="roundRect">
            <a:avLst>
              <a:gd name="adj" fmla="val 50000"/>
            </a:avLst>
          </a:prstGeom>
          <a:solidFill>
            <a:srgbClr val="F6D4B6"/>
          </a:solidFill>
          <a:ln w="3334">
            <a:solidFill>
              <a:srgbClr val="D99B7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794" name="slide3-tech-015-corneocyte">
            <a:extLst>
              <a:ext uri="{FF2B5EF4-FFF2-40B4-BE49-F238E27FC236}">
                <a16:creationId xmlns:a16="http://schemas.microsoft.com/office/drawing/2014/main" id="{B8B439F4-BA1A-458C-9D34-301988306094}"/>
              </a:ext>
            </a:extLst>
          </p:cNvPr>
          <p:cNvSpPr>
            <a:spLocks noGrp="1"/>
          </p:cNvSpPr>
          <p:nvPr/>
        </p:nvSpPr>
        <p:spPr>
          <a:xfrm>
            <a:off x="4166159" y="5391977"/>
            <a:ext cx="191512" cy="49651"/>
          </a:xfrm>
          <a:prstGeom prst="roundRect">
            <a:avLst>
              <a:gd name="adj" fmla="val 50000"/>
            </a:avLst>
          </a:prstGeom>
          <a:solidFill>
            <a:srgbClr val="F6D4B6"/>
          </a:solidFill>
          <a:ln w="3334">
            <a:solidFill>
              <a:srgbClr val="D99B7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795" name="slide3-tech-016-corneocyte">
            <a:extLst>
              <a:ext uri="{FF2B5EF4-FFF2-40B4-BE49-F238E27FC236}">
                <a16:creationId xmlns:a16="http://schemas.microsoft.com/office/drawing/2014/main" id="{7080BCB6-30EA-46CC-8C17-0C1C762251F4}"/>
              </a:ext>
            </a:extLst>
          </p:cNvPr>
          <p:cNvSpPr>
            <a:spLocks noGrp="1"/>
          </p:cNvSpPr>
          <p:nvPr/>
        </p:nvSpPr>
        <p:spPr>
          <a:xfrm>
            <a:off x="4378950" y="5391977"/>
            <a:ext cx="191512" cy="49651"/>
          </a:xfrm>
          <a:prstGeom prst="roundRect">
            <a:avLst>
              <a:gd name="adj" fmla="val 50000"/>
            </a:avLst>
          </a:prstGeom>
          <a:solidFill>
            <a:srgbClr val="F6D4B6"/>
          </a:solidFill>
          <a:ln w="3334">
            <a:solidFill>
              <a:srgbClr val="D99B7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796" name="slide3-tech-017-corneocyte">
            <a:extLst>
              <a:ext uri="{FF2B5EF4-FFF2-40B4-BE49-F238E27FC236}">
                <a16:creationId xmlns:a16="http://schemas.microsoft.com/office/drawing/2014/main" id="{8779FFEB-2338-4C79-85CA-6441F4FFD3A6}"/>
              </a:ext>
            </a:extLst>
          </p:cNvPr>
          <p:cNvSpPr>
            <a:spLocks noGrp="1"/>
          </p:cNvSpPr>
          <p:nvPr/>
        </p:nvSpPr>
        <p:spPr>
          <a:xfrm>
            <a:off x="4591740" y="5391977"/>
            <a:ext cx="191512" cy="49651"/>
          </a:xfrm>
          <a:prstGeom prst="roundRect">
            <a:avLst>
              <a:gd name="adj" fmla="val 50000"/>
            </a:avLst>
          </a:prstGeom>
          <a:solidFill>
            <a:srgbClr val="F6D4B6"/>
          </a:solidFill>
          <a:ln w="3334">
            <a:solidFill>
              <a:srgbClr val="D99B7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797" name="slide3-tech-018-corneocyte">
            <a:extLst>
              <a:ext uri="{FF2B5EF4-FFF2-40B4-BE49-F238E27FC236}">
                <a16:creationId xmlns:a16="http://schemas.microsoft.com/office/drawing/2014/main" id="{17209FA8-5F69-44BB-9297-3EF7B4D8D0D2}"/>
              </a:ext>
            </a:extLst>
          </p:cNvPr>
          <p:cNvSpPr>
            <a:spLocks noGrp="1"/>
          </p:cNvSpPr>
          <p:nvPr/>
        </p:nvSpPr>
        <p:spPr>
          <a:xfrm>
            <a:off x="4804531" y="5391977"/>
            <a:ext cx="191512" cy="49651"/>
          </a:xfrm>
          <a:prstGeom prst="roundRect">
            <a:avLst>
              <a:gd name="adj" fmla="val 50000"/>
            </a:avLst>
          </a:prstGeom>
          <a:solidFill>
            <a:srgbClr val="F6D4B6"/>
          </a:solidFill>
          <a:ln w="3334">
            <a:solidFill>
              <a:srgbClr val="D99B7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798" name="slide3-tech-019-epidermal-field">
            <a:extLst>
              <a:ext uri="{FF2B5EF4-FFF2-40B4-BE49-F238E27FC236}">
                <a16:creationId xmlns:a16="http://schemas.microsoft.com/office/drawing/2014/main" id="{8A669127-04E3-41B0-B1A8-78C8D2FBD559}"/>
              </a:ext>
            </a:extLst>
          </p:cNvPr>
          <p:cNvSpPr>
            <a:spLocks noGrp="1"/>
          </p:cNvSpPr>
          <p:nvPr/>
        </p:nvSpPr>
        <p:spPr>
          <a:xfrm>
            <a:off x="3846973" y="5470000"/>
            <a:ext cx="1305116" cy="191512"/>
          </a:xfrm>
          <a:prstGeom prst="rect">
            <a:avLst/>
          </a:prstGeom>
          <a:solidFill>
            <a:srgbClr val="F3C39E"/>
          </a:solidFill>
          <a:ln w="0">
            <a:noFill/>
          </a:ln>
        </p:spPr>
        <p:txBody>
          <a:bodyPr/>
          <a:lstStyle/>
          <a:p>
            <a:endParaRPr sz="447"/>
          </a:p>
        </p:txBody>
      </p:sp>
      <p:sp>
        <p:nvSpPr>
          <p:cNvPr id="799" name="slide3-tech-020-epidermal-cell">
            <a:extLst>
              <a:ext uri="{FF2B5EF4-FFF2-40B4-BE49-F238E27FC236}">
                <a16:creationId xmlns:a16="http://schemas.microsoft.com/office/drawing/2014/main" id="{3B65B1B3-4701-4F71-8938-EFC29DE1B108}"/>
              </a:ext>
            </a:extLst>
          </p:cNvPr>
          <p:cNvSpPr>
            <a:spLocks noGrp="1"/>
          </p:cNvSpPr>
          <p:nvPr/>
        </p:nvSpPr>
        <p:spPr>
          <a:xfrm>
            <a:off x="3889531" y="5512558"/>
            <a:ext cx="141860" cy="92209"/>
          </a:xfrm>
          <a:prstGeom prst="ellipse">
            <a:avLst/>
          </a:prstGeom>
          <a:solidFill>
            <a:srgbClr val="F5B98F"/>
          </a:solidFill>
          <a:ln w="2858">
            <a:solidFill>
              <a:srgbClr val="D9916A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00" name="slide3-tech-021-epidermal-cell">
            <a:extLst>
              <a:ext uri="{FF2B5EF4-FFF2-40B4-BE49-F238E27FC236}">
                <a16:creationId xmlns:a16="http://schemas.microsoft.com/office/drawing/2014/main" id="{BD46FDD6-6E33-4010-8303-E179CD4AF694}"/>
              </a:ext>
            </a:extLst>
          </p:cNvPr>
          <p:cNvSpPr>
            <a:spLocks noGrp="1"/>
          </p:cNvSpPr>
          <p:nvPr/>
        </p:nvSpPr>
        <p:spPr>
          <a:xfrm>
            <a:off x="4081043" y="5555116"/>
            <a:ext cx="141860" cy="92209"/>
          </a:xfrm>
          <a:prstGeom prst="ellipse">
            <a:avLst/>
          </a:prstGeom>
          <a:solidFill>
            <a:srgbClr val="F7CDAA"/>
          </a:solidFill>
          <a:ln w="2858">
            <a:solidFill>
              <a:srgbClr val="D9916A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01" name="slide3-tech-022-epidermal-cell">
            <a:extLst>
              <a:ext uri="{FF2B5EF4-FFF2-40B4-BE49-F238E27FC236}">
                <a16:creationId xmlns:a16="http://schemas.microsoft.com/office/drawing/2014/main" id="{2CC9B1A4-0525-40C7-86AF-610865EE27C9}"/>
              </a:ext>
            </a:extLst>
          </p:cNvPr>
          <p:cNvSpPr>
            <a:spLocks noGrp="1"/>
          </p:cNvSpPr>
          <p:nvPr/>
        </p:nvSpPr>
        <p:spPr>
          <a:xfrm>
            <a:off x="4272554" y="5512558"/>
            <a:ext cx="141860" cy="92209"/>
          </a:xfrm>
          <a:prstGeom prst="ellipse">
            <a:avLst/>
          </a:prstGeom>
          <a:solidFill>
            <a:srgbClr val="F5B98F"/>
          </a:solidFill>
          <a:ln w="2858">
            <a:solidFill>
              <a:srgbClr val="D9916A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02" name="slide3-tech-023-epidermal-cell">
            <a:extLst>
              <a:ext uri="{FF2B5EF4-FFF2-40B4-BE49-F238E27FC236}">
                <a16:creationId xmlns:a16="http://schemas.microsoft.com/office/drawing/2014/main" id="{4E7E2648-17BF-4183-A299-88C5327C9CF5}"/>
              </a:ext>
            </a:extLst>
          </p:cNvPr>
          <p:cNvSpPr>
            <a:spLocks noGrp="1"/>
          </p:cNvSpPr>
          <p:nvPr/>
        </p:nvSpPr>
        <p:spPr>
          <a:xfrm>
            <a:off x="4464066" y="5555116"/>
            <a:ext cx="141860" cy="92209"/>
          </a:xfrm>
          <a:prstGeom prst="ellipse">
            <a:avLst/>
          </a:prstGeom>
          <a:solidFill>
            <a:srgbClr val="F7CDAA"/>
          </a:solidFill>
          <a:ln w="2858">
            <a:solidFill>
              <a:srgbClr val="D9916A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03" name="slide3-tech-024-epidermal-cell">
            <a:extLst>
              <a:ext uri="{FF2B5EF4-FFF2-40B4-BE49-F238E27FC236}">
                <a16:creationId xmlns:a16="http://schemas.microsoft.com/office/drawing/2014/main" id="{9848481C-1B73-4A5D-961C-831D91E5D339}"/>
              </a:ext>
            </a:extLst>
          </p:cNvPr>
          <p:cNvSpPr>
            <a:spLocks noGrp="1"/>
          </p:cNvSpPr>
          <p:nvPr/>
        </p:nvSpPr>
        <p:spPr>
          <a:xfrm>
            <a:off x="4655578" y="5512558"/>
            <a:ext cx="141860" cy="92209"/>
          </a:xfrm>
          <a:prstGeom prst="ellipse">
            <a:avLst/>
          </a:prstGeom>
          <a:solidFill>
            <a:srgbClr val="F5B98F"/>
          </a:solidFill>
          <a:ln w="2858">
            <a:solidFill>
              <a:srgbClr val="D9916A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04" name="slide3-tech-025-epidermal-cell">
            <a:extLst>
              <a:ext uri="{FF2B5EF4-FFF2-40B4-BE49-F238E27FC236}">
                <a16:creationId xmlns:a16="http://schemas.microsoft.com/office/drawing/2014/main" id="{EA9C394C-5E41-4912-957F-B7B72D011033}"/>
              </a:ext>
            </a:extLst>
          </p:cNvPr>
          <p:cNvSpPr>
            <a:spLocks noGrp="1"/>
          </p:cNvSpPr>
          <p:nvPr/>
        </p:nvSpPr>
        <p:spPr>
          <a:xfrm>
            <a:off x="4847089" y="5555116"/>
            <a:ext cx="141860" cy="92209"/>
          </a:xfrm>
          <a:prstGeom prst="ellipse">
            <a:avLst/>
          </a:prstGeom>
          <a:solidFill>
            <a:srgbClr val="F7CDAA"/>
          </a:solidFill>
          <a:ln w="2858">
            <a:solidFill>
              <a:srgbClr val="D9916A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05" name="slide3-tech-026-dermal-field">
            <a:extLst>
              <a:ext uri="{FF2B5EF4-FFF2-40B4-BE49-F238E27FC236}">
                <a16:creationId xmlns:a16="http://schemas.microsoft.com/office/drawing/2014/main" id="{9AF3491E-976D-4424-A9AC-A7327AAA4D60}"/>
              </a:ext>
            </a:extLst>
          </p:cNvPr>
          <p:cNvSpPr>
            <a:spLocks noGrp="1"/>
          </p:cNvSpPr>
          <p:nvPr/>
        </p:nvSpPr>
        <p:spPr>
          <a:xfrm>
            <a:off x="3846973" y="5661512"/>
            <a:ext cx="1305116" cy="226977"/>
          </a:xfrm>
          <a:prstGeom prst="rect">
            <a:avLst/>
          </a:prstGeom>
          <a:solidFill>
            <a:srgbClr val="E99F72"/>
          </a:solidFill>
          <a:ln w="0">
            <a:noFill/>
          </a:ln>
        </p:spPr>
        <p:txBody>
          <a:bodyPr/>
          <a:lstStyle/>
          <a:p>
            <a:endParaRPr sz="447"/>
          </a:p>
        </p:txBody>
      </p:sp>
      <p:sp>
        <p:nvSpPr>
          <p:cNvPr id="806" name="slide3-tech-027-dermal-cell">
            <a:extLst>
              <a:ext uri="{FF2B5EF4-FFF2-40B4-BE49-F238E27FC236}">
                <a16:creationId xmlns:a16="http://schemas.microsoft.com/office/drawing/2014/main" id="{A8AB458B-46DB-45D4-8D80-E478839DE43C}"/>
              </a:ext>
            </a:extLst>
          </p:cNvPr>
          <p:cNvSpPr>
            <a:spLocks noGrp="1"/>
          </p:cNvSpPr>
          <p:nvPr/>
        </p:nvSpPr>
        <p:spPr>
          <a:xfrm>
            <a:off x="3932089" y="5725349"/>
            <a:ext cx="156047" cy="106395"/>
          </a:xfrm>
          <a:prstGeom prst="ellipse">
            <a:avLst/>
          </a:prstGeom>
          <a:solidFill>
            <a:srgbClr val="EDAF83"/>
          </a:solidFill>
          <a:ln w="2858">
            <a:solidFill>
              <a:srgbClr val="D98F6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07" name="slide3-tech-028-dermal-cell">
            <a:extLst>
              <a:ext uri="{FF2B5EF4-FFF2-40B4-BE49-F238E27FC236}">
                <a16:creationId xmlns:a16="http://schemas.microsoft.com/office/drawing/2014/main" id="{E21D7B14-4C4E-4277-99B9-E6624974A253}"/>
              </a:ext>
            </a:extLst>
          </p:cNvPr>
          <p:cNvSpPr>
            <a:spLocks noGrp="1"/>
          </p:cNvSpPr>
          <p:nvPr/>
        </p:nvSpPr>
        <p:spPr>
          <a:xfrm>
            <a:off x="4194531" y="5767907"/>
            <a:ext cx="156047" cy="106395"/>
          </a:xfrm>
          <a:prstGeom prst="ellipse">
            <a:avLst/>
          </a:prstGeom>
          <a:solidFill>
            <a:srgbClr val="EDAF83"/>
          </a:solidFill>
          <a:ln w="2858">
            <a:solidFill>
              <a:srgbClr val="D98F6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08" name="slide3-tech-029-dermal-cell">
            <a:extLst>
              <a:ext uri="{FF2B5EF4-FFF2-40B4-BE49-F238E27FC236}">
                <a16:creationId xmlns:a16="http://schemas.microsoft.com/office/drawing/2014/main" id="{760EBB7C-B80C-491C-85F7-055E428EABB5}"/>
              </a:ext>
            </a:extLst>
          </p:cNvPr>
          <p:cNvSpPr>
            <a:spLocks noGrp="1"/>
          </p:cNvSpPr>
          <p:nvPr/>
        </p:nvSpPr>
        <p:spPr>
          <a:xfrm>
            <a:off x="4456973" y="5725349"/>
            <a:ext cx="156047" cy="106395"/>
          </a:xfrm>
          <a:prstGeom prst="ellipse">
            <a:avLst/>
          </a:prstGeom>
          <a:solidFill>
            <a:srgbClr val="EDAF83"/>
          </a:solidFill>
          <a:ln w="2858">
            <a:solidFill>
              <a:srgbClr val="D98F6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09" name="slide3-tech-030-dermal-cell">
            <a:extLst>
              <a:ext uri="{FF2B5EF4-FFF2-40B4-BE49-F238E27FC236}">
                <a16:creationId xmlns:a16="http://schemas.microsoft.com/office/drawing/2014/main" id="{FDE4BC53-A267-4325-9852-8F7BBF4D9326}"/>
              </a:ext>
            </a:extLst>
          </p:cNvPr>
          <p:cNvSpPr>
            <a:spLocks noGrp="1"/>
          </p:cNvSpPr>
          <p:nvPr/>
        </p:nvSpPr>
        <p:spPr>
          <a:xfrm>
            <a:off x="4719415" y="5767907"/>
            <a:ext cx="156047" cy="106395"/>
          </a:xfrm>
          <a:prstGeom prst="ellipse">
            <a:avLst/>
          </a:prstGeom>
          <a:solidFill>
            <a:srgbClr val="EDAF83"/>
          </a:solidFill>
          <a:ln w="2858">
            <a:solidFill>
              <a:srgbClr val="D98F6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10" name="slide3-tech-031-dermal-cell">
            <a:extLst>
              <a:ext uri="{FF2B5EF4-FFF2-40B4-BE49-F238E27FC236}">
                <a16:creationId xmlns:a16="http://schemas.microsoft.com/office/drawing/2014/main" id="{1B89CC99-5408-4AE0-B53D-11FD6327C3E2}"/>
              </a:ext>
            </a:extLst>
          </p:cNvPr>
          <p:cNvSpPr>
            <a:spLocks noGrp="1"/>
          </p:cNvSpPr>
          <p:nvPr/>
        </p:nvSpPr>
        <p:spPr>
          <a:xfrm>
            <a:off x="4981857" y="5725349"/>
            <a:ext cx="156047" cy="106395"/>
          </a:xfrm>
          <a:prstGeom prst="ellipse">
            <a:avLst/>
          </a:prstGeom>
          <a:solidFill>
            <a:srgbClr val="EDAF83"/>
          </a:solidFill>
          <a:ln w="2858">
            <a:solidFill>
              <a:srgbClr val="D98F6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11" name="slide3-tech-032-pore-opening">
            <a:extLst>
              <a:ext uri="{FF2B5EF4-FFF2-40B4-BE49-F238E27FC236}">
                <a16:creationId xmlns:a16="http://schemas.microsoft.com/office/drawing/2014/main" id="{EFDFB89B-8C4F-4E40-A310-D0E054752F37}"/>
              </a:ext>
            </a:extLst>
          </p:cNvPr>
          <p:cNvSpPr>
            <a:spLocks noGrp="1"/>
          </p:cNvSpPr>
          <p:nvPr/>
        </p:nvSpPr>
        <p:spPr>
          <a:xfrm rot="10800000">
            <a:off x="4421224" y="5299767"/>
            <a:ext cx="219884" cy="156047"/>
          </a:xfrm>
          <a:prstGeom prst="trapezoid">
            <a:avLst/>
          </a:prstGeom>
          <a:solidFill>
            <a:srgbClr val="FFF7EF"/>
          </a:solidFill>
          <a:ln w="4286">
            <a:solidFill>
              <a:srgbClr val="E3A370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12" name="slide3-tech-033-pore-channel">
            <a:extLst>
              <a:ext uri="{FF2B5EF4-FFF2-40B4-BE49-F238E27FC236}">
                <a16:creationId xmlns:a16="http://schemas.microsoft.com/office/drawing/2014/main" id="{4C2F5B98-539C-429E-9C71-3DA721268314}"/>
              </a:ext>
            </a:extLst>
          </p:cNvPr>
          <p:cNvSpPr>
            <a:spLocks noGrp="1"/>
          </p:cNvSpPr>
          <p:nvPr/>
        </p:nvSpPr>
        <p:spPr>
          <a:xfrm>
            <a:off x="4470875" y="5427442"/>
            <a:ext cx="120581" cy="276628"/>
          </a:xfrm>
          <a:prstGeom prst="roundRect">
            <a:avLst>
              <a:gd name="adj" fmla="val 47059"/>
            </a:avLst>
          </a:prstGeom>
          <a:solidFill>
            <a:srgbClr val="F4D3B6"/>
          </a:solidFill>
          <a:ln w="4286">
            <a:solidFill>
              <a:srgbClr val="E3A370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13" name="slide3-tech-034-compact-sebum-plug">
            <a:extLst>
              <a:ext uri="{FF2B5EF4-FFF2-40B4-BE49-F238E27FC236}">
                <a16:creationId xmlns:a16="http://schemas.microsoft.com/office/drawing/2014/main" id="{D4931EEA-B2B1-47A8-A296-7DBF94C10E67}"/>
              </a:ext>
            </a:extLst>
          </p:cNvPr>
          <p:cNvSpPr>
            <a:spLocks noGrp="1"/>
          </p:cNvSpPr>
          <p:nvPr/>
        </p:nvSpPr>
        <p:spPr>
          <a:xfrm>
            <a:off x="4470875" y="5363605"/>
            <a:ext cx="120581" cy="269535"/>
          </a:xfrm>
          <a:prstGeom prst="roundRect">
            <a:avLst>
              <a:gd name="adj" fmla="val 47059"/>
            </a:avLst>
          </a:prstGeom>
          <a:solidFill>
            <a:srgbClr val="4B504A"/>
          </a:solidFill>
          <a:ln w="3334">
            <a:solidFill>
              <a:srgbClr val="343B37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14" name="slide3-tech-035-plug-highlight">
            <a:extLst>
              <a:ext uri="{FF2B5EF4-FFF2-40B4-BE49-F238E27FC236}">
                <a16:creationId xmlns:a16="http://schemas.microsoft.com/office/drawing/2014/main" id="{4E415E01-0524-4397-88A7-98D3C2BD1EAF}"/>
              </a:ext>
            </a:extLst>
          </p:cNvPr>
          <p:cNvSpPr>
            <a:spLocks noGrp="1"/>
          </p:cNvSpPr>
          <p:nvPr/>
        </p:nvSpPr>
        <p:spPr>
          <a:xfrm>
            <a:off x="4485061" y="5384884"/>
            <a:ext cx="92209" cy="63837"/>
          </a:xfrm>
          <a:prstGeom prst="ellipse">
            <a:avLst/>
          </a:prstGeom>
          <a:solidFill>
            <a:srgbClr val="7B746A"/>
          </a:solidFill>
          <a:ln w="0">
            <a:noFill/>
          </a:ln>
        </p:spPr>
        <p:txBody>
          <a:bodyPr/>
          <a:lstStyle/>
          <a:p>
            <a:endParaRPr sz="447"/>
          </a:p>
        </p:txBody>
      </p:sp>
      <p:sp>
        <p:nvSpPr>
          <p:cNvPr id="815" name="slide3-tech-036-oil-phase-drop">
            <a:extLst>
              <a:ext uri="{FF2B5EF4-FFF2-40B4-BE49-F238E27FC236}">
                <a16:creationId xmlns:a16="http://schemas.microsoft.com/office/drawing/2014/main" id="{D427144D-777F-4150-9E0B-A4C18D72E470}"/>
              </a:ext>
            </a:extLst>
          </p:cNvPr>
          <p:cNvSpPr>
            <a:spLocks noGrp="1"/>
          </p:cNvSpPr>
          <p:nvPr/>
        </p:nvSpPr>
        <p:spPr>
          <a:xfrm>
            <a:off x="4682177" y="5115348"/>
            <a:ext cx="127674" cy="177326"/>
          </a:xfrm>
          <a:prstGeom prst="teardrop">
            <a:avLst/>
          </a:prstGeom>
          <a:solidFill>
            <a:srgbClr val="7F9D77"/>
          </a:solidFill>
          <a:ln w="5239">
            <a:solidFill>
              <a:srgbClr val="389AA7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16" name="slide3-tech-037-leader">
            <a:extLst>
              <a:ext uri="{FF2B5EF4-FFF2-40B4-BE49-F238E27FC236}">
                <a16:creationId xmlns:a16="http://schemas.microsoft.com/office/drawing/2014/main" id="{93C7F810-153A-4882-A5F5-8F5BD873802D}"/>
              </a:ext>
            </a:extLst>
          </p:cNvPr>
          <p:cNvSpPr>
            <a:spLocks noGrp="1"/>
          </p:cNvSpPr>
          <p:nvPr/>
        </p:nvSpPr>
        <p:spPr>
          <a:xfrm flipH="1">
            <a:off x="4534712" y="5235930"/>
            <a:ext cx="152784" cy="106395"/>
          </a:xfrm>
          <a:prstGeom prst="line">
            <a:avLst/>
          </a:prstGeom>
          <a:noFill/>
          <a:ln w="8573">
            <a:solidFill>
              <a:srgbClr val="7F9D77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17" name="slide3-tech-038-interstage-arrow">
            <a:extLst>
              <a:ext uri="{FF2B5EF4-FFF2-40B4-BE49-F238E27FC236}">
                <a16:creationId xmlns:a16="http://schemas.microsoft.com/office/drawing/2014/main" id="{F61FC9DF-3ED8-4A25-855F-8728DA9105CC}"/>
              </a:ext>
            </a:extLst>
          </p:cNvPr>
          <p:cNvSpPr>
            <a:spLocks noGrp="1"/>
          </p:cNvSpPr>
          <p:nvPr/>
        </p:nvSpPr>
        <p:spPr>
          <a:xfrm>
            <a:off x="5237206" y="5462907"/>
            <a:ext cx="120581" cy="85116"/>
          </a:xfrm>
          <a:prstGeom prst="rightArrow">
            <a:avLst/>
          </a:prstGeom>
          <a:solidFill>
            <a:srgbClr val="389AA7"/>
          </a:solidFill>
          <a:ln w="0">
            <a:noFill/>
          </a:ln>
        </p:spPr>
        <p:txBody>
          <a:bodyPr/>
          <a:lstStyle/>
          <a:p>
            <a:endParaRPr sz="447"/>
          </a:p>
        </p:txBody>
      </p:sp>
      <p:sp>
        <p:nvSpPr>
          <p:cNvPr id="818" name="slide3-tech-039-mechanism-panel">
            <a:extLst>
              <a:ext uri="{FF2B5EF4-FFF2-40B4-BE49-F238E27FC236}">
                <a16:creationId xmlns:a16="http://schemas.microsoft.com/office/drawing/2014/main" id="{363A4BEA-3593-4ADB-A5CB-56B1EF2F2221}"/>
              </a:ext>
            </a:extLst>
          </p:cNvPr>
          <p:cNvSpPr>
            <a:spLocks noGrp="1"/>
          </p:cNvSpPr>
          <p:nvPr/>
        </p:nvSpPr>
        <p:spPr>
          <a:xfrm>
            <a:off x="5371973" y="4860000"/>
            <a:ext cx="1461163" cy="1220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5715">
            <a:solidFill>
              <a:srgbClr val="D9E4DE"/>
            </a:solidFill>
            <a:prstDash val="solid"/>
          </a:ln>
        </p:spPr>
        <p:txBody>
          <a:bodyPr/>
          <a:lstStyle/>
          <a:p>
            <a:endParaRPr sz="447"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819" name="slide3-tech-040-step-number-tag">
            <a:extLst>
              <a:ext uri="{FF2B5EF4-FFF2-40B4-BE49-F238E27FC236}">
                <a16:creationId xmlns:a16="http://schemas.microsoft.com/office/drawing/2014/main" id="{B6D16119-5C07-4FD2-A630-7D3B8A6B9CF4}"/>
              </a:ext>
            </a:extLst>
          </p:cNvPr>
          <p:cNvSpPr>
            <a:spLocks noGrp="1"/>
          </p:cNvSpPr>
          <p:nvPr/>
        </p:nvSpPr>
        <p:spPr>
          <a:xfrm>
            <a:off x="5442903" y="4930930"/>
            <a:ext cx="184419" cy="127674"/>
          </a:xfrm>
          <a:prstGeom prst="roundRect">
            <a:avLst>
              <a:gd name="adj" fmla="val 44444"/>
            </a:avLst>
          </a:prstGeom>
          <a:solidFill>
            <a:srgbClr val="295D4B"/>
          </a:solidFill>
          <a:ln w="0">
            <a:noFill/>
          </a:ln>
        </p:spPr>
        <p:txBody>
          <a:bodyPr/>
          <a:lstStyle/>
          <a:p>
            <a:endParaRPr sz="35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20" name="slide3-tech-041-step-number">
            <a:extLst>
              <a:ext uri="{FF2B5EF4-FFF2-40B4-BE49-F238E27FC236}">
                <a16:creationId xmlns:a16="http://schemas.microsoft.com/office/drawing/2014/main" id="{BFB54E80-291B-4294-9C51-56B79535E039}"/>
              </a:ext>
            </a:extLst>
          </p:cNvPr>
          <p:cNvSpPr>
            <a:spLocks noGrp="1"/>
          </p:cNvSpPr>
          <p:nvPr/>
        </p:nvSpPr>
        <p:spPr>
          <a:xfrm>
            <a:off x="5423853" y="4938023"/>
            <a:ext cx="184419" cy="1134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520" b="1">
                <a:solidFill>
                  <a:srgbClr val="FFFFFF"/>
                </a:solidFill>
                <a:latin typeface="Paperlogy"/>
                <a:ea typeface="Paperlogy"/>
                <a:cs typeface="Paperlogy"/>
              </a:defRPr>
            </a:pPr>
            <a:r>
              <a:rPr sz="500" b="1" dirty="0">
                <a:solidFill>
                  <a:srgbClr val="FFFFFF"/>
                </a:solidFill>
                <a:latin typeface="페이퍼로지 4 Regular"/>
                <a:ea typeface="페이퍼로지 4 Regular"/>
                <a:cs typeface="페이퍼로지 4 Regular"/>
              </a:rPr>
              <a:t>2</a:t>
            </a:r>
          </a:p>
        </p:txBody>
      </p:sp>
      <p:sp>
        <p:nvSpPr>
          <p:cNvPr id="821" name="slide3-tech-042-step-english">
            <a:extLst>
              <a:ext uri="{FF2B5EF4-FFF2-40B4-BE49-F238E27FC236}">
                <a16:creationId xmlns:a16="http://schemas.microsoft.com/office/drawing/2014/main" id="{242E473B-872C-4201-9872-B4AC1893C2A7}"/>
              </a:ext>
            </a:extLst>
          </p:cNvPr>
          <p:cNvSpPr>
            <a:spLocks noGrp="1"/>
          </p:cNvSpPr>
          <p:nvPr/>
        </p:nvSpPr>
        <p:spPr>
          <a:xfrm>
            <a:off x="5684066" y="4938023"/>
            <a:ext cx="1063953" cy="1205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559" b="1">
                <a:solidFill>
                  <a:srgbClr val="295D4B"/>
                </a:solidFill>
                <a:latin typeface="Paperlogy"/>
                <a:ea typeface="Paperlogy"/>
                <a:cs typeface="Paperlogy"/>
              </a:defRPr>
            </a:pPr>
            <a:r>
              <a:rPr sz="500" b="1">
                <a:solidFill>
                  <a:srgbClr val="295D4B"/>
                </a:solidFill>
                <a:latin typeface="페이퍼로지 6 SemiBold" pitchFamily="2" charset="-127"/>
                <a:ea typeface="페이퍼로지 6 SemiBold" pitchFamily="2" charset="-127"/>
                <a:cs typeface="페이퍼로지 6 SemiBold"/>
              </a:rPr>
              <a:t>MINERAL CAPTURE</a:t>
            </a:r>
          </a:p>
        </p:txBody>
      </p:sp>
      <p:sp>
        <p:nvSpPr>
          <p:cNvPr id="822" name="slide3-tech-043-step-korean">
            <a:extLst>
              <a:ext uri="{FF2B5EF4-FFF2-40B4-BE49-F238E27FC236}">
                <a16:creationId xmlns:a16="http://schemas.microsoft.com/office/drawing/2014/main" id="{732C889C-9B30-4ED9-8E7A-594F7BCAD055}"/>
              </a:ext>
            </a:extLst>
          </p:cNvPr>
          <p:cNvSpPr>
            <a:spLocks noGrp="1"/>
          </p:cNvSpPr>
          <p:nvPr/>
        </p:nvSpPr>
        <p:spPr>
          <a:xfrm>
            <a:off x="5442903" y="5072791"/>
            <a:ext cx="1319302" cy="1134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531" b="0">
                <a:solidFill>
                  <a:srgbClr val="71817A"/>
                </a:solidFill>
                <a:latin typeface="Paperlogy"/>
                <a:ea typeface="Paperlogy"/>
                <a:cs typeface="Paperlogy"/>
              </a:defRPr>
            </a:pPr>
            <a:r>
              <a:rPr sz="500" b="0">
                <a:solidFill>
                  <a:srgbClr val="71817A"/>
                </a:solidFill>
                <a:latin typeface="페이퍼로지 4 Regular" pitchFamily="2" charset="-127"/>
                <a:ea typeface="페이퍼로지 4 Regular" pitchFamily="2" charset="-127"/>
                <a:cs typeface="페이퍼로지 6 SemiBold"/>
              </a:rPr>
              <a:t>카올린·바이오폴리머 포집</a:t>
            </a:r>
          </a:p>
        </p:txBody>
      </p:sp>
      <p:sp>
        <p:nvSpPr>
          <p:cNvPr id="823" name="slide3-tech-044-aqueous-surface-film">
            <a:extLst>
              <a:ext uri="{FF2B5EF4-FFF2-40B4-BE49-F238E27FC236}">
                <a16:creationId xmlns:a16="http://schemas.microsoft.com/office/drawing/2014/main" id="{6EA23BFD-83DB-4254-A941-CF37E2155371}"/>
              </a:ext>
            </a:extLst>
          </p:cNvPr>
          <p:cNvSpPr>
            <a:spLocks noGrp="1"/>
          </p:cNvSpPr>
          <p:nvPr/>
        </p:nvSpPr>
        <p:spPr>
          <a:xfrm>
            <a:off x="5449996" y="5243023"/>
            <a:ext cx="1305116" cy="63837"/>
          </a:xfrm>
          <a:prstGeom prst="rect">
            <a:avLst/>
          </a:prstGeom>
          <a:solidFill>
            <a:srgbClr val="DEF1F2"/>
          </a:solidFill>
          <a:ln w="0">
            <a:noFill/>
          </a:ln>
        </p:spPr>
        <p:txBody>
          <a:bodyPr/>
          <a:lstStyle/>
          <a:p>
            <a:endParaRPr sz="447"/>
          </a:p>
        </p:txBody>
      </p:sp>
      <p:sp>
        <p:nvSpPr>
          <p:cNvPr id="824" name="slide3-tech-045-stratum-corneum">
            <a:extLst>
              <a:ext uri="{FF2B5EF4-FFF2-40B4-BE49-F238E27FC236}">
                <a16:creationId xmlns:a16="http://schemas.microsoft.com/office/drawing/2014/main" id="{A3C3057D-D1C1-4618-952D-A71FFC140BD6}"/>
              </a:ext>
            </a:extLst>
          </p:cNvPr>
          <p:cNvSpPr>
            <a:spLocks noGrp="1"/>
          </p:cNvSpPr>
          <p:nvPr/>
        </p:nvSpPr>
        <p:spPr>
          <a:xfrm>
            <a:off x="5449996" y="5306860"/>
            <a:ext cx="1305116" cy="163140"/>
          </a:xfrm>
          <a:prstGeom prst="rect">
            <a:avLst/>
          </a:prstGeom>
          <a:solidFill>
            <a:srgbClr val="F8DFC9"/>
          </a:solidFill>
          <a:ln w="0">
            <a:noFill/>
          </a:ln>
        </p:spPr>
        <p:txBody>
          <a:bodyPr/>
          <a:lstStyle/>
          <a:p>
            <a:endParaRPr sz="447"/>
          </a:p>
        </p:txBody>
      </p:sp>
      <p:sp>
        <p:nvSpPr>
          <p:cNvPr id="825" name="slide3-tech-046-corneocyte">
            <a:extLst>
              <a:ext uri="{FF2B5EF4-FFF2-40B4-BE49-F238E27FC236}">
                <a16:creationId xmlns:a16="http://schemas.microsoft.com/office/drawing/2014/main" id="{9EA04B1E-4D39-4031-9524-0C379E059533}"/>
              </a:ext>
            </a:extLst>
          </p:cNvPr>
          <p:cNvSpPr>
            <a:spLocks noGrp="1"/>
          </p:cNvSpPr>
          <p:nvPr/>
        </p:nvSpPr>
        <p:spPr>
          <a:xfrm>
            <a:off x="5471275" y="5328140"/>
            <a:ext cx="191512" cy="49651"/>
          </a:xfrm>
          <a:prstGeom prst="roundRect">
            <a:avLst>
              <a:gd name="adj" fmla="val 50000"/>
            </a:avLst>
          </a:prstGeom>
          <a:solidFill>
            <a:srgbClr val="FBE6D4"/>
          </a:solidFill>
          <a:ln w="3334">
            <a:solidFill>
              <a:srgbClr val="D99B7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26" name="slide3-tech-047-corneocyte">
            <a:extLst>
              <a:ext uri="{FF2B5EF4-FFF2-40B4-BE49-F238E27FC236}">
                <a16:creationId xmlns:a16="http://schemas.microsoft.com/office/drawing/2014/main" id="{D2C25519-28DC-4789-90C4-3D58AC8278E0}"/>
              </a:ext>
            </a:extLst>
          </p:cNvPr>
          <p:cNvSpPr>
            <a:spLocks noGrp="1"/>
          </p:cNvSpPr>
          <p:nvPr/>
        </p:nvSpPr>
        <p:spPr>
          <a:xfrm>
            <a:off x="5684066" y="5328140"/>
            <a:ext cx="191512" cy="49651"/>
          </a:xfrm>
          <a:prstGeom prst="roundRect">
            <a:avLst>
              <a:gd name="adj" fmla="val 50000"/>
            </a:avLst>
          </a:prstGeom>
          <a:solidFill>
            <a:srgbClr val="FBE6D4"/>
          </a:solidFill>
          <a:ln w="3334">
            <a:solidFill>
              <a:srgbClr val="D99B7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27" name="slide3-tech-048-corneocyte">
            <a:extLst>
              <a:ext uri="{FF2B5EF4-FFF2-40B4-BE49-F238E27FC236}">
                <a16:creationId xmlns:a16="http://schemas.microsoft.com/office/drawing/2014/main" id="{B87EA632-BC23-45B8-92BC-9ADA28C50718}"/>
              </a:ext>
            </a:extLst>
          </p:cNvPr>
          <p:cNvSpPr>
            <a:spLocks noGrp="1"/>
          </p:cNvSpPr>
          <p:nvPr/>
        </p:nvSpPr>
        <p:spPr>
          <a:xfrm>
            <a:off x="5896857" y="5328140"/>
            <a:ext cx="191512" cy="49651"/>
          </a:xfrm>
          <a:prstGeom prst="roundRect">
            <a:avLst>
              <a:gd name="adj" fmla="val 50000"/>
            </a:avLst>
          </a:prstGeom>
          <a:solidFill>
            <a:srgbClr val="FBE6D4"/>
          </a:solidFill>
          <a:ln w="3334">
            <a:solidFill>
              <a:srgbClr val="D99B7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28" name="slide3-tech-049-corneocyte">
            <a:extLst>
              <a:ext uri="{FF2B5EF4-FFF2-40B4-BE49-F238E27FC236}">
                <a16:creationId xmlns:a16="http://schemas.microsoft.com/office/drawing/2014/main" id="{77FB5F62-FC5A-491E-AE15-9DBEBCEBC660}"/>
              </a:ext>
            </a:extLst>
          </p:cNvPr>
          <p:cNvSpPr>
            <a:spLocks noGrp="1"/>
          </p:cNvSpPr>
          <p:nvPr/>
        </p:nvSpPr>
        <p:spPr>
          <a:xfrm>
            <a:off x="6109647" y="5328140"/>
            <a:ext cx="191512" cy="49651"/>
          </a:xfrm>
          <a:prstGeom prst="roundRect">
            <a:avLst>
              <a:gd name="adj" fmla="val 50000"/>
            </a:avLst>
          </a:prstGeom>
          <a:solidFill>
            <a:srgbClr val="FBE6D4"/>
          </a:solidFill>
          <a:ln w="3334">
            <a:solidFill>
              <a:srgbClr val="D99B7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29" name="slide3-tech-050-corneocyte">
            <a:extLst>
              <a:ext uri="{FF2B5EF4-FFF2-40B4-BE49-F238E27FC236}">
                <a16:creationId xmlns:a16="http://schemas.microsoft.com/office/drawing/2014/main" id="{BB0BC78A-40A4-4D36-B8D7-331E5F755C84}"/>
              </a:ext>
            </a:extLst>
          </p:cNvPr>
          <p:cNvSpPr>
            <a:spLocks noGrp="1"/>
          </p:cNvSpPr>
          <p:nvPr/>
        </p:nvSpPr>
        <p:spPr>
          <a:xfrm>
            <a:off x="6322438" y="5328140"/>
            <a:ext cx="191512" cy="49651"/>
          </a:xfrm>
          <a:prstGeom prst="roundRect">
            <a:avLst>
              <a:gd name="adj" fmla="val 50000"/>
            </a:avLst>
          </a:prstGeom>
          <a:solidFill>
            <a:srgbClr val="FBE6D4"/>
          </a:solidFill>
          <a:ln w="3334">
            <a:solidFill>
              <a:srgbClr val="D99B7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30" name="slide3-tech-051-corneocyte">
            <a:extLst>
              <a:ext uri="{FF2B5EF4-FFF2-40B4-BE49-F238E27FC236}">
                <a16:creationId xmlns:a16="http://schemas.microsoft.com/office/drawing/2014/main" id="{112135D6-11F2-4CFF-B604-B3D22E4725DB}"/>
              </a:ext>
            </a:extLst>
          </p:cNvPr>
          <p:cNvSpPr>
            <a:spLocks noGrp="1"/>
          </p:cNvSpPr>
          <p:nvPr/>
        </p:nvSpPr>
        <p:spPr>
          <a:xfrm>
            <a:off x="6535229" y="5328140"/>
            <a:ext cx="191512" cy="49651"/>
          </a:xfrm>
          <a:prstGeom prst="roundRect">
            <a:avLst>
              <a:gd name="adj" fmla="val 50000"/>
            </a:avLst>
          </a:prstGeom>
          <a:solidFill>
            <a:srgbClr val="FBE6D4"/>
          </a:solidFill>
          <a:ln w="3334">
            <a:solidFill>
              <a:srgbClr val="D99B7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31" name="slide3-tech-052-corneocyte">
            <a:extLst>
              <a:ext uri="{FF2B5EF4-FFF2-40B4-BE49-F238E27FC236}">
                <a16:creationId xmlns:a16="http://schemas.microsoft.com/office/drawing/2014/main" id="{BD7A63FD-CA29-4D31-975E-6F828E1BEDDD}"/>
              </a:ext>
            </a:extLst>
          </p:cNvPr>
          <p:cNvSpPr>
            <a:spLocks noGrp="1"/>
          </p:cNvSpPr>
          <p:nvPr/>
        </p:nvSpPr>
        <p:spPr>
          <a:xfrm>
            <a:off x="5556392" y="5391977"/>
            <a:ext cx="191512" cy="49651"/>
          </a:xfrm>
          <a:prstGeom prst="roundRect">
            <a:avLst>
              <a:gd name="adj" fmla="val 50000"/>
            </a:avLst>
          </a:prstGeom>
          <a:solidFill>
            <a:srgbClr val="F6D4B6"/>
          </a:solidFill>
          <a:ln w="3334">
            <a:solidFill>
              <a:srgbClr val="D99B7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32" name="slide3-tech-053-corneocyte">
            <a:extLst>
              <a:ext uri="{FF2B5EF4-FFF2-40B4-BE49-F238E27FC236}">
                <a16:creationId xmlns:a16="http://schemas.microsoft.com/office/drawing/2014/main" id="{3E7A8E24-0162-4947-9B9B-FA554BA42FF4}"/>
              </a:ext>
            </a:extLst>
          </p:cNvPr>
          <p:cNvSpPr>
            <a:spLocks noGrp="1"/>
          </p:cNvSpPr>
          <p:nvPr/>
        </p:nvSpPr>
        <p:spPr>
          <a:xfrm>
            <a:off x="5769182" y="5391977"/>
            <a:ext cx="191512" cy="49651"/>
          </a:xfrm>
          <a:prstGeom prst="roundRect">
            <a:avLst>
              <a:gd name="adj" fmla="val 50000"/>
            </a:avLst>
          </a:prstGeom>
          <a:solidFill>
            <a:srgbClr val="F6D4B6"/>
          </a:solidFill>
          <a:ln w="3334">
            <a:solidFill>
              <a:srgbClr val="D99B7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33" name="slide3-tech-054-corneocyte">
            <a:extLst>
              <a:ext uri="{FF2B5EF4-FFF2-40B4-BE49-F238E27FC236}">
                <a16:creationId xmlns:a16="http://schemas.microsoft.com/office/drawing/2014/main" id="{24A874B5-417E-44B8-ABC1-43B6DBDCE75B}"/>
              </a:ext>
            </a:extLst>
          </p:cNvPr>
          <p:cNvSpPr>
            <a:spLocks noGrp="1"/>
          </p:cNvSpPr>
          <p:nvPr/>
        </p:nvSpPr>
        <p:spPr>
          <a:xfrm>
            <a:off x="5981973" y="5391977"/>
            <a:ext cx="191512" cy="49651"/>
          </a:xfrm>
          <a:prstGeom prst="roundRect">
            <a:avLst>
              <a:gd name="adj" fmla="val 50000"/>
            </a:avLst>
          </a:prstGeom>
          <a:solidFill>
            <a:srgbClr val="F6D4B6"/>
          </a:solidFill>
          <a:ln w="3334">
            <a:solidFill>
              <a:srgbClr val="D99B7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34" name="slide3-tech-055-corneocyte">
            <a:extLst>
              <a:ext uri="{FF2B5EF4-FFF2-40B4-BE49-F238E27FC236}">
                <a16:creationId xmlns:a16="http://schemas.microsoft.com/office/drawing/2014/main" id="{E5C088F5-52AF-4D8A-9E20-84C02B761661}"/>
              </a:ext>
            </a:extLst>
          </p:cNvPr>
          <p:cNvSpPr>
            <a:spLocks noGrp="1"/>
          </p:cNvSpPr>
          <p:nvPr/>
        </p:nvSpPr>
        <p:spPr>
          <a:xfrm>
            <a:off x="6194764" y="5391977"/>
            <a:ext cx="191512" cy="49651"/>
          </a:xfrm>
          <a:prstGeom prst="roundRect">
            <a:avLst>
              <a:gd name="adj" fmla="val 50000"/>
            </a:avLst>
          </a:prstGeom>
          <a:solidFill>
            <a:srgbClr val="F6D4B6"/>
          </a:solidFill>
          <a:ln w="3334">
            <a:solidFill>
              <a:srgbClr val="D99B7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35" name="slide3-tech-056-corneocyte">
            <a:extLst>
              <a:ext uri="{FF2B5EF4-FFF2-40B4-BE49-F238E27FC236}">
                <a16:creationId xmlns:a16="http://schemas.microsoft.com/office/drawing/2014/main" id="{942F7556-53F5-42DA-AA25-3BABE8A87EA5}"/>
              </a:ext>
            </a:extLst>
          </p:cNvPr>
          <p:cNvSpPr>
            <a:spLocks noGrp="1"/>
          </p:cNvSpPr>
          <p:nvPr/>
        </p:nvSpPr>
        <p:spPr>
          <a:xfrm>
            <a:off x="6407554" y="5391977"/>
            <a:ext cx="191512" cy="49651"/>
          </a:xfrm>
          <a:prstGeom prst="roundRect">
            <a:avLst>
              <a:gd name="adj" fmla="val 50000"/>
            </a:avLst>
          </a:prstGeom>
          <a:solidFill>
            <a:srgbClr val="F6D4B6"/>
          </a:solidFill>
          <a:ln w="3334">
            <a:solidFill>
              <a:srgbClr val="D99B7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36" name="slide3-tech-057-epidermal-field">
            <a:extLst>
              <a:ext uri="{FF2B5EF4-FFF2-40B4-BE49-F238E27FC236}">
                <a16:creationId xmlns:a16="http://schemas.microsoft.com/office/drawing/2014/main" id="{D111C3F9-0848-47B8-AE39-6F7F99F4BB6C}"/>
              </a:ext>
            </a:extLst>
          </p:cNvPr>
          <p:cNvSpPr>
            <a:spLocks noGrp="1"/>
          </p:cNvSpPr>
          <p:nvPr/>
        </p:nvSpPr>
        <p:spPr>
          <a:xfrm>
            <a:off x="5449996" y="5470000"/>
            <a:ext cx="1305116" cy="191512"/>
          </a:xfrm>
          <a:prstGeom prst="rect">
            <a:avLst/>
          </a:prstGeom>
          <a:solidFill>
            <a:srgbClr val="F3C39E"/>
          </a:solidFill>
          <a:ln w="0">
            <a:noFill/>
          </a:ln>
        </p:spPr>
        <p:txBody>
          <a:bodyPr/>
          <a:lstStyle/>
          <a:p>
            <a:endParaRPr sz="447"/>
          </a:p>
        </p:txBody>
      </p:sp>
      <p:sp>
        <p:nvSpPr>
          <p:cNvPr id="837" name="slide3-tech-058-epidermal-cell">
            <a:extLst>
              <a:ext uri="{FF2B5EF4-FFF2-40B4-BE49-F238E27FC236}">
                <a16:creationId xmlns:a16="http://schemas.microsoft.com/office/drawing/2014/main" id="{1F58F4C8-B0F0-4406-8D69-B3AC378775D8}"/>
              </a:ext>
            </a:extLst>
          </p:cNvPr>
          <p:cNvSpPr>
            <a:spLocks noGrp="1"/>
          </p:cNvSpPr>
          <p:nvPr/>
        </p:nvSpPr>
        <p:spPr>
          <a:xfrm>
            <a:off x="5492554" y="5512558"/>
            <a:ext cx="141860" cy="92209"/>
          </a:xfrm>
          <a:prstGeom prst="ellipse">
            <a:avLst/>
          </a:prstGeom>
          <a:solidFill>
            <a:srgbClr val="F5B98F"/>
          </a:solidFill>
          <a:ln w="2858">
            <a:solidFill>
              <a:srgbClr val="D9916A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38" name="slide3-tech-059-epidermal-cell">
            <a:extLst>
              <a:ext uri="{FF2B5EF4-FFF2-40B4-BE49-F238E27FC236}">
                <a16:creationId xmlns:a16="http://schemas.microsoft.com/office/drawing/2014/main" id="{3A6E8B68-3A60-43CE-9F36-10406CF1B417}"/>
              </a:ext>
            </a:extLst>
          </p:cNvPr>
          <p:cNvSpPr>
            <a:spLocks noGrp="1"/>
          </p:cNvSpPr>
          <p:nvPr/>
        </p:nvSpPr>
        <p:spPr>
          <a:xfrm>
            <a:off x="5684066" y="5555116"/>
            <a:ext cx="141860" cy="92209"/>
          </a:xfrm>
          <a:prstGeom prst="ellipse">
            <a:avLst/>
          </a:prstGeom>
          <a:solidFill>
            <a:srgbClr val="F7CDAA"/>
          </a:solidFill>
          <a:ln w="2858">
            <a:solidFill>
              <a:srgbClr val="D9916A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39" name="slide3-tech-060-epidermal-cell">
            <a:extLst>
              <a:ext uri="{FF2B5EF4-FFF2-40B4-BE49-F238E27FC236}">
                <a16:creationId xmlns:a16="http://schemas.microsoft.com/office/drawing/2014/main" id="{446DFCFA-C229-4D39-956D-8DA4C1FAACE7}"/>
              </a:ext>
            </a:extLst>
          </p:cNvPr>
          <p:cNvSpPr>
            <a:spLocks noGrp="1"/>
          </p:cNvSpPr>
          <p:nvPr/>
        </p:nvSpPr>
        <p:spPr>
          <a:xfrm>
            <a:off x="5875578" y="5512558"/>
            <a:ext cx="141860" cy="92209"/>
          </a:xfrm>
          <a:prstGeom prst="ellipse">
            <a:avLst/>
          </a:prstGeom>
          <a:solidFill>
            <a:srgbClr val="F5B98F"/>
          </a:solidFill>
          <a:ln w="2858">
            <a:solidFill>
              <a:srgbClr val="D9916A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40" name="slide3-tech-061-epidermal-cell">
            <a:extLst>
              <a:ext uri="{FF2B5EF4-FFF2-40B4-BE49-F238E27FC236}">
                <a16:creationId xmlns:a16="http://schemas.microsoft.com/office/drawing/2014/main" id="{9609C179-E06C-40DE-A33F-36BEEB0A20CE}"/>
              </a:ext>
            </a:extLst>
          </p:cNvPr>
          <p:cNvSpPr>
            <a:spLocks noGrp="1"/>
          </p:cNvSpPr>
          <p:nvPr/>
        </p:nvSpPr>
        <p:spPr>
          <a:xfrm>
            <a:off x="6067089" y="5555116"/>
            <a:ext cx="141860" cy="92209"/>
          </a:xfrm>
          <a:prstGeom prst="ellipse">
            <a:avLst/>
          </a:prstGeom>
          <a:solidFill>
            <a:srgbClr val="F7CDAA"/>
          </a:solidFill>
          <a:ln w="2858">
            <a:solidFill>
              <a:srgbClr val="D9916A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41" name="slide3-tech-062-epidermal-cell">
            <a:extLst>
              <a:ext uri="{FF2B5EF4-FFF2-40B4-BE49-F238E27FC236}">
                <a16:creationId xmlns:a16="http://schemas.microsoft.com/office/drawing/2014/main" id="{548C971E-F936-4336-BA4C-0C157A23879B}"/>
              </a:ext>
            </a:extLst>
          </p:cNvPr>
          <p:cNvSpPr>
            <a:spLocks noGrp="1"/>
          </p:cNvSpPr>
          <p:nvPr/>
        </p:nvSpPr>
        <p:spPr>
          <a:xfrm>
            <a:off x="6258601" y="5512558"/>
            <a:ext cx="141860" cy="92209"/>
          </a:xfrm>
          <a:prstGeom prst="ellipse">
            <a:avLst/>
          </a:prstGeom>
          <a:solidFill>
            <a:srgbClr val="F5B98F"/>
          </a:solidFill>
          <a:ln w="2858">
            <a:solidFill>
              <a:srgbClr val="D9916A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42" name="slide3-tech-063-epidermal-cell">
            <a:extLst>
              <a:ext uri="{FF2B5EF4-FFF2-40B4-BE49-F238E27FC236}">
                <a16:creationId xmlns:a16="http://schemas.microsoft.com/office/drawing/2014/main" id="{71FF8D1A-4865-4F4E-8C50-A1A2F9D5D229}"/>
              </a:ext>
            </a:extLst>
          </p:cNvPr>
          <p:cNvSpPr>
            <a:spLocks noGrp="1"/>
          </p:cNvSpPr>
          <p:nvPr/>
        </p:nvSpPr>
        <p:spPr>
          <a:xfrm>
            <a:off x="6450113" y="5555116"/>
            <a:ext cx="141860" cy="92209"/>
          </a:xfrm>
          <a:prstGeom prst="ellipse">
            <a:avLst/>
          </a:prstGeom>
          <a:solidFill>
            <a:srgbClr val="F7CDAA"/>
          </a:solidFill>
          <a:ln w="2858">
            <a:solidFill>
              <a:srgbClr val="D9916A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43" name="slide3-tech-064-dermal-field">
            <a:extLst>
              <a:ext uri="{FF2B5EF4-FFF2-40B4-BE49-F238E27FC236}">
                <a16:creationId xmlns:a16="http://schemas.microsoft.com/office/drawing/2014/main" id="{FC3E4AEB-2504-408F-8DD5-F74F772D3439}"/>
              </a:ext>
            </a:extLst>
          </p:cNvPr>
          <p:cNvSpPr>
            <a:spLocks noGrp="1"/>
          </p:cNvSpPr>
          <p:nvPr/>
        </p:nvSpPr>
        <p:spPr>
          <a:xfrm>
            <a:off x="5449996" y="5661512"/>
            <a:ext cx="1305116" cy="226977"/>
          </a:xfrm>
          <a:prstGeom prst="rect">
            <a:avLst/>
          </a:prstGeom>
          <a:solidFill>
            <a:srgbClr val="E99F72"/>
          </a:solidFill>
          <a:ln w="0">
            <a:noFill/>
          </a:ln>
        </p:spPr>
        <p:txBody>
          <a:bodyPr/>
          <a:lstStyle/>
          <a:p>
            <a:endParaRPr sz="447"/>
          </a:p>
        </p:txBody>
      </p:sp>
      <p:sp>
        <p:nvSpPr>
          <p:cNvPr id="844" name="slide3-tech-065-dermal-cell">
            <a:extLst>
              <a:ext uri="{FF2B5EF4-FFF2-40B4-BE49-F238E27FC236}">
                <a16:creationId xmlns:a16="http://schemas.microsoft.com/office/drawing/2014/main" id="{AD31942E-FE4E-4DEF-B5BB-303F6C463A39}"/>
              </a:ext>
            </a:extLst>
          </p:cNvPr>
          <p:cNvSpPr>
            <a:spLocks noGrp="1"/>
          </p:cNvSpPr>
          <p:nvPr/>
        </p:nvSpPr>
        <p:spPr>
          <a:xfrm>
            <a:off x="5535113" y="5725349"/>
            <a:ext cx="156047" cy="106395"/>
          </a:xfrm>
          <a:prstGeom prst="ellipse">
            <a:avLst/>
          </a:prstGeom>
          <a:solidFill>
            <a:srgbClr val="EDAF83"/>
          </a:solidFill>
          <a:ln w="2858">
            <a:solidFill>
              <a:srgbClr val="D98F6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45" name="slide3-tech-066-dermal-cell">
            <a:extLst>
              <a:ext uri="{FF2B5EF4-FFF2-40B4-BE49-F238E27FC236}">
                <a16:creationId xmlns:a16="http://schemas.microsoft.com/office/drawing/2014/main" id="{03210D0E-A761-422C-87F5-5F293B7A1B55}"/>
              </a:ext>
            </a:extLst>
          </p:cNvPr>
          <p:cNvSpPr>
            <a:spLocks noGrp="1"/>
          </p:cNvSpPr>
          <p:nvPr/>
        </p:nvSpPr>
        <p:spPr>
          <a:xfrm>
            <a:off x="5797554" y="5767907"/>
            <a:ext cx="156047" cy="106395"/>
          </a:xfrm>
          <a:prstGeom prst="ellipse">
            <a:avLst/>
          </a:prstGeom>
          <a:solidFill>
            <a:srgbClr val="EDAF83"/>
          </a:solidFill>
          <a:ln w="2858">
            <a:solidFill>
              <a:srgbClr val="D98F6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46" name="slide3-tech-067-dermal-cell">
            <a:extLst>
              <a:ext uri="{FF2B5EF4-FFF2-40B4-BE49-F238E27FC236}">
                <a16:creationId xmlns:a16="http://schemas.microsoft.com/office/drawing/2014/main" id="{98CCF504-6A20-45AF-B7E2-70FDBCFA44B8}"/>
              </a:ext>
            </a:extLst>
          </p:cNvPr>
          <p:cNvSpPr>
            <a:spLocks noGrp="1"/>
          </p:cNvSpPr>
          <p:nvPr/>
        </p:nvSpPr>
        <p:spPr>
          <a:xfrm>
            <a:off x="6059996" y="5725349"/>
            <a:ext cx="156047" cy="106395"/>
          </a:xfrm>
          <a:prstGeom prst="ellipse">
            <a:avLst/>
          </a:prstGeom>
          <a:solidFill>
            <a:srgbClr val="EDAF83"/>
          </a:solidFill>
          <a:ln w="2858">
            <a:solidFill>
              <a:srgbClr val="D98F6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47" name="slide3-tech-068-dermal-cell">
            <a:extLst>
              <a:ext uri="{FF2B5EF4-FFF2-40B4-BE49-F238E27FC236}">
                <a16:creationId xmlns:a16="http://schemas.microsoft.com/office/drawing/2014/main" id="{BE4DF72F-5A4E-463A-A158-54A50FFD2AFD}"/>
              </a:ext>
            </a:extLst>
          </p:cNvPr>
          <p:cNvSpPr>
            <a:spLocks noGrp="1"/>
          </p:cNvSpPr>
          <p:nvPr/>
        </p:nvSpPr>
        <p:spPr>
          <a:xfrm>
            <a:off x="6322438" y="5767907"/>
            <a:ext cx="156047" cy="106395"/>
          </a:xfrm>
          <a:prstGeom prst="ellipse">
            <a:avLst/>
          </a:prstGeom>
          <a:solidFill>
            <a:srgbClr val="EDAF83"/>
          </a:solidFill>
          <a:ln w="2858">
            <a:solidFill>
              <a:srgbClr val="D98F6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48" name="slide3-tech-069-dermal-cell">
            <a:extLst>
              <a:ext uri="{FF2B5EF4-FFF2-40B4-BE49-F238E27FC236}">
                <a16:creationId xmlns:a16="http://schemas.microsoft.com/office/drawing/2014/main" id="{B0C0BF86-95A2-4729-99F6-CEC877F5910B}"/>
              </a:ext>
            </a:extLst>
          </p:cNvPr>
          <p:cNvSpPr>
            <a:spLocks noGrp="1"/>
          </p:cNvSpPr>
          <p:nvPr/>
        </p:nvSpPr>
        <p:spPr>
          <a:xfrm>
            <a:off x="6584880" y="5725349"/>
            <a:ext cx="156047" cy="106395"/>
          </a:xfrm>
          <a:prstGeom prst="ellipse">
            <a:avLst/>
          </a:prstGeom>
          <a:solidFill>
            <a:srgbClr val="EDAF83"/>
          </a:solidFill>
          <a:ln w="2858">
            <a:solidFill>
              <a:srgbClr val="D98F64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49" name="slide3-tech-070-pore-opening">
            <a:extLst>
              <a:ext uri="{FF2B5EF4-FFF2-40B4-BE49-F238E27FC236}">
                <a16:creationId xmlns:a16="http://schemas.microsoft.com/office/drawing/2014/main" id="{C7EA3E02-8006-475D-BD7E-0257D98F04AD}"/>
              </a:ext>
            </a:extLst>
          </p:cNvPr>
          <p:cNvSpPr>
            <a:spLocks noGrp="1"/>
          </p:cNvSpPr>
          <p:nvPr/>
        </p:nvSpPr>
        <p:spPr>
          <a:xfrm rot="10800000">
            <a:off x="6024247" y="5299767"/>
            <a:ext cx="219884" cy="156047"/>
          </a:xfrm>
          <a:prstGeom prst="trapezoid">
            <a:avLst/>
          </a:prstGeom>
          <a:solidFill>
            <a:srgbClr val="FFF7EF"/>
          </a:solidFill>
          <a:ln w="4286">
            <a:solidFill>
              <a:srgbClr val="E3A370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50" name="slide3-tech-071-pore-channel">
            <a:extLst>
              <a:ext uri="{FF2B5EF4-FFF2-40B4-BE49-F238E27FC236}">
                <a16:creationId xmlns:a16="http://schemas.microsoft.com/office/drawing/2014/main" id="{5ED36496-1400-4109-ADD4-687F27DFD2F3}"/>
              </a:ext>
            </a:extLst>
          </p:cNvPr>
          <p:cNvSpPr>
            <a:spLocks noGrp="1"/>
          </p:cNvSpPr>
          <p:nvPr/>
        </p:nvSpPr>
        <p:spPr>
          <a:xfrm>
            <a:off x="6073899" y="5427442"/>
            <a:ext cx="120581" cy="276628"/>
          </a:xfrm>
          <a:prstGeom prst="roundRect">
            <a:avLst>
              <a:gd name="adj" fmla="val 47059"/>
            </a:avLst>
          </a:prstGeom>
          <a:solidFill>
            <a:srgbClr val="F4D3B6"/>
          </a:solidFill>
          <a:ln w="4286">
            <a:solidFill>
              <a:srgbClr val="E3A370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51" name="slide3-tech-072-dispersed-residue">
            <a:extLst>
              <a:ext uri="{FF2B5EF4-FFF2-40B4-BE49-F238E27FC236}">
                <a16:creationId xmlns:a16="http://schemas.microsoft.com/office/drawing/2014/main" id="{E372D86D-D013-4571-9DAE-5F07B560497C}"/>
              </a:ext>
            </a:extLst>
          </p:cNvPr>
          <p:cNvSpPr>
            <a:spLocks noGrp="1"/>
          </p:cNvSpPr>
          <p:nvPr/>
        </p:nvSpPr>
        <p:spPr>
          <a:xfrm>
            <a:off x="6073899" y="5363605"/>
            <a:ext cx="56744" cy="56744"/>
          </a:xfrm>
          <a:prstGeom prst="ellipse">
            <a:avLst/>
          </a:prstGeom>
          <a:solidFill>
            <a:srgbClr val="7B746A"/>
          </a:solidFill>
          <a:ln w="2381">
            <a:solidFill>
              <a:srgbClr val="514F49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52" name="slide3-tech-073-dispersed-residue">
            <a:extLst>
              <a:ext uri="{FF2B5EF4-FFF2-40B4-BE49-F238E27FC236}">
                <a16:creationId xmlns:a16="http://schemas.microsoft.com/office/drawing/2014/main" id="{FFEB8C86-40BA-47F5-8F37-ADCE7A47C967}"/>
              </a:ext>
            </a:extLst>
          </p:cNvPr>
          <p:cNvSpPr>
            <a:spLocks noGrp="1"/>
          </p:cNvSpPr>
          <p:nvPr/>
        </p:nvSpPr>
        <p:spPr>
          <a:xfrm>
            <a:off x="6130643" y="5434535"/>
            <a:ext cx="49651" cy="49651"/>
          </a:xfrm>
          <a:prstGeom prst="ellipse">
            <a:avLst/>
          </a:prstGeom>
          <a:solidFill>
            <a:srgbClr val="7B746A"/>
          </a:solidFill>
          <a:ln w="2381">
            <a:solidFill>
              <a:srgbClr val="514F49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53" name="slide3-tech-074-dispersed-residue">
            <a:extLst>
              <a:ext uri="{FF2B5EF4-FFF2-40B4-BE49-F238E27FC236}">
                <a16:creationId xmlns:a16="http://schemas.microsoft.com/office/drawing/2014/main" id="{F89F234A-A62F-443D-B51C-D112A07BBBA7}"/>
              </a:ext>
            </a:extLst>
          </p:cNvPr>
          <p:cNvSpPr>
            <a:spLocks noGrp="1"/>
          </p:cNvSpPr>
          <p:nvPr/>
        </p:nvSpPr>
        <p:spPr>
          <a:xfrm>
            <a:off x="6080992" y="5519651"/>
            <a:ext cx="42558" cy="42558"/>
          </a:xfrm>
          <a:prstGeom prst="ellipse">
            <a:avLst/>
          </a:prstGeom>
          <a:solidFill>
            <a:srgbClr val="7B746A"/>
          </a:solidFill>
          <a:ln w="2381">
            <a:solidFill>
              <a:srgbClr val="514F49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54" name="slide3-tech-075-dispersed-residue">
            <a:extLst>
              <a:ext uri="{FF2B5EF4-FFF2-40B4-BE49-F238E27FC236}">
                <a16:creationId xmlns:a16="http://schemas.microsoft.com/office/drawing/2014/main" id="{CE7CA285-B90C-48DD-9466-DFBFFF1E26D6}"/>
              </a:ext>
            </a:extLst>
          </p:cNvPr>
          <p:cNvSpPr>
            <a:spLocks noGrp="1"/>
          </p:cNvSpPr>
          <p:nvPr/>
        </p:nvSpPr>
        <p:spPr>
          <a:xfrm>
            <a:off x="6144829" y="5576395"/>
            <a:ext cx="49651" cy="49651"/>
          </a:xfrm>
          <a:prstGeom prst="ellipse">
            <a:avLst/>
          </a:prstGeom>
          <a:solidFill>
            <a:srgbClr val="7B746A"/>
          </a:solidFill>
          <a:ln w="2381">
            <a:solidFill>
              <a:srgbClr val="514F49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55" name="slide3-tech-076-dispersed-residue">
            <a:extLst>
              <a:ext uri="{FF2B5EF4-FFF2-40B4-BE49-F238E27FC236}">
                <a16:creationId xmlns:a16="http://schemas.microsoft.com/office/drawing/2014/main" id="{ACCCDBD4-8179-4E31-98E3-032C5A1D12B5}"/>
              </a:ext>
            </a:extLst>
          </p:cNvPr>
          <p:cNvSpPr>
            <a:spLocks noGrp="1"/>
          </p:cNvSpPr>
          <p:nvPr/>
        </p:nvSpPr>
        <p:spPr>
          <a:xfrm>
            <a:off x="6102271" y="5647326"/>
            <a:ext cx="35465" cy="35465"/>
          </a:xfrm>
          <a:prstGeom prst="ellipse">
            <a:avLst/>
          </a:prstGeom>
          <a:solidFill>
            <a:srgbClr val="7B746A"/>
          </a:solidFill>
          <a:ln w="2381">
            <a:solidFill>
              <a:srgbClr val="514F49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56" name="slide3-tech-077-kaolin-particle">
            <a:extLst>
              <a:ext uri="{FF2B5EF4-FFF2-40B4-BE49-F238E27FC236}">
                <a16:creationId xmlns:a16="http://schemas.microsoft.com/office/drawing/2014/main" id="{5B666FFE-F8D3-4A91-BA9A-CC8C47D86E9F}"/>
              </a:ext>
            </a:extLst>
          </p:cNvPr>
          <p:cNvSpPr>
            <a:spLocks noGrp="1"/>
          </p:cNvSpPr>
          <p:nvPr/>
        </p:nvSpPr>
        <p:spPr>
          <a:xfrm rot="720000">
            <a:off x="5967503" y="5313953"/>
            <a:ext cx="70930" cy="59581"/>
          </a:xfrm>
          <a:prstGeom prst="hexagon">
            <a:avLst/>
          </a:prstGeom>
          <a:solidFill>
            <a:srgbClr val="DDE8D6"/>
          </a:solidFill>
          <a:ln w="6191">
            <a:solidFill>
              <a:srgbClr val="7F9D77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57" name="slide3-tech-078-kaolin-particle">
            <a:extLst>
              <a:ext uri="{FF2B5EF4-FFF2-40B4-BE49-F238E27FC236}">
                <a16:creationId xmlns:a16="http://schemas.microsoft.com/office/drawing/2014/main" id="{03EE8FBF-8308-4DA7-95CC-1DBBF8DBB38A}"/>
              </a:ext>
            </a:extLst>
          </p:cNvPr>
          <p:cNvSpPr>
            <a:spLocks noGrp="1"/>
          </p:cNvSpPr>
          <p:nvPr/>
        </p:nvSpPr>
        <p:spPr>
          <a:xfrm rot="-900000">
            <a:off x="6194480" y="5349419"/>
            <a:ext cx="63837" cy="53623"/>
          </a:xfrm>
          <a:prstGeom prst="hexagon">
            <a:avLst/>
          </a:prstGeom>
          <a:solidFill>
            <a:srgbClr val="DDE8D6"/>
          </a:solidFill>
          <a:ln w="6191">
            <a:solidFill>
              <a:srgbClr val="7F9D77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58" name="slide3-tech-079-kaolin-particle">
            <a:extLst>
              <a:ext uri="{FF2B5EF4-FFF2-40B4-BE49-F238E27FC236}">
                <a16:creationId xmlns:a16="http://schemas.microsoft.com/office/drawing/2014/main" id="{028391A4-7B9C-4FD6-A8AF-C3AB8E29E846}"/>
              </a:ext>
            </a:extLst>
          </p:cNvPr>
          <p:cNvSpPr>
            <a:spLocks noGrp="1"/>
          </p:cNvSpPr>
          <p:nvPr/>
        </p:nvSpPr>
        <p:spPr>
          <a:xfrm rot="1200000">
            <a:off x="5974596" y="5470000"/>
            <a:ext cx="70930" cy="59581"/>
          </a:xfrm>
          <a:prstGeom prst="hexagon">
            <a:avLst/>
          </a:prstGeom>
          <a:solidFill>
            <a:srgbClr val="DDE8D6"/>
          </a:solidFill>
          <a:ln w="6191">
            <a:solidFill>
              <a:srgbClr val="7F9D77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59" name="slide3-tech-080-kaolin-particle">
            <a:extLst>
              <a:ext uri="{FF2B5EF4-FFF2-40B4-BE49-F238E27FC236}">
                <a16:creationId xmlns:a16="http://schemas.microsoft.com/office/drawing/2014/main" id="{1618C4EB-2F12-40DE-8BC9-BF64011EBA38}"/>
              </a:ext>
            </a:extLst>
          </p:cNvPr>
          <p:cNvSpPr>
            <a:spLocks noGrp="1"/>
          </p:cNvSpPr>
          <p:nvPr/>
        </p:nvSpPr>
        <p:spPr>
          <a:xfrm rot="-1200000">
            <a:off x="6194480" y="5512558"/>
            <a:ext cx="63837" cy="53623"/>
          </a:xfrm>
          <a:prstGeom prst="hexagon">
            <a:avLst/>
          </a:prstGeom>
          <a:solidFill>
            <a:srgbClr val="DDE8D6"/>
          </a:solidFill>
          <a:ln w="6191">
            <a:solidFill>
              <a:srgbClr val="7F9D77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860" name="slide3-tech-081-kaolin-particle">
            <a:extLst>
              <a:ext uri="{FF2B5EF4-FFF2-40B4-BE49-F238E27FC236}">
                <a16:creationId xmlns:a16="http://schemas.microsoft.com/office/drawing/2014/main" id="{7BEAAB18-2A7E-48F5-A157-627952E35342}"/>
              </a:ext>
            </a:extLst>
          </p:cNvPr>
          <p:cNvSpPr>
            <a:spLocks noGrp="1"/>
          </p:cNvSpPr>
          <p:nvPr/>
        </p:nvSpPr>
        <p:spPr>
          <a:xfrm rot="480000">
            <a:off x="6010061" y="5626047"/>
            <a:ext cx="63837" cy="53623"/>
          </a:xfrm>
          <a:prstGeom prst="hexagon">
            <a:avLst/>
          </a:prstGeom>
          <a:solidFill>
            <a:srgbClr val="DDE8D6"/>
          </a:solidFill>
          <a:ln w="6191">
            <a:solidFill>
              <a:srgbClr val="7F9D77"/>
            </a:solidFill>
            <a:prstDash val="solid"/>
          </a:ln>
        </p:spPr>
        <p:txBody>
          <a:bodyPr/>
          <a:lstStyle/>
          <a:p>
            <a:endParaRPr sz="447"/>
          </a:p>
        </p:txBody>
      </p:sp>
      <p:sp>
        <p:nvSpPr>
          <p:cNvPr id="906" name="slide3-tech-127-oil-callout">
            <a:extLst>
              <a:ext uri="{FF2B5EF4-FFF2-40B4-BE49-F238E27FC236}">
                <a16:creationId xmlns:a16="http://schemas.microsoft.com/office/drawing/2014/main" id="{49777ED9-E60D-4083-98C9-08C94C9569D3}"/>
              </a:ext>
            </a:extLst>
          </p:cNvPr>
          <p:cNvSpPr>
            <a:spLocks noGrp="1"/>
          </p:cNvSpPr>
          <p:nvPr/>
        </p:nvSpPr>
        <p:spPr>
          <a:xfrm>
            <a:off x="3785365" y="5876694"/>
            <a:ext cx="616808" cy="1322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514" b="1">
                <a:solidFill>
                  <a:srgbClr val="295D4B"/>
                </a:solidFill>
                <a:latin typeface="Paperlogy"/>
                <a:ea typeface="Paperlogy"/>
                <a:cs typeface="Paperlogy"/>
              </a:defRPr>
            </a:pPr>
            <a:r>
              <a:rPr sz="500" b="1" dirty="0" err="1">
                <a:solidFill>
                  <a:srgbClr val="295D4B"/>
                </a:solidFill>
                <a:latin typeface="페이퍼로지 4 Regular" pitchFamily="2" charset="-127"/>
                <a:ea typeface="페이퍼로지 4 Regular" pitchFamily="2" charset="-127"/>
                <a:cs typeface="페이퍼로지 6 SemiBold"/>
              </a:rPr>
              <a:t>식물성</a:t>
            </a:r>
            <a:r>
              <a:rPr sz="500" b="1" dirty="0">
                <a:solidFill>
                  <a:srgbClr val="295D4B"/>
                </a:solidFill>
                <a:latin typeface="페이퍼로지 4 Regular" pitchFamily="2" charset="-127"/>
                <a:ea typeface="페이퍼로지 4 Regular" pitchFamily="2" charset="-127"/>
                <a:cs typeface="페이퍼로지 6 SemiBold"/>
              </a:rPr>
              <a:t> </a:t>
            </a:r>
            <a:r>
              <a:rPr sz="500" b="1" dirty="0" err="1">
                <a:solidFill>
                  <a:srgbClr val="295D4B"/>
                </a:solidFill>
                <a:latin typeface="페이퍼로지 4 Regular" pitchFamily="2" charset="-127"/>
                <a:ea typeface="페이퍼로지 4 Regular" pitchFamily="2" charset="-127"/>
                <a:cs typeface="페이퍼로지 6 SemiBold"/>
              </a:rPr>
              <a:t>오일상</a:t>
            </a:r>
            <a:endParaRPr sz="500" b="1" dirty="0">
              <a:solidFill>
                <a:srgbClr val="295D4B"/>
              </a:solidFill>
              <a:latin typeface="페이퍼로지 4 Regular" pitchFamily="2" charset="-127"/>
              <a:ea typeface="페이퍼로지 4 Regular" pitchFamily="2" charset="-127"/>
              <a:cs typeface="페이퍼로지 6 SemiBold"/>
            </a:endParaRPr>
          </a:p>
        </p:txBody>
      </p:sp>
      <p:sp>
        <p:nvSpPr>
          <p:cNvPr id="907" name="slide3-tech-128-oil-detail">
            <a:extLst>
              <a:ext uri="{FF2B5EF4-FFF2-40B4-BE49-F238E27FC236}">
                <a16:creationId xmlns:a16="http://schemas.microsoft.com/office/drawing/2014/main" id="{5BB5F1CF-7D19-4026-82FE-D3FCB37FC0F1}"/>
              </a:ext>
            </a:extLst>
          </p:cNvPr>
          <p:cNvSpPr>
            <a:spLocks noGrp="1"/>
          </p:cNvSpPr>
          <p:nvPr/>
        </p:nvSpPr>
        <p:spPr>
          <a:xfrm>
            <a:off x="3790239" y="5983081"/>
            <a:ext cx="1305116" cy="9220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491" b="0">
                <a:solidFill>
                  <a:srgbClr val="71817A"/>
                </a:solidFill>
                <a:latin typeface="Paperlogy"/>
                <a:ea typeface="Paperlogy"/>
                <a:cs typeface="Paperlogy"/>
              </a:defRPr>
            </a:pPr>
            <a:r>
              <a:rPr sz="500" b="0" dirty="0" err="1">
                <a:solidFill>
                  <a:srgbClr val="71817A"/>
                </a:solidFill>
                <a:latin typeface="페이퍼로지 4 Regular" pitchFamily="2" charset="-127"/>
                <a:ea typeface="페이퍼로지 4 Regular" pitchFamily="2" charset="-127"/>
                <a:cs typeface="페이퍼로지 4 Regular"/>
              </a:rPr>
              <a:t>유성</a:t>
            </a:r>
            <a:r>
              <a:rPr sz="500" b="0" dirty="0">
                <a:solidFill>
                  <a:srgbClr val="71817A"/>
                </a:solidFill>
                <a:latin typeface="페이퍼로지 4 Regular" pitchFamily="2" charset="-127"/>
                <a:ea typeface="페이퍼로지 4 Regular" pitchFamily="2" charset="-127"/>
                <a:cs typeface="페이퍼로지 4 Regular"/>
              </a:rPr>
              <a:t> </a:t>
            </a:r>
            <a:r>
              <a:rPr sz="500" b="0" dirty="0" err="1">
                <a:solidFill>
                  <a:srgbClr val="71817A"/>
                </a:solidFill>
                <a:latin typeface="페이퍼로지 4 Regular" pitchFamily="2" charset="-127"/>
                <a:ea typeface="페이퍼로지 4 Regular" pitchFamily="2" charset="-127"/>
                <a:cs typeface="페이퍼로지 4 Regular"/>
              </a:rPr>
              <a:t>잔여물을</a:t>
            </a:r>
            <a:r>
              <a:rPr sz="500" b="0" dirty="0">
                <a:solidFill>
                  <a:srgbClr val="71817A"/>
                </a:solidFill>
                <a:latin typeface="페이퍼로지 4 Regular" pitchFamily="2" charset="-127"/>
                <a:ea typeface="페이퍼로지 4 Regular" pitchFamily="2" charset="-127"/>
                <a:cs typeface="페이퍼로지 4 Regular"/>
              </a:rPr>
              <a:t> </a:t>
            </a:r>
            <a:r>
              <a:rPr sz="500" b="0" dirty="0" err="1">
                <a:solidFill>
                  <a:srgbClr val="71817A"/>
                </a:solidFill>
                <a:latin typeface="페이퍼로지 4 Regular" pitchFamily="2" charset="-127"/>
                <a:ea typeface="페이퍼로지 4 Regular" pitchFamily="2" charset="-127"/>
                <a:cs typeface="페이퍼로지 4 Regular"/>
              </a:rPr>
              <a:t>느슨하게</a:t>
            </a:r>
            <a:r>
              <a:rPr sz="500" b="0" dirty="0">
                <a:solidFill>
                  <a:srgbClr val="71817A"/>
                </a:solidFill>
                <a:latin typeface="페이퍼로지 4 Regular" pitchFamily="2" charset="-127"/>
                <a:ea typeface="페이퍼로지 4 Regular" pitchFamily="2" charset="-127"/>
                <a:cs typeface="페이퍼로지 4 Regular"/>
              </a:rPr>
              <a:t> </a:t>
            </a:r>
            <a:r>
              <a:rPr sz="500" b="0" dirty="0" err="1">
                <a:solidFill>
                  <a:srgbClr val="71817A"/>
                </a:solidFill>
                <a:latin typeface="페이퍼로지 4 Regular" pitchFamily="2" charset="-127"/>
                <a:ea typeface="페이퍼로지 4 Regular" pitchFamily="2" charset="-127"/>
                <a:cs typeface="페이퍼로지 4 Regular"/>
              </a:rPr>
              <a:t>분산</a:t>
            </a:r>
            <a:endParaRPr sz="500" b="0" dirty="0">
              <a:solidFill>
                <a:srgbClr val="71817A"/>
              </a:solidFill>
              <a:latin typeface="페이퍼로지 4 Regular" pitchFamily="2" charset="-127"/>
              <a:ea typeface="페이퍼로지 4 Regular" pitchFamily="2" charset="-127"/>
              <a:cs typeface="페이퍼로지 4 Regular"/>
            </a:endParaRPr>
          </a:p>
        </p:txBody>
      </p:sp>
      <p:sp>
        <p:nvSpPr>
          <p:cNvPr id="908" name="slide3-tech-129-mineral-callout">
            <a:extLst>
              <a:ext uri="{FF2B5EF4-FFF2-40B4-BE49-F238E27FC236}">
                <a16:creationId xmlns:a16="http://schemas.microsoft.com/office/drawing/2014/main" id="{3F8653B4-FD9F-4608-B92E-2D782B75DE46}"/>
              </a:ext>
            </a:extLst>
          </p:cNvPr>
          <p:cNvSpPr>
            <a:spLocks noGrp="1"/>
          </p:cNvSpPr>
          <p:nvPr/>
        </p:nvSpPr>
        <p:spPr>
          <a:xfrm>
            <a:off x="5407438" y="5890871"/>
            <a:ext cx="815698" cy="9930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514" b="1">
                <a:solidFill>
                  <a:srgbClr val="295D4B"/>
                </a:solidFill>
                <a:latin typeface="Paperlogy"/>
                <a:ea typeface="Paperlogy"/>
                <a:cs typeface="Paperlogy"/>
              </a:defRPr>
            </a:pPr>
            <a:r>
              <a:rPr sz="500" b="1">
                <a:solidFill>
                  <a:srgbClr val="295D4B"/>
                </a:solidFill>
                <a:latin typeface="페이퍼로지 4 Regular" pitchFamily="2" charset="-127"/>
                <a:ea typeface="페이퍼로지 4 Regular" pitchFamily="2" charset="-127"/>
                <a:cs typeface="페이퍼로지 6 SemiBold"/>
              </a:rPr>
              <a:t>다공성 흡착 네트워크</a:t>
            </a:r>
          </a:p>
        </p:txBody>
      </p:sp>
      <p:sp>
        <p:nvSpPr>
          <p:cNvPr id="909" name="slide3-tech-130-mineral-detail">
            <a:extLst>
              <a:ext uri="{FF2B5EF4-FFF2-40B4-BE49-F238E27FC236}">
                <a16:creationId xmlns:a16="http://schemas.microsoft.com/office/drawing/2014/main" id="{58271F79-A1E0-46E3-A606-E4E827407346}"/>
              </a:ext>
            </a:extLst>
          </p:cNvPr>
          <p:cNvSpPr>
            <a:spLocks noGrp="1"/>
          </p:cNvSpPr>
          <p:nvPr/>
        </p:nvSpPr>
        <p:spPr>
          <a:xfrm>
            <a:off x="5407438" y="5983081"/>
            <a:ext cx="1312209" cy="9220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475" b="0">
                <a:solidFill>
                  <a:srgbClr val="71817A"/>
                </a:solidFill>
                <a:latin typeface="Paperlogy"/>
                <a:ea typeface="Paperlogy"/>
                <a:cs typeface="Paperlogy"/>
              </a:defRPr>
            </a:pPr>
            <a:r>
              <a:rPr sz="500" b="0">
                <a:solidFill>
                  <a:srgbClr val="71817A"/>
                </a:solidFill>
                <a:latin typeface="페이퍼로지 4 Regular" pitchFamily="2" charset="-127"/>
                <a:ea typeface="페이퍼로지 4 Regular" pitchFamily="2" charset="-127"/>
                <a:cs typeface="페이퍼로지 4 Regular"/>
              </a:rPr>
              <a:t>분산된 잔여물의 재부착 방지 보조</a:t>
            </a:r>
          </a:p>
        </p:txBody>
      </p:sp>
      <p:cxnSp>
        <p:nvCxnSpPr>
          <p:cNvPr id="8" name="mechanism-photo-divider">
            <a:extLst>
              <a:ext uri="{FF2B5EF4-FFF2-40B4-BE49-F238E27FC236}">
                <a16:creationId xmlns:a16="http://schemas.microsoft.com/office/drawing/2014/main" id="{9D09392E-EFE7-2619-FF9B-7CB1AFD0FD91}"/>
              </a:ext>
            </a:extLst>
          </p:cNvPr>
          <p:cNvCxnSpPr/>
          <p:nvPr/>
        </p:nvCxnSpPr>
        <p:spPr>
          <a:xfrm>
            <a:off x="7166980" y="4895325"/>
            <a:ext cx="0" cy="1149350"/>
          </a:xfrm>
          <a:prstGeom prst="line">
            <a:avLst/>
          </a:prstGeom>
          <a:ln w="8890">
            <a:solidFill>
              <a:srgbClr val="315F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mechanism-nose-sequence-original-order">
            <a:extLst>
              <a:ext uri="{FF2B5EF4-FFF2-40B4-BE49-F238E27FC236}">
                <a16:creationId xmlns:a16="http://schemas.microsoft.com/office/drawing/2014/main" id="{73568D55-C8FB-2385-AB28-0BCCC52353D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634" y="4845368"/>
            <a:ext cx="2148840" cy="1206706"/>
          </a:xfrm>
          <a:prstGeom prst="rect">
            <a:avLst/>
          </a:prstGeom>
        </p:spPr>
      </p:pic>
      <p:sp>
        <p:nvSpPr>
          <p:cNvPr id="20" name="technology-section-title">
            <a:extLst>
              <a:ext uri="{FF2B5EF4-FFF2-40B4-BE49-F238E27FC236}">
                <a16:creationId xmlns:a16="http://schemas.microsoft.com/office/drawing/2014/main" id="{0A78BFD3-F65D-343C-3599-E2B0163F3228}"/>
              </a:ext>
            </a:extLst>
          </p:cNvPr>
          <p:cNvSpPr>
            <a:spLocks noGrp="1"/>
          </p:cNvSpPr>
          <p:nvPr/>
        </p:nvSpPr>
        <p:spPr>
          <a:xfrm>
            <a:off x="7534518" y="4475580"/>
            <a:ext cx="2388994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en-US" sz="1125" dirty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rPr>
              <a:t>BEFORE</a:t>
            </a:r>
            <a:r>
              <a:rPr sz="1125" b="0" dirty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rPr>
              <a:t> &amp; </a:t>
            </a:r>
            <a:r>
              <a:rPr lang="en-US" sz="1125" dirty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rPr>
              <a:t>AFTER</a:t>
            </a:r>
            <a:endParaRPr sz="1125" b="0" dirty="0">
              <a:solidFill>
                <a:srgbClr val="47A0AC"/>
              </a:solidFill>
              <a:latin typeface="Paperlogy 7 Bold"/>
              <a:ea typeface="Paperlogy 7 Bold"/>
              <a:cs typeface="Paperlogy 7 Bold"/>
            </a:endParaRPr>
          </a:p>
        </p:txBody>
      </p:sp>
    </p:spTree>
    <p:extLst>
      <p:ext uri="{BB962C8B-B14F-4D97-AF65-F5344CB8AC3E}">
        <p14:creationId xmlns:p14="http://schemas.microsoft.com/office/powerpoint/2010/main" val="2513183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2371B-1114-899F-6D93-22C034115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outer-border">
            <a:extLst>
              <a:ext uri="{FF2B5EF4-FFF2-40B4-BE49-F238E27FC236}">
                <a16:creationId xmlns:a16="http://schemas.microsoft.com/office/drawing/2014/main" id="{EF0040D6-3C82-17A3-5BBA-1AB02AB6EE88}"/>
              </a:ext>
            </a:extLst>
          </p:cNvPr>
          <p:cNvSpPr>
            <a:spLocks noGrp="1"/>
          </p:cNvSpPr>
          <p:nvPr/>
        </p:nvSpPr>
        <p:spPr>
          <a:xfrm>
            <a:off x="100238" y="105000"/>
            <a:ext cx="10491525" cy="7350000"/>
          </a:xfrm>
          <a:prstGeom prst="rect">
            <a:avLst/>
          </a:prstGeom>
          <a:noFill/>
          <a:ln w="10478">
            <a:solidFill>
              <a:srgbClr val="D6E7E3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27" name="그림 67">
            <a:extLst>
              <a:ext uri="{FF2B5EF4-FFF2-40B4-BE49-F238E27FC236}">
                <a16:creationId xmlns:a16="http://schemas.microsoft.com/office/drawing/2014/main" id="{B9EEC7B3-26E4-1790-3608-F7B73CFBF1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" r="27"/>
          <a:stretch/>
        </p:blipFill>
        <p:spPr>
          <a:xfrm>
            <a:off x="100238" y="105000"/>
            <a:ext cx="3341250" cy="7350000"/>
          </a:xfrm>
          <a:prstGeom prst="rect">
            <a:avLst/>
          </a:prstGeom>
        </p:spPr>
      </p:pic>
      <p:sp>
        <p:nvSpPr>
          <p:cNvPr id="3" name="image-panel-divider">
            <a:extLst>
              <a:ext uri="{FF2B5EF4-FFF2-40B4-BE49-F238E27FC236}">
                <a16:creationId xmlns:a16="http://schemas.microsoft.com/office/drawing/2014/main" id="{39F311AC-A66A-BBDF-B7AE-9A52D49D7747}"/>
              </a:ext>
            </a:extLst>
          </p:cNvPr>
          <p:cNvSpPr>
            <a:spLocks noGrp="1"/>
          </p:cNvSpPr>
          <p:nvPr/>
        </p:nvSpPr>
        <p:spPr>
          <a:xfrm>
            <a:off x="3441488" y="105000"/>
            <a:ext cx="0" cy="7350000"/>
          </a:xfrm>
          <a:prstGeom prst="line">
            <a:avLst/>
          </a:prstGeom>
          <a:noFill/>
          <a:ln w="19050">
            <a:solidFill>
              <a:srgbClr val="2465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left-title-panel">
            <a:extLst>
              <a:ext uri="{FF2B5EF4-FFF2-40B4-BE49-F238E27FC236}">
                <a16:creationId xmlns:a16="http://schemas.microsoft.com/office/drawing/2014/main" id="{F9B061E6-666B-F674-22BD-D8649594E6F3}"/>
              </a:ext>
            </a:extLst>
          </p:cNvPr>
          <p:cNvSpPr>
            <a:spLocks noGrp="1"/>
          </p:cNvSpPr>
          <p:nvPr/>
        </p:nvSpPr>
        <p:spPr>
          <a:xfrm>
            <a:off x="250594" y="294000"/>
            <a:ext cx="2923594" cy="1848000"/>
          </a:xfrm>
          <a:prstGeom prst="rect">
            <a:avLst/>
          </a:prstGeom>
          <a:solidFill>
            <a:srgbClr val="F1F6F1"/>
          </a:solidFill>
          <a:ln w="7620">
            <a:solidFill>
              <a:srgbClr val="A6C8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left-product-title">
            <a:extLst>
              <a:ext uri="{FF2B5EF4-FFF2-40B4-BE49-F238E27FC236}">
                <a16:creationId xmlns:a16="http://schemas.microsoft.com/office/drawing/2014/main" id="{25E342DB-182D-1499-7FD7-838EEFDFA96D}"/>
              </a:ext>
            </a:extLst>
          </p:cNvPr>
          <p:cNvSpPr>
            <a:spLocks noGrp="1"/>
          </p:cNvSpPr>
          <p:nvPr/>
        </p:nvSpPr>
        <p:spPr>
          <a:xfrm>
            <a:off x="434363" y="808500"/>
            <a:ext cx="2422406" cy="77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buNone/>
              <a:defRPr sz="2250" b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2100" dirty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워터 젤 </a:t>
            </a:r>
            <a:endParaRPr lang="en-US" altLang="ko-KR" sz="2100" dirty="0">
              <a:solidFill>
                <a:srgbClr val="26362F"/>
              </a:solidFill>
              <a:latin typeface="Paperlogy 7 Bold"/>
              <a:ea typeface="Paperlogy 7 Bold"/>
              <a:cs typeface="Paperlogy 7 Bold"/>
            </a:endParaRPr>
          </a:p>
          <a:p>
            <a:pPr algn="l">
              <a:lnSpc>
                <a:spcPct val="92000"/>
              </a:lnSpc>
              <a:buNone/>
              <a:defRPr sz="2250" b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2100" b="0" dirty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캡슐 클렌저</a:t>
            </a:r>
            <a:endParaRPr sz="2100" b="0" dirty="0">
              <a:solidFill>
                <a:srgbClr val="26362F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6" name="left-title-rule">
            <a:extLst>
              <a:ext uri="{FF2B5EF4-FFF2-40B4-BE49-F238E27FC236}">
                <a16:creationId xmlns:a16="http://schemas.microsoft.com/office/drawing/2014/main" id="{7CB9D652-D315-870E-B64F-C186B703E064}"/>
              </a:ext>
            </a:extLst>
          </p:cNvPr>
          <p:cNvSpPr>
            <a:spLocks noGrp="1"/>
          </p:cNvSpPr>
          <p:nvPr/>
        </p:nvSpPr>
        <p:spPr>
          <a:xfrm>
            <a:off x="434363" y="1659000"/>
            <a:ext cx="517894" cy="0"/>
          </a:xfrm>
          <a:prstGeom prst="line">
            <a:avLst/>
          </a:prstGeom>
          <a:noFill/>
          <a:ln w="28575">
            <a:solidFill>
              <a:srgbClr val="2465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left-tagline">
            <a:extLst>
              <a:ext uri="{FF2B5EF4-FFF2-40B4-BE49-F238E27FC236}">
                <a16:creationId xmlns:a16="http://schemas.microsoft.com/office/drawing/2014/main" id="{627693CD-0305-D82B-5457-CD2B91D9BFFB}"/>
              </a:ext>
            </a:extLst>
          </p:cNvPr>
          <p:cNvSpPr>
            <a:spLocks noGrp="1"/>
          </p:cNvSpPr>
          <p:nvPr/>
        </p:nvSpPr>
        <p:spPr>
          <a:xfrm>
            <a:off x="434363" y="1774500"/>
            <a:ext cx="2388994" cy="23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altLang="ko-KR" sz="900" dirty="0">
                <a:solidFill>
                  <a:srgbClr val="24655B"/>
                </a:solidFill>
                <a:latin typeface="Paperlogy 5 Medium"/>
                <a:ea typeface="Paperlogy 5 Medium"/>
                <a:cs typeface="Paperlogy 5 Medium"/>
              </a:rPr>
              <a:t>Water Gel Capsule Cleanser</a:t>
            </a:r>
            <a:endParaRPr sz="900" b="0" dirty="0">
              <a:solidFill>
                <a:srgbClr val="24655B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8" name="left-info-outline">
            <a:extLst>
              <a:ext uri="{FF2B5EF4-FFF2-40B4-BE49-F238E27FC236}">
                <a16:creationId xmlns:a16="http://schemas.microsoft.com/office/drawing/2014/main" id="{A72F6774-AB83-593E-8336-41448F276F5B}"/>
              </a:ext>
            </a:extLst>
          </p:cNvPr>
          <p:cNvSpPr>
            <a:spLocks noGrp="1"/>
          </p:cNvSpPr>
          <p:nvPr/>
        </p:nvSpPr>
        <p:spPr>
          <a:xfrm>
            <a:off x="200475" y="6720000"/>
            <a:ext cx="3140775" cy="609000"/>
          </a:xfrm>
          <a:prstGeom prst="rect">
            <a:avLst/>
          </a:prstGeom>
          <a:solidFill>
            <a:srgbClr val="244B3B">
              <a:alpha val="36000"/>
            </a:srgbClr>
          </a:solidFill>
          <a:ln w="6191">
            <a:solidFill>
              <a:srgbClr val="E6EEE7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left-info-label-1">
            <a:extLst>
              <a:ext uri="{FF2B5EF4-FFF2-40B4-BE49-F238E27FC236}">
                <a16:creationId xmlns:a16="http://schemas.microsoft.com/office/drawing/2014/main" id="{E0D33DFD-20ED-F1C9-81A2-C8A7961A0F6F}"/>
              </a:ext>
            </a:extLst>
          </p:cNvPr>
          <p:cNvSpPr>
            <a:spLocks noGrp="1"/>
          </p:cNvSpPr>
          <p:nvPr/>
        </p:nvSpPr>
        <p:spPr>
          <a:xfrm>
            <a:off x="258947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LAB NO.</a:t>
            </a:r>
          </a:p>
        </p:txBody>
      </p:sp>
      <p:sp>
        <p:nvSpPr>
          <p:cNvPr id="10" name="left-info-value-1">
            <a:extLst>
              <a:ext uri="{FF2B5EF4-FFF2-40B4-BE49-F238E27FC236}">
                <a16:creationId xmlns:a16="http://schemas.microsoft.com/office/drawing/2014/main" id="{908FA54A-FE1C-06F3-23B7-7E97650B9204}"/>
              </a:ext>
            </a:extLst>
          </p:cNvPr>
          <p:cNvSpPr>
            <a:spLocks noGrp="1"/>
          </p:cNvSpPr>
          <p:nvPr/>
        </p:nvSpPr>
        <p:spPr>
          <a:xfrm>
            <a:off x="258947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#260914-1</a:t>
            </a:r>
          </a:p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#260914-2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1" name="left-info-label-2">
            <a:extLst>
              <a:ext uri="{FF2B5EF4-FFF2-40B4-BE49-F238E27FC236}">
                <a16:creationId xmlns:a16="http://schemas.microsoft.com/office/drawing/2014/main" id="{6FE37FF3-7B9F-ED35-7CBB-5010BD72FB72}"/>
              </a:ext>
            </a:extLst>
          </p:cNvPr>
          <p:cNvSpPr>
            <a:spLocks noGrp="1"/>
          </p:cNvSpPr>
          <p:nvPr/>
        </p:nvSpPr>
        <p:spPr>
          <a:xfrm>
            <a:off x="868725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기능성</a:t>
            </a:r>
          </a:p>
        </p:txBody>
      </p:sp>
      <p:sp>
        <p:nvSpPr>
          <p:cNvPr id="12" name="left-info-value-2">
            <a:extLst>
              <a:ext uri="{FF2B5EF4-FFF2-40B4-BE49-F238E27FC236}">
                <a16:creationId xmlns:a16="http://schemas.microsoft.com/office/drawing/2014/main" id="{0A424AE0-5B25-B84D-49D0-77927B8C1D40}"/>
              </a:ext>
            </a:extLst>
          </p:cNvPr>
          <p:cNvSpPr>
            <a:spLocks noGrp="1"/>
          </p:cNvSpPr>
          <p:nvPr/>
        </p:nvSpPr>
        <p:spPr>
          <a:xfrm>
            <a:off x="868725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비기능성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3" name="left-info-label-3">
            <a:extLst>
              <a:ext uri="{FF2B5EF4-FFF2-40B4-BE49-F238E27FC236}">
                <a16:creationId xmlns:a16="http://schemas.microsoft.com/office/drawing/2014/main" id="{222A1240-9749-F971-1855-1CFB8AD76453}"/>
              </a:ext>
            </a:extLst>
          </p:cNvPr>
          <p:cNvSpPr>
            <a:spLocks noGrp="1"/>
          </p:cNvSpPr>
          <p:nvPr/>
        </p:nvSpPr>
        <p:spPr>
          <a:xfrm>
            <a:off x="1478503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제형</a:t>
            </a:r>
          </a:p>
        </p:txBody>
      </p:sp>
      <p:sp>
        <p:nvSpPr>
          <p:cNvPr id="14" name="left-info-value-3">
            <a:extLst>
              <a:ext uri="{FF2B5EF4-FFF2-40B4-BE49-F238E27FC236}">
                <a16:creationId xmlns:a16="http://schemas.microsoft.com/office/drawing/2014/main" id="{9DBFCB52-C939-965A-F633-F1760F7960A6}"/>
              </a:ext>
            </a:extLst>
          </p:cNvPr>
          <p:cNvSpPr>
            <a:spLocks noGrp="1"/>
          </p:cNvSpPr>
          <p:nvPr/>
        </p:nvSpPr>
        <p:spPr>
          <a:xfrm>
            <a:off x="1478503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녹색 오일 비드</a:t>
            </a:r>
            <a:endParaRPr lang="en-US" altLang="ko-KR" sz="615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함유한 젤 상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5" name="left-info-label-4">
            <a:extLst>
              <a:ext uri="{FF2B5EF4-FFF2-40B4-BE49-F238E27FC236}">
                <a16:creationId xmlns:a16="http://schemas.microsoft.com/office/drawing/2014/main" id="{34301465-B870-EB8F-B520-BA1CA226BE8B}"/>
              </a:ext>
            </a:extLst>
          </p:cNvPr>
          <p:cNvSpPr>
            <a:spLocks noGrp="1"/>
          </p:cNvSpPr>
          <p:nvPr/>
        </p:nvSpPr>
        <p:spPr>
          <a:xfrm>
            <a:off x="2088281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제품군</a:t>
            </a:r>
          </a:p>
        </p:txBody>
      </p:sp>
      <p:sp>
        <p:nvSpPr>
          <p:cNvPr id="16" name="left-info-value-4">
            <a:extLst>
              <a:ext uri="{FF2B5EF4-FFF2-40B4-BE49-F238E27FC236}">
                <a16:creationId xmlns:a16="http://schemas.microsoft.com/office/drawing/2014/main" id="{B50A17C8-5F60-8509-459A-F803CD3FC953}"/>
              </a:ext>
            </a:extLst>
          </p:cNvPr>
          <p:cNvSpPr>
            <a:spLocks noGrp="1"/>
          </p:cNvSpPr>
          <p:nvPr/>
        </p:nvSpPr>
        <p:spPr>
          <a:xfrm>
            <a:off x="2088281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클렌저</a:t>
            </a:r>
          </a:p>
        </p:txBody>
      </p:sp>
      <p:sp>
        <p:nvSpPr>
          <p:cNvPr id="17" name="left-info-label-5">
            <a:extLst>
              <a:ext uri="{FF2B5EF4-FFF2-40B4-BE49-F238E27FC236}">
                <a16:creationId xmlns:a16="http://schemas.microsoft.com/office/drawing/2014/main" id="{0293C01D-063D-0856-086E-08AAF5BCFBDC}"/>
              </a:ext>
            </a:extLst>
          </p:cNvPr>
          <p:cNvSpPr>
            <a:spLocks noGrp="1"/>
          </p:cNvSpPr>
          <p:nvPr/>
        </p:nvSpPr>
        <p:spPr>
          <a:xfrm>
            <a:off x="2698059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패키지</a:t>
            </a:r>
          </a:p>
        </p:txBody>
      </p:sp>
      <p:sp>
        <p:nvSpPr>
          <p:cNvPr id="18" name="left-info-value-5">
            <a:extLst>
              <a:ext uri="{FF2B5EF4-FFF2-40B4-BE49-F238E27FC236}">
                <a16:creationId xmlns:a16="http://schemas.microsoft.com/office/drawing/2014/main" id="{0BA440EA-1389-93ED-9758-88E8A22FE6F7}"/>
              </a:ext>
            </a:extLst>
          </p:cNvPr>
          <p:cNvSpPr>
            <a:spLocks noGrp="1"/>
          </p:cNvSpPr>
          <p:nvPr/>
        </p:nvSpPr>
        <p:spPr>
          <a:xfrm>
            <a:off x="2698059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튜브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9" name="proposal-number">
            <a:extLst>
              <a:ext uri="{FF2B5EF4-FFF2-40B4-BE49-F238E27FC236}">
                <a16:creationId xmlns:a16="http://schemas.microsoft.com/office/drawing/2014/main" id="{92CDAAE3-AFD5-C5C1-2429-4FD6FE12BAD7}"/>
              </a:ext>
            </a:extLst>
          </p:cNvPr>
          <p:cNvSpPr>
            <a:spLocks noGrp="1"/>
          </p:cNvSpPr>
          <p:nvPr/>
        </p:nvSpPr>
        <p:spPr>
          <a:xfrm>
            <a:off x="9439031" y="336000"/>
            <a:ext cx="868725" cy="33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5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5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No. 0</a:t>
            </a:r>
            <a:r>
              <a:rPr lang="en-US" sz="150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6</a:t>
            </a:r>
            <a:endParaRPr sz="1500" b="0" dirty="0">
              <a:solidFill>
                <a:srgbClr val="315F4B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23" name="intro-accent-line">
            <a:extLst>
              <a:ext uri="{FF2B5EF4-FFF2-40B4-BE49-F238E27FC236}">
                <a16:creationId xmlns:a16="http://schemas.microsoft.com/office/drawing/2014/main" id="{AB4C2B0B-AA66-9D03-8D6B-20F6FCAE2D3E}"/>
              </a:ext>
            </a:extLst>
          </p:cNvPr>
          <p:cNvSpPr>
            <a:spLocks noGrp="1"/>
          </p:cNvSpPr>
          <p:nvPr/>
        </p:nvSpPr>
        <p:spPr>
          <a:xfrm>
            <a:off x="3742200" y="451500"/>
            <a:ext cx="0" cy="672000"/>
          </a:xfrm>
          <a:prstGeom prst="line">
            <a:avLst/>
          </a:prstGeom>
          <a:noFill/>
          <a:ln w="19050">
            <a:solidFill>
              <a:srgbClr val="2465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intro-title">
            <a:extLst>
              <a:ext uri="{FF2B5EF4-FFF2-40B4-BE49-F238E27FC236}">
                <a16:creationId xmlns:a16="http://schemas.microsoft.com/office/drawing/2014/main" id="{71658059-32FF-5AD9-DA55-CEB1CAE25A00}"/>
              </a:ext>
            </a:extLst>
          </p:cNvPr>
          <p:cNvSpPr>
            <a:spLocks noGrp="1"/>
          </p:cNvSpPr>
          <p:nvPr/>
        </p:nvSpPr>
        <p:spPr>
          <a:xfrm>
            <a:off x="3931537" y="532000"/>
            <a:ext cx="5178938" cy="5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1275" b="0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세정은 </a:t>
            </a:r>
            <a:r>
              <a:rPr lang="ko-KR" altLang="en-US" sz="1275" b="0" dirty="0" err="1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마일드하게</a:t>
            </a:r>
            <a:endParaRPr lang="en-US" altLang="ko-KR" sz="1275" b="0" dirty="0">
              <a:solidFill>
                <a:srgbClr val="26362F"/>
              </a:solidFill>
              <a:latin typeface="Paperlogy 5 Medium"/>
              <a:ea typeface="Paperlogy 5 Medium"/>
              <a:cs typeface="Paperlogy 5 Medium"/>
            </a:endParaRPr>
          </a:p>
          <a:p>
            <a:pPr algn="l">
              <a:lnSpc>
                <a:spcPct val="112000"/>
              </a:lnSpc>
              <a:buNone/>
              <a:defRPr sz="1275" b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클렌징 후 보습감은 촉촉하게</a:t>
            </a:r>
            <a:endParaRPr sz="1275" b="0" dirty="0">
              <a:solidFill>
                <a:srgbClr val="26362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26" name="concept-band">
            <a:extLst>
              <a:ext uri="{FF2B5EF4-FFF2-40B4-BE49-F238E27FC236}">
                <a16:creationId xmlns:a16="http://schemas.microsoft.com/office/drawing/2014/main" id="{42FD0890-118D-47E2-C5CD-4B2D7BAC18BB}"/>
              </a:ext>
            </a:extLst>
          </p:cNvPr>
          <p:cNvSpPr>
            <a:spLocks noGrp="1"/>
          </p:cNvSpPr>
          <p:nvPr/>
        </p:nvSpPr>
        <p:spPr>
          <a:xfrm>
            <a:off x="3441488" y="1343999"/>
            <a:ext cx="7150275" cy="3028825"/>
          </a:xfrm>
          <a:prstGeom prst="rect">
            <a:avLst/>
          </a:prstGeom>
          <a:solidFill>
            <a:srgbClr val="F1F6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concept-band-accent">
            <a:extLst>
              <a:ext uri="{FF2B5EF4-FFF2-40B4-BE49-F238E27FC236}">
                <a16:creationId xmlns:a16="http://schemas.microsoft.com/office/drawing/2014/main" id="{C43624C5-B4B7-E5F1-0C12-CAD1931D0A09}"/>
              </a:ext>
            </a:extLst>
          </p:cNvPr>
          <p:cNvSpPr>
            <a:spLocks noGrp="1"/>
          </p:cNvSpPr>
          <p:nvPr/>
        </p:nvSpPr>
        <p:spPr>
          <a:xfrm>
            <a:off x="3441488" y="1343999"/>
            <a:ext cx="83531" cy="3028825"/>
          </a:xfrm>
          <a:prstGeom prst="rect">
            <a:avLst/>
          </a:prstGeom>
          <a:solidFill>
            <a:srgbClr val="24655B"/>
          </a:solidFill>
          <a:ln w="0">
            <a:solidFill>
              <a:srgbClr val="24655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concept-title">
            <a:extLst>
              <a:ext uri="{FF2B5EF4-FFF2-40B4-BE49-F238E27FC236}">
                <a16:creationId xmlns:a16="http://schemas.microsoft.com/office/drawing/2014/main" id="{0CD3E7D9-7D51-8366-87D5-7F731781ED74}"/>
              </a:ext>
            </a:extLst>
          </p:cNvPr>
          <p:cNvSpPr>
            <a:spLocks noGrp="1"/>
          </p:cNvSpPr>
          <p:nvPr/>
        </p:nvSpPr>
        <p:spPr>
          <a:xfrm>
            <a:off x="3725494" y="1575000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dirty="0" err="1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탱글한</a:t>
            </a:r>
            <a:r>
              <a:rPr lang="ko-KR" altLang="en-US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 워터 젤의 </a:t>
            </a:r>
            <a:r>
              <a:rPr lang="ko-KR" altLang="en-US" dirty="0" err="1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마일드</a:t>
            </a:r>
            <a:r>
              <a:rPr lang="ko-KR" altLang="en-US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 클렌징</a:t>
            </a:r>
            <a:endParaRPr sz="1800" b="0" dirty="0">
              <a:solidFill>
                <a:srgbClr val="315F4B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29" name="concept-body">
            <a:extLst>
              <a:ext uri="{FF2B5EF4-FFF2-40B4-BE49-F238E27FC236}">
                <a16:creationId xmlns:a16="http://schemas.microsoft.com/office/drawing/2014/main" id="{BFE519A6-4E38-677E-FC2C-5FD8D68E2EE0}"/>
              </a:ext>
            </a:extLst>
          </p:cNvPr>
          <p:cNvSpPr>
            <a:spLocks noGrp="1"/>
          </p:cNvSpPr>
          <p:nvPr/>
        </p:nvSpPr>
        <p:spPr>
          <a:xfrm>
            <a:off x="3725494" y="2047500"/>
            <a:ext cx="6298256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피부에 부드럽게 펴 발리는 워터 젤 텍스처와 아미노산계 세정 성분을 적용해 편안한 데일리 클렌징을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돕습니다</a:t>
            </a:r>
            <a:r>
              <a:rPr lang="en-US" altLang="ko-KR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</a:t>
            </a:r>
            <a:endParaRPr sz="1050" b="0" dirty="0">
              <a:solidFill>
                <a:srgbClr val="26362F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30" name="technology-section-title">
            <a:extLst>
              <a:ext uri="{FF2B5EF4-FFF2-40B4-BE49-F238E27FC236}">
                <a16:creationId xmlns:a16="http://schemas.microsoft.com/office/drawing/2014/main" id="{4F3855E6-6411-D456-7355-32C750E5D06C}"/>
              </a:ext>
            </a:extLst>
          </p:cNvPr>
          <p:cNvSpPr>
            <a:spLocks noGrp="1"/>
          </p:cNvSpPr>
          <p:nvPr/>
        </p:nvSpPr>
        <p:spPr>
          <a:xfrm>
            <a:off x="3725494" y="4475580"/>
            <a:ext cx="3424781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125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rPr>
              <a:t>TECHNOLOGY &amp; MECHANISM</a:t>
            </a:r>
          </a:p>
        </p:txBody>
      </p:sp>
      <p:sp>
        <p:nvSpPr>
          <p:cNvPr id="31" name="technology-section-rule">
            <a:extLst>
              <a:ext uri="{FF2B5EF4-FFF2-40B4-BE49-F238E27FC236}">
                <a16:creationId xmlns:a16="http://schemas.microsoft.com/office/drawing/2014/main" id="{85604E7E-3946-A3CF-F08E-0374F29DE99A}"/>
              </a:ext>
            </a:extLst>
          </p:cNvPr>
          <p:cNvSpPr>
            <a:spLocks noGrp="1"/>
          </p:cNvSpPr>
          <p:nvPr/>
        </p:nvSpPr>
        <p:spPr>
          <a:xfrm>
            <a:off x="3714750" y="4733515"/>
            <a:ext cx="6486525" cy="0"/>
          </a:xfrm>
          <a:prstGeom prst="line">
            <a:avLst/>
          </a:prstGeom>
          <a:noFill/>
          <a:ln w="9525">
            <a:solidFill>
              <a:srgbClr val="A6C8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profile-section-title">
            <a:extLst>
              <a:ext uri="{FF2B5EF4-FFF2-40B4-BE49-F238E27FC236}">
                <a16:creationId xmlns:a16="http://schemas.microsoft.com/office/drawing/2014/main" id="{F2DC1695-352C-937C-642B-624E4DA352F3}"/>
              </a:ext>
            </a:extLst>
          </p:cNvPr>
          <p:cNvSpPr>
            <a:spLocks noGrp="1"/>
          </p:cNvSpPr>
          <p:nvPr/>
        </p:nvSpPr>
        <p:spPr>
          <a:xfrm>
            <a:off x="3725494" y="6215680"/>
            <a:ext cx="2088281" cy="2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13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130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rPr>
              <a:t>PRODUCT PROFILE</a:t>
            </a:r>
          </a:p>
        </p:txBody>
      </p:sp>
      <p:sp>
        <p:nvSpPr>
          <p:cNvPr id="66" name="footer-page">
            <a:extLst>
              <a:ext uri="{FF2B5EF4-FFF2-40B4-BE49-F238E27FC236}">
                <a16:creationId xmlns:a16="http://schemas.microsoft.com/office/drawing/2014/main" id="{834192DD-8FE5-40D6-762F-D532A414D64C}"/>
              </a:ext>
            </a:extLst>
          </p:cNvPr>
          <p:cNvSpPr>
            <a:spLocks noGrp="1"/>
          </p:cNvSpPr>
          <p:nvPr/>
        </p:nvSpPr>
        <p:spPr>
          <a:xfrm>
            <a:off x="10244599" y="7293800"/>
            <a:ext cx="284006" cy="14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675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675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0</a:t>
            </a:r>
            <a:r>
              <a:rPr lang="en-US" sz="675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6</a:t>
            </a:r>
            <a:endParaRPr sz="675" b="0" dirty="0">
              <a:solidFill>
                <a:srgbClr val="315F4B"/>
              </a:solidFill>
              <a:latin typeface="Paperlogy 7 Bold"/>
              <a:ea typeface="Paperlogy 7 Bold"/>
              <a:cs typeface="Paperlogy 7 Bold"/>
            </a:endParaRPr>
          </a:p>
        </p:txBody>
      </p:sp>
      <p:graphicFrame>
        <p:nvGraphicFramePr>
          <p:cNvPr id="556" name="표 24">
            <a:extLst>
              <a:ext uri="{FF2B5EF4-FFF2-40B4-BE49-F238E27FC236}">
                <a16:creationId xmlns:a16="http://schemas.microsoft.com/office/drawing/2014/main" id="{76282175-9385-44A9-F996-BD63F13DA01D}"/>
              </a:ext>
            </a:extLst>
          </p:cNvPr>
          <p:cNvGraphicFramePr/>
          <p:nvPr/>
        </p:nvGraphicFramePr>
        <p:xfrm>
          <a:off x="3725493" y="6501279"/>
          <a:ext cx="6482026" cy="672000"/>
        </p:xfrm>
        <a:graphic>
          <a:graphicData uri="http://schemas.openxmlformats.org/drawingml/2006/table">
            <a:tbl>
              <a:tblPr/>
              <a:tblGrid>
                <a:gridCol w="3241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1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rgbClr val="FFFFFF"/>
                          </a:solidFill>
                          <a:latin typeface="Paperlogy 7 Bold"/>
                          <a:ea typeface="Paperlogy 7 Bold"/>
                          <a:cs typeface="Paperlogy 7 Bold"/>
                        </a:rPr>
                        <a:t>INGREDIENT</a:t>
                      </a:r>
                    </a:p>
                  </a:txBody>
                  <a:tcPr anchor="ctr">
                    <a:lnL w="12700">
                      <a:solidFill>
                        <a:srgbClr val="A6C8C0"/>
                      </a:solidFill>
                    </a:lnL>
                    <a:lnR w="12700">
                      <a:solidFill>
                        <a:srgbClr val="A6C8C0"/>
                      </a:solidFill>
                    </a:lnR>
                    <a:lnT w="12700">
                      <a:solidFill>
                        <a:srgbClr val="A6C8C0"/>
                      </a:solidFill>
                    </a:lnT>
                    <a:lnB w="12700">
                      <a:solidFill>
                        <a:srgbClr val="A6C8C0"/>
                      </a:solidFill>
                    </a:lnB>
                    <a:solidFill>
                      <a:srgbClr val="2465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Paperlogy 7 Bold"/>
                          <a:ea typeface="Paperlogy 7 Bold"/>
                          <a:cs typeface="Paperlogy 7 Bold"/>
                        </a:rPr>
                        <a:t>FINISH</a:t>
                      </a:r>
                      <a:endParaRPr sz="900" dirty="0">
                        <a:solidFill>
                          <a:srgbClr val="FFFFFF"/>
                        </a:solidFill>
                        <a:latin typeface="Paperlogy 7 Bold"/>
                        <a:ea typeface="Paperlogy 7 Bold"/>
                        <a:cs typeface="Paperlogy 7 Bold"/>
                      </a:endParaRPr>
                    </a:p>
                  </a:txBody>
                  <a:tcPr anchor="ctr">
                    <a:lnL w="12700">
                      <a:solidFill>
                        <a:srgbClr val="A6C8C0"/>
                      </a:solidFill>
                    </a:lnL>
                    <a:lnR w="12700">
                      <a:solidFill>
                        <a:srgbClr val="A6C8C0"/>
                      </a:solidFill>
                    </a:lnR>
                    <a:lnT w="12700">
                      <a:solidFill>
                        <a:srgbClr val="A6C8C0"/>
                      </a:solidFill>
                    </a:lnT>
                    <a:lnB w="12700">
                      <a:solidFill>
                        <a:srgbClr val="A6C8C0"/>
                      </a:solidFill>
                    </a:lnB>
                    <a:solidFill>
                      <a:srgbClr val="2465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TECA, </a:t>
                      </a:r>
                      <a:r>
                        <a:rPr lang="ko-KR" altLang="en-US"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마이크로바이옴</a:t>
                      </a:r>
                      <a:r>
                        <a:rPr lang="en-US" altLang="ko-KR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, </a:t>
                      </a:r>
                      <a:r>
                        <a:rPr lang="ko-KR" altLang="en-US"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판테놀</a:t>
                      </a:r>
                      <a:r>
                        <a:rPr lang="en-US" altLang="ko-KR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, 10</a:t>
                      </a:r>
                      <a:r>
                        <a:rPr lang="ko-KR" altLang="en-US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종 </a:t>
                      </a:r>
                      <a:r>
                        <a:rPr lang="ko-KR" altLang="en-US"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히알루론산</a:t>
                      </a:r>
                      <a:endParaRPr lang="en-US" sz="900" dirty="0">
                        <a:solidFill>
                          <a:srgbClr val="26362F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 anchor="ctr">
                    <a:lnL w="12700">
                      <a:solidFill>
                        <a:srgbClr val="A6C8C0"/>
                      </a:solidFill>
                    </a:lnL>
                    <a:lnR w="12700">
                      <a:solidFill>
                        <a:srgbClr val="A6C8C0"/>
                      </a:solidFill>
                    </a:lnR>
                    <a:lnT w="12700">
                      <a:solidFill>
                        <a:srgbClr val="A6C8C0"/>
                      </a:solidFill>
                    </a:lnT>
                    <a:lnB w="12700">
                      <a:solidFill>
                        <a:srgbClr val="A6C8C0"/>
                      </a:solidFill>
                    </a:lnB>
                    <a:solidFill>
                      <a:srgbClr val="F1F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클렌징 후에도 촉촉하고 윤기 있는 </a:t>
                      </a:r>
                      <a:r>
                        <a:rPr lang="ko-KR" altLang="en-US"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물광</a:t>
                      </a:r>
                      <a:r>
                        <a:rPr lang="ko-KR" altLang="en-US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마무리</a:t>
                      </a:r>
                      <a:endParaRPr lang="en-US" altLang="ko-KR" sz="900" dirty="0">
                        <a:solidFill>
                          <a:srgbClr val="26362F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 anchor="ctr">
                    <a:lnL w="12700">
                      <a:solidFill>
                        <a:srgbClr val="A6C8C0"/>
                      </a:solidFill>
                    </a:lnL>
                    <a:lnR w="12700">
                      <a:solidFill>
                        <a:srgbClr val="A6C8C0"/>
                      </a:solidFill>
                    </a:lnR>
                    <a:lnT w="12700">
                      <a:solidFill>
                        <a:srgbClr val="A6C8C0"/>
                      </a:solidFill>
                    </a:lnT>
                    <a:lnB w="12700">
                      <a:solidFill>
                        <a:srgbClr val="A6C8C0"/>
                      </a:solidFill>
                    </a:lnB>
                    <a:solidFill>
                      <a:srgbClr val="F1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78" name="EWG icon">
            <a:extLst>
              <a:ext uri="{FF2B5EF4-FFF2-40B4-BE49-F238E27FC236}">
                <a16:creationId xmlns:a16="http://schemas.microsoft.com/office/drawing/2014/main" id="{0603E5B8-39CD-DE40-63C0-557D523C57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6667"/>
          <a:stretch/>
        </p:blipFill>
        <p:spPr>
          <a:xfrm>
            <a:off x="9271969" y="652332"/>
            <a:ext cx="434363" cy="434363"/>
          </a:xfrm>
          <a:prstGeom prst="rect">
            <a:avLst/>
          </a:prstGeom>
        </p:spPr>
      </p:pic>
      <p:pic>
        <p:nvPicPr>
          <p:cNvPr id="935" name="Hwahae icon">
            <a:extLst>
              <a:ext uri="{FF2B5EF4-FFF2-40B4-BE49-F238E27FC236}">
                <a16:creationId xmlns:a16="http://schemas.microsoft.com/office/drawing/2014/main" id="{6F99EE10-ADB1-4C33-A6D2-90BCCDA416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333" r="33333"/>
          <a:stretch/>
        </p:blipFill>
        <p:spPr>
          <a:xfrm>
            <a:off x="9706332" y="652332"/>
            <a:ext cx="434363" cy="434363"/>
          </a:xfrm>
          <a:prstGeom prst="rect">
            <a:avLst/>
          </a:prstGeom>
        </p:spPr>
      </p:pic>
      <p:pic>
        <p:nvPicPr>
          <p:cNvPr id="936" name="VEGAN icon">
            <a:extLst>
              <a:ext uri="{FF2B5EF4-FFF2-40B4-BE49-F238E27FC236}">
                <a16:creationId xmlns:a16="http://schemas.microsoft.com/office/drawing/2014/main" id="{F018942D-422F-4D1F-A5C9-DBD57CF09B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667"/>
          <a:stretch/>
        </p:blipFill>
        <p:spPr>
          <a:xfrm>
            <a:off x="10140695" y="652332"/>
            <a:ext cx="434362" cy="434363"/>
          </a:xfrm>
          <a:prstGeom prst="rect">
            <a:avLst/>
          </a:prstGeom>
        </p:spPr>
      </p:pic>
      <p:sp>
        <p:nvSpPr>
          <p:cNvPr id="518" name="pictogram-label-ewg">
            <a:extLst>
              <a:ext uri="{FF2B5EF4-FFF2-40B4-BE49-F238E27FC236}">
                <a16:creationId xmlns:a16="http://schemas.microsoft.com/office/drawing/2014/main" id="{85609F08-EA7A-B89B-BDE3-7B5D150E6A71}"/>
              </a:ext>
            </a:extLst>
          </p:cNvPr>
          <p:cNvSpPr>
            <a:spLocks noGrp="1"/>
          </p:cNvSpPr>
          <p:nvPr/>
        </p:nvSpPr>
        <p:spPr>
          <a:xfrm>
            <a:off x="9271969" y="1174014"/>
            <a:ext cx="434363" cy="12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rPr>
              <a:t>EWG</a:t>
            </a:r>
          </a:p>
        </p:txBody>
      </p:sp>
      <p:sp>
        <p:nvSpPr>
          <p:cNvPr id="520" name="pictogram-label-hwahae">
            <a:extLst>
              <a:ext uri="{FF2B5EF4-FFF2-40B4-BE49-F238E27FC236}">
                <a16:creationId xmlns:a16="http://schemas.microsoft.com/office/drawing/2014/main" id="{650A6002-4291-5002-D95D-22392AA5D35B}"/>
              </a:ext>
            </a:extLst>
          </p:cNvPr>
          <p:cNvSpPr>
            <a:spLocks noGrp="1"/>
          </p:cNvSpPr>
          <p:nvPr/>
        </p:nvSpPr>
        <p:spPr>
          <a:xfrm>
            <a:off x="9706331" y="1174014"/>
            <a:ext cx="434363" cy="12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rPr>
              <a:t>화해</a:t>
            </a:r>
          </a:p>
        </p:txBody>
      </p:sp>
      <p:sp>
        <p:nvSpPr>
          <p:cNvPr id="522" name="pictogram-label-vegan">
            <a:extLst>
              <a:ext uri="{FF2B5EF4-FFF2-40B4-BE49-F238E27FC236}">
                <a16:creationId xmlns:a16="http://schemas.microsoft.com/office/drawing/2014/main" id="{7A9B17B2-38C1-572E-C925-36637D740A98}"/>
              </a:ext>
            </a:extLst>
          </p:cNvPr>
          <p:cNvSpPr>
            <a:spLocks noGrp="1"/>
          </p:cNvSpPr>
          <p:nvPr/>
        </p:nvSpPr>
        <p:spPr>
          <a:xfrm>
            <a:off x="10140694" y="1174014"/>
            <a:ext cx="434363" cy="12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rPr>
              <a:t>VEGAN</a:t>
            </a:r>
          </a:p>
        </p:txBody>
      </p:sp>
      <p:sp>
        <p:nvSpPr>
          <p:cNvPr id="38" name="concept-title">
            <a:extLst>
              <a:ext uri="{FF2B5EF4-FFF2-40B4-BE49-F238E27FC236}">
                <a16:creationId xmlns:a16="http://schemas.microsoft.com/office/drawing/2014/main" id="{B71DB68D-6B48-427C-E74D-76896F998879}"/>
              </a:ext>
            </a:extLst>
          </p:cNvPr>
          <p:cNvSpPr>
            <a:spLocks noGrp="1"/>
          </p:cNvSpPr>
          <p:nvPr/>
        </p:nvSpPr>
        <p:spPr>
          <a:xfrm>
            <a:off x="3725495" y="2506697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en-US" sz="18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TECA </a:t>
            </a:r>
            <a:r>
              <a:rPr lang="ko-KR" altLang="en-US" sz="18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캡슐의 클렌징 후 보습 </a:t>
            </a:r>
            <a:r>
              <a:rPr lang="ko-KR" altLang="en-US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케어</a:t>
            </a:r>
            <a:endParaRPr sz="1800" b="0" dirty="0">
              <a:solidFill>
                <a:srgbClr val="315F4B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450" name="concept-body">
            <a:extLst>
              <a:ext uri="{FF2B5EF4-FFF2-40B4-BE49-F238E27FC236}">
                <a16:creationId xmlns:a16="http://schemas.microsoft.com/office/drawing/2014/main" id="{0534BFC8-EC71-42E7-F7A6-8EF6EC37B6A3}"/>
              </a:ext>
            </a:extLst>
          </p:cNvPr>
          <p:cNvSpPr>
            <a:spLocks noGrp="1"/>
          </p:cNvSpPr>
          <p:nvPr/>
        </p:nvSpPr>
        <p:spPr>
          <a:xfrm>
            <a:off x="3725495" y="2979197"/>
            <a:ext cx="6298256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en-US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TECA </a:t>
            </a:r>
            <a:r>
              <a:rPr lang="ko-KR" altLang="en-US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성분이 클렌징과 동시에 피부에 보호막을 형성해 세정 후 건조하기 쉬운 피부를 촉촉하게 하는데 도움을 줍니다</a:t>
            </a:r>
            <a:r>
              <a:rPr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 </a:t>
            </a:r>
          </a:p>
        </p:txBody>
      </p:sp>
      <p:sp>
        <p:nvSpPr>
          <p:cNvPr id="454" name="concept-title">
            <a:extLst>
              <a:ext uri="{FF2B5EF4-FFF2-40B4-BE49-F238E27FC236}">
                <a16:creationId xmlns:a16="http://schemas.microsoft.com/office/drawing/2014/main" id="{61053DD8-7E22-BFD7-4ADD-1E50F3209C50}"/>
              </a:ext>
            </a:extLst>
          </p:cNvPr>
          <p:cNvSpPr>
            <a:spLocks noGrp="1"/>
          </p:cNvSpPr>
          <p:nvPr/>
        </p:nvSpPr>
        <p:spPr>
          <a:xfrm>
            <a:off x="3725496" y="3484248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1800" b="0" dirty="0" err="1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판테놀</a:t>
            </a:r>
            <a:r>
              <a:rPr lang="ko-KR" altLang="en-US" sz="18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en-US" altLang="ko-KR" sz="18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· 10</a:t>
            </a:r>
            <a:r>
              <a:rPr lang="ko-KR" altLang="en-US" sz="18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종 </a:t>
            </a:r>
            <a:r>
              <a:rPr lang="ko-KR" altLang="en-US" sz="1800" b="0" dirty="0" err="1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히알루론산의</a:t>
            </a:r>
            <a:r>
              <a:rPr lang="ko-KR" altLang="en-US" sz="18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 수분 마무리</a:t>
            </a:r>
            <a:endParaRPr sz="1800" b="0" dirty="0">
              <a:solidFill>
                <a:srgbClr val="315F4B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458" name="concept-body">
            <a:extLst>
              <a:ext uri="{FF2B5EF4-FFF2-40B4-BE49-F238E27FC236}">
                <a16:creationId xmlns:a16="http://schemas.microsoft.com/office/drawing/2014/main" id="{FBED5A1C-CE33-76B6-850D-1EE3E9143A52}"/>
              </a:ext>
            </a:extLst>
          </p:cNvPr>
          <p:cNvSpPr>
            <a:spLocks noGrp="1"/>
          </p:cNvSpPr>
          <p:nvPr/>
        </p:nvSpPr>
        <p:spPr>
          <a:xfrm>
            <a:off x="3725496" y="3956748"/>
            <a:ext cx="6298256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판테놀과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10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종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히알루론산을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담아 세안 후에도 피부에 촉촉함을 더하고 당김 없이 산뜻한 마무리감을 제공합니다</a:t>
            </a:r>
            <a:r>
              <a:rPr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 </a:t>
            </a:r>
          </a:p>
        </p:txBody>
      </p:sp>
      <p:sp>
        <p:nvSpPr>
          <p:cNvPr id="466" name="step-badge">
            <a:extLst>
              <a:ext uri="{FF2B5EF4-FFF2-40B4-BE49-F238E27FC236}">
                <a16:creationId xmlns:a16="http://schemas.microsoft.com/office/drawing/2014/main" id="{6A0DF05C-5614-579B-730B-B975D28BE2F9}"/>
              </a:ext>
            </a:extLst>
          </p:cNvPr>
          <p:cNvSpPr>
            <a:spLocks noGrp="1"/>
          </p:cNvSpPr>
          <p:nvPr/>
        </p:nvSpPr>
        <p:spPr>
          <a:xfrm>
            <a:off x="4581964" y="4850008"/>
            <a:ext cx="238125" cy="152400"/>
          </a:xfrm>
          <a:prstGeom prst="roundRect">
            <a:avLst>
              <a:gd name="adj" fmla="val 50000"/>
            </a:avLst>
          </a:prstGeom>
          <a:solidFill>
            <a:srgbClr val="2B614D"/>
          </a:solidFill>
          <a:ln w="0">
            <a:noFill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70" name="step-number">
            <a:extLst>
              <a:ext uri="{FF2B5EF4-FFF2-40B4-BE49-F238E27FC236}">
                <a16:creationId xmlns:a16="http://schemas.microsoft.com/office/drawing/2014/main" id="{651CC88D-74F9-7CBA-29F1-4A54AD275691}"/>
              </a:ext>
            </a:extLst>
          </p:cNvPr>
          <p:cNvSpPr>
            <a:spLocks noGrp="1"/>
          </p:cNvSpPr>
          <p:nvPr/>
        </p:nvSpPr>
        <p:spPr>
          <a:xfrm>
            <a:off x="4581964" y="4852445"/>
            <a:ext cx="238125" cy="133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585" b="1">
                <a:solidFill>
                  <a:srgbClr val="FFFFFF"/>
                </a:solidFill>
                <a:latin typeface="Paperlogy"/>
                <a:ea typeface="Paperlogy"/>
                <a:cs typeface="Paperlogy"/>
              </a:defRPr>
            </a:pPr>
            <a:r>
              <a:rPr sz="55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Paperlogy"/>
              </a:rPr>
              <a:t>1</a:t>
            </a:r>
          </a:p>
        </p:txBody>
      </p:sp>
      <p:sp>
        <p:nvSpPr>
          <p:cNvPr id="474" name="step-title">
            <a:extLst>
              <a:ext uri="{FF2B5EF4-FFF2-40B4-BE49-F238E27FC236}">
                <a16:creationId xmlns:a16="http://schemas.microsoft.com/office/drawing/2014/main" id="{82358ECA-ACA3-D1D8-E780-132FA33F6429}"/>
              </a:ext>
            </a:extLst>
          </p:cNvPr>
          <p:cNvSpPr>
            <a:spLocks noGrp="1"/>
          </p:cNvSpPr>
          <p:nvPr/>
        </p:nvSpPr>
        <p:spPr>
          <a:xfrm>
            <a:off x="4877239" y="4842920"/>
            <a:ext cx="1200150" cy="142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630" b="1">
                <a:solidFill>
                  <a:srgbClr val="2B614D"/>
                </a:solidFill>
                <a:latin typeface="Paperlogy"/>
                <a:ea typeface="Paperlogy"/>
                <a:cs typeface="Paperlogy"/>
              </a:defRPr>
            </a:pPr>
            <a:r>
              <a:rPr sz="600" b="1">
                <a:solidFill>
                  <a:srgbClr val="2B614D"/>
                </a:solidFill>
                <a:latin typeface="페이퍼로지 5 Medium" pitchFamily="2" charset="-127"/>
                <a:ea typeface="페이퍼로지 5 Medium" pitchFamily="2" charset="-127"/>
                <a:cs typeface="Paperlogy"/>
              </a:rPr>
              <a:t>GEL DISPERSION</a:t>
            </a:r>
          </a:p>
        </p:txBody>
      </p:sp>
      <p:sp>
        <p:nvSpPr>
          <p:cNvPr id="478" name="step-caption">
            <a:extLst>
              <a:ext uri="{FF2B5EF4-FFF2-40B4-BE49-F238E27FC236}">
                <a16:creationId xmlns:a16="http://schemas.microsoft.com/office/drawing/2014/main" id="{FF7AE493-B896-7826-E2DD-EBDDBBE16C9C}"/>
              </a:ext>
            </a:extLst>
          </p:cNvPr>
          <p:cNvSpPr>
            <a:spLocks noGrp="1"/>
          </p:cNvSpPr>
          <p:nvPr/>
        </p:nvSpPr>
        <p:spPr>
          <a:xfrm>
            <a:off x="4716192" y="5856762"/>
            <a:ext cx="1390650" cy="114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593" b="0">
                <a:solidFill>
                  <a:srgbClr val="73827A"/>
                </a:solidFill>
                <a:latin typeface="Paperlogy"/>
                <a:ea typeface="Paperlogy"/>
                <a:cs typeface="Paperlogy"/>
              </a:defRPr>
            </a:pPr>
            <a:r>
              <a:rPr sz="700" b="0" dirty="0" err="1">
                <a:solidFill>
                  <a:srgbClr val="73827A"/>
                </a:solidFill>
                <a:latin typeface="페이퍼로지 5 Medium" pitchFamily="2" charset="-127"/>
                <a:ea typeface="페이퍼로지 5 Medium" pitchFamily="2" charset="-127"/>
                <a:cs typeface="Paperlogy"/>
              </a:rPr>
              <a:t>잔여물</a:t>
            </a:r>
            <a:r>
              <a:rPr sz="700" b="0" dirty="0">
                <a:solidFill>
                  <a:srgbClr val="73827A"/>
                </a:solidFill>
                <a:latin typeface="페이퍼로지 5 Medium" pitchFamily="2" charset="-127"/>
                <a:ea typeface="페이퍼로지 5 Medium" pitchFamily="2" charset="-127"/>
                <a:cs typeface="Paperlogy"/>
              </a:rPr>
              <a:t> </a:t>
            </a:r>
            <a:r>
              <a:rPr sz="700" b="0" dirty="0" err="1">
                <a:solidFill>
                  <a:srgbClr val="73827A"/>
                </a:solidFill>
                <a:latin typeface="페이퍼로지 5 Medium" pitchFamily="2" charset="-127"/>
                <a:ea typeface="페이퍼로지 5 Medium" pitchFamily="2" charset="-127"/>
                <a:cs typeface="Paperlogy"/>
              </a:rPr>
              <a:t>접촉면을</a:t>
            </a:r>
            <a:r>
              <a:rPr sz="700" b="0" dirty="0">
                <a:solidFill>
                  <a:srgbClr val="73827A"/>
                </a:solidFill>
                <a:latin typeface="페이퍼로지 5 Medium" pitchFamily="2" charset="-127"/>
                <a:ea typeface="페이퍼로지 5 Medium" pitchFamily="2" charset="-127"/>
                <a:cs typeface="Paperlogy"/>
              </a:rPr>
              <a:t> </a:t>
            </a:r>
            <a:r>
              <a:rPr sz="700" b="0" dirty="0" err="1">
                <a:solidFill>
                  <a:srgbClr val="73827A"/>
                </a:solidFill>
                <a:latin typeface="페이퍼로지 5 Medium" pitchFamily="2" charset="-127"/>
                <a:ea typeface="페이퍼로지 5 Medium" pitchFamily="2" charset="-127"/>
                <a:cs typeface="Paperlogy"/>
              </a:rPr>
              <a:t>감싸</a:t>
            </a:r>
            <a:r>
              <a:rPr sz="700" b="0" dirty="0">
                <a:solidFill>
                  <a:srgbClr val="73827A"/>
                </a:solidFill>
                <a:latin typeface="페이퍼로지 5 Medium" pitchFamily="2" charset="-127"/>
                <a:ea typeface="페이퍼로지 5 Medium" pitchFamily="2" charset="-127"/>
                <a:cs typeface="Paperlogy"/>
              </a:rPr>
              <a:t> </a:t>
            </a:r>
            <a:r>
              <a:rPr sz="700" b="0" dirty="0" err="1">
                <a:solidFill>
                  <a:srgbClr val="73827A"/>
                </a:solidFill>
                <a:latin typeface="페이퍼로지 5 Medium" pitchFamily="2" charset="-127"/>
                <a:ea typeface="페이퍼로지 5 Medium" pitchFamily="2" charset="-127"/>
                <a:cs typeface="Paperlogy"/>
              </a:rPr>
              <a:t>분산</a:t>
            </a:r>
            <a:endParaRPr sz="700" b="0" dirty="0">
              <a:solidFill>
                <a:srgbClr val="73827A"/>
              </a:solidFill>
              <a:latin typeface="페이퍼로지 5 Medium" pitchFamily="2" charset="-127"/>
              <a:ea typeface="페이퍼로지 5 Medium" pitchFamily="2" charset="-127"/>
              <a:cs typeface="Paperlogy"/>
            </a:endParaRPr>
          </a:p>
        </p:txBody>
      </p:sp>
      <p:sp>
        <p:nvSpPr>
          <p:cNvPr id="482" name="aqueous-surface">
            <a:extLst>
              <a:ext uri="{FF2B5EF4-FFF2-40B4-BE49-F238E27FC236}">
                <a16:creationId xmlns:a16="http://schemas.microsoft.com/office/drawing/2014/main" id="{D6605B27-5DAC-5CF6-3B3F-94E67F2D63B0}"/>
              </a:ext>
            </a:extLst>
          </p:cNvPr>
          <p:cNvSpPr>
            <a:spLocks noGrp="1"/>
          </p:cNvSpPr>
          <p:nvPr/>
        </p:nvSpPr>
        <p:spPr>
          <a:xfrm>
            <a:off x="4581964" y="5218585"/>
            <a:ext cx="1352550" cy="47625"/>
          </a:xfrm>
          <a:prstGeom prst="rect">
            <a:avLst/>
          </a:prstGeom>
          <a:solidFill>
            <a:srgbClr val="E1F3F3"/>
          </a:solidFill>
          <a:ln w="0">
            <a:noFill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86" name="stratum-corneum">
            <a:extLst>
              <a:ext uri="{FF2B5EF4-FFF2-40B4-BE49-F238E27FC236}">
                <a16:creationId xmlns:a16="http://schemas.microsoft.com/office/drawing/2014/main" id="{DD45BEC5-F3C1-FA9C-5C96-A4789C76D131}"/>
              </a:ext>
            </a:extLst>
          </p:cNvPr>
          <p:cNvSpPr>
            <a:spLocks noGrp="1"/>
          </p:cNvSpPr>
          <p:nvPr/>
        </p:nvSpPr>
        <p:spPr>
          <a:xfrm>
            <a:off x="4581964" y="5266210"/>
            <a:ext cx="1352550" cy="142875"/>
          </a:xfrm>
          <a:prstGeom prst="rect">
            <a:avLst/>
          </a:prstGeom>
          <a:solidFill>
            <a:srgbClr val="F7E0C5"/>
          </a:solidFill>
          <a:ln w="0">
            <a:noFill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90" name="corneocyte">
            <a:extLst>
              <a:ext uri="{FF2B5EF4-FFF2-40B4-BE49-F238E27FC236}">
                <a16:creationId xmlns:a16="http://schemas.microsoft.com/office/drawing/2014/main" id="{246DFAE1-1F4C-964E-982D-EC4D0663820F}"/>
              </a:ext>
            </a:extLst>
          </p:cNvPr>
          <p:cNvSpPr>
            <a:spLocks noGrp="1"/>
          </p:cNvSpPr>
          <p:nvPr/>
        </p:nvSpPr>
        <p:spPr>
          <a:xfrm>
            <a:off x="4610539" y="5285260"/>
            <a:ext cx="238125" cy="47625"/>
          </a:xfrm>
          <a:prstGeom prst="roundRect">
            <a:avLst>
              <a:gd name="adj" fmla="val 50000"/>
            </a:avLst>
          </a:prstGeom>
          <a:solidFill>
            <a:srgbClr val="FBE7D2"/>
          </a:solidFill>
          <a:ln w="1905">
            <a:solidFill>
              <a:srgbClr val="D89A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94" name="corneocyte">
            <a:extLst>
              <a:ext uri="{FF2B5EF4-FFF2-40B4-BE49-F238E27FC236}">
                <a16:creationId xmlns:a16="http://schemas.microsoft.com/office/drawing/2014/main" id="{2D75B8E9-97DF-C889-8C26-12B626369A42}"/>
              </a:ext>
            </a:extLst>
          </p:cNvPr>
          <p:cNvSpPr>
            <a:spLocks noGrp="1"/>
          </p:cNvSpPr>
          <p:nvPr/>
        </p:nvSpPr>
        <p:spPr>
          <a:xfrm>
            <a:off x="4877239" y="5285260"/>
            <a:ext cx="238125" cy="47625"/>
          </a:xfrm>
          <a:prstGeom prst="roundRect">
            <a:avLst>
              <a:gd name="adj" fmla="val 50000"/>
            </a:avLst>
          </a:prstGeom>
          <a:solidFill>
            <a:srgbClr val="FBE7D2"/>
          </a:solidFill>
          <a:ln w="1905">
            <a:solidFill>
              <a:srgbClr val="D89A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98" name="corneocyte">
            <a:extLst>
              <a:ext uri="{FF2B5EF4-FFF2-40B4-BE49-F238E27FC236}">
                <a16:creationId xmlns:a16="http://schemas.microsoft.com/office/drawing/2014/main" id="{5D9ACB97-B126-B5E0-E03F-01BCB5B63335}"/>
              </a:ext>
            </a:extLst>
          </p:cNvPr>
          <p:cNvSpPr>
            <a:spLocks noGrp="1"/>
          </p:cNvSpPr>
          <p:nvPr/>
        </p:nvSpPr>
        <p:spPr>
          <a:xfrm>
            <a:off x="5143939" y="5285260"/>
            <a:ext cx="238125" cy="47625"/>
          </a:xfrm>
          <a:prstGeom prst="roundRect">
            <a:avLst>
              <a:gd name="adj" fmla="val 50000"/>
            </a:avLst>
          </a:prstGeom>
          <a:solidFill>
            <a:srgbClr val="FBE7D2"/>
          </a:solidFill>
          <a:ln w="1905">
            <a:solidFill>
              <a:srgbClr val="D89A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02" name="corneocyte">
            <a:extLst>
              <a:ext uri="{FF2B5EF4-FFF2-40B4-BE49-F238E27FC236}">
                <a16:creationId xmlns:a16="http://schemas.microsoft.com/office/drawing/2014/main" id="{50DA7D1F-20FE-7207-141F-206D56E6F255}"/>
              </a:ext>
            </a:extLst>
          </p:cNvPr>
          <p:cNvSpPr>
            <a:spLocks noGrp="1"/>
          </p:cNvSpPr>
          <p:nvPr/>
        </p:nvSpPr>
        <p:spPr>
          <a:xfrm>
            <a:off x="5410639" y="5285260"/>
            <a:ext cx="238125" cy="47625"/>
          </a:xfrm>
          <a:prstGeom prst="roundRect">
            <a:avLst>
              <a:gd name="adj" fmla="val 50000"/>
            </a:avLst>
          </a:prstGeom>
          <a:solidFill>
            <a:srgbClr val="FBE7D2"/>
          </a:solidFill>
          <a:ln w="1905">
            <a:solidFill>
              <a:srgbClr val="D89A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06" name="corneocyte">
            <a:extLst>
              <a:ext uri="{FF2B5EF4-FFF2-40B4-BE49-F238E27FC236}">
                <a16:creationId xmlns:a16="http://schemas.microsoft.com/office/drawing/2014/main" id="{C010FFEF-B58D-E92E-9BA4-A856EB826E2D}"/>
              </a:ext>
            </a:extLst>
          </p:cNvPr>
          <p:cNvSpPr>
            <a:spLocks noGrp="1"/>
          </p:cNvSpPr>
          <p:nvPr/>
        </p:nvSpPr>
        <p:spPr>
          <a:xfrm>
            <a:off x="4715314" y="5342410"/>
            <a:ext cx="238125" cy="47625"/>
          </a:xfrm>
          <a:prstGeom prst="roundRect">
            <a:avLst>
              <a:gd name="adj" fmla="val 50000"/>
            </a:avLst>
          </a:prstGeom>
          <a:solidFill>
            <a:srgbClr val="F6D4B3"/>
          </a:solidFill>
          <a:ln w="1905">
            <a:solidFill>
              <a:srgbClr val="D89A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10" name="corneocyte">
            <a:extLst>
              <a:ext uri="{FF2B5EF4-FFF2-40B4-BE49-F238E27FC236}">
                <a16:creationId xmlns:a16="http://schemas.microsoft.com/office/drawing/2014/main" id="{FC98113B-FCDB-77FA-B80F-D4687965AC57}"/>
              </a:ext>
            </a:extLst>
          </p:cNvPr>
          <p:cNvSpPr>
            <a:spLocks noGrp="1"/>
          </p:cNvSpPr>
          <p:nvPr/>
        </p:nvSpPr>
        <p:spPr>
          <a:xfrm>
            <a:off x="4982014" y="5342410"/>
            <a:ext cx="238125" cy="47625"/>
          </a:xfrm>
          <a:prstGeom prst="roundRect">
            <a:avLst>
              <a:gd name="adj" fmla="val 50000"/>
            </a:avLst>
          </a:prstGeom>
          <a:solidFill>
            <a:srgbClr val="F6D4B3"/>
          </a:solidFill>
          <a:ln w="1905">
            <a:solidFill>
              <a:srgbClr val="D89A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2" name="corneocyte">
            <a:extLst>
              <a:ext uri="{FF2B5EF4-FFF2-40B4-BE49-F238E27FC236}">
                <a16:creationId xmlns:a16="http://schemas.microsoft.com/office/drawing/2014/main" id="{6DAE8DA5-4743-8B19-48E2-2C059D79A201}"/>
              </a:ext>
            </a:extLst>
          </p:cNvPr>
          <p:cNvSpPr>
            <a:spLocks noGrp="1"/>
          </p:cNvSpPr>
          <p:nvPr/>
        </p:nvSpPr>
        <p:spPr>
          <a:xfrm>
            <a:off x="5248714" y="5342410"/>
            <a:ext cx="238125" cy="47625"/>
          </a:xfrm>
          <a:prstGeom prst="roundRect">
            <a:avLst>
              <a:gd name="adj" fmla="val 50000"/>
            </a:avLst>
          </a:prstGeom>
          <a:solidFill>
            <a:srgbClr val="F6D4B3"/>
          </a:solidFill>
          <a:ln w="1905">
            <a:solidFill>
              <a:srgbClr val="D89A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6" name="corneocyte">
            <a:extLst>
              <a:ext uri="{FF2B5EF4-FFF2-40B4-BE49-F238E27FC236}">
                <a16:creationId xmlns:a16="http://schemas.microsoft.com/office/drawing/2014/main" id="{2EEA441E-77D7-09F7-8C19-38ACE0C4D87E}"/>
              </a:ext>
            </a:extLst>
          </p:cNvPr>
          <p:cNvSpPr>
            <a:spLocks noGrp="1"/>
          </p:cNvSpPr>
          <p:nvPr/>
        </p:nvSpPr>
        <p:spPr>
          <a:xfrm>
            <a:off x="5515414" y="5342410"/>
            <a:ext cx="238125" cy="47625"/>
          </a:xfrm>
          <a:prstGeom prst="roundRect">
            <a:avLst>
              <a:gd name="adj" fmla="val 50000"/>
            </a:avLst>
          </a:prstGeom>
          <a:solidFill>
            <a:srgbClr val="F6D4B3"/>
          </a:solidFill>
          <a:ln w="1905">
            <a:solidFill>
              <a:srgbClr val="D89A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0" name="epidermis">
            <a:extLst>
              <a:ext uri="{FF2B5EF4-FFF2-40B4-BE49-F238E27FC236}">
                <a16:creationId xmlns:a16="http://schemas.microsoft.com/office/drawing/2014/main" id="{55A34DE6-7087-6C90-84DA-9FA16A29FF55}"/>
              </a:ext>
            </a:extLst>
          </p:cNvPr>
          <p:cNvSpPr>
            <a:spLocks noGrp="1"/>
          </p:cNvSpPr>
          <p:nvPr/>
        </p:nvSpPr>
        <p:spPr>
          <a:xfrm>
            <a:off x="4581964" y="5409085"/>
            <a:ext cx="1352550" cy="161925"/>
          </a:xfrm>
          <a:prstGeom prst="rect">
            <a:avLst/>
          </a:prstGeom>
          <a:solidFill>
            <a:srgbClr val="F2C19B"/>
          </a:solidFill>
          <a:ln w="0">
            <a:noFill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4" name="epidermal-cell">
            <a:extLst>
              <a:ext uri="{FF2B5EF4-FFF2-40B4-BE49-F238E27FC236}">
                <a16:creationId xmlns:a16="http://schemas.microsoft.com/office/drawing/2014/main" id="{BAD663D6-0B15-2878-28D3-144EA02EF020}"/>
              </a:ext>
            </a:extLst>
          </p:cNvPr>
          <p:cNvSpPr>
            <a:spLocks noGrp="1"/>
          </p:cNvSpPr>
          <p:nvPr/>
        </p:nvSpPr>
        <p:spPr>
          <a:xfrm>
            <a:off x="4648639" y="5437660"/>
            <a:ext cx="161925" cy="85725"/>
          </a:xfrm>
          <a:prstGeom prst="ellipse">
            <a:avLst/>
          </a:prstGeom>
          <a:solidFill>
            <a:srgbClr val="F2B98E"/>
          </a:solidFill>
          <a:ln w="1905">
            <a:solidFill>
              <a:srgbClr val="D7936A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1" name="epidermal-cell">
            <a:extLst>
              <a:ext uri="{FF2B5EF4-FFF2-40B4-BE49-F238E27FC236}">
                <a16:creationId xmlns:a16="http://schemas.microsoft.com/office/drawing/2014/main" id="{70B0CB33-D15C-F590-AC88-C21B1B3065D7}"/>
              </a:ext>
            </a:extLst>
          </p:cNvPr>
          <p:cNvSpPr>
            <a:spLocks noGrp="1"/>
          </p:cNvSpPr>
          <p:nvPr/>
        </p:nvSpPr>
        <p:spPr>
          <a:xfrm>
            <a:off x="4886764" y="5475760"/>
            <a:ext cx="161925" cy="85725"/>
          </a:xfrm>
          <a:prstGeom prst="ellipse">
            <a:avLst/>
          </a:prstGeom>
          <a:solidFill>
            <a:srgbClr val="F7D0AE"/>
          </a:solidFill>
          <a:ln w="1905">
            <a:solidFill>
              <a:srgbClr val="D7936A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5" name="epidermal-cell">
            <a:extLst>
              <a:ext uri="{FF2B5EF4-FFF2-40B4-BE49-F238E27FC236}">
                <a16:creationId xmlns:a16="http://schemas.microsoft.com/office/drawing/2014/main" id="{43B3B3D3-C355-C3CE-4F2F-2BD516A1F616}"/>
              </a:ext>
            </a:extLst>
          </p:cNvPr>
          <p:cNvSpPr>
            <a:spLocks noGrp="1"/>
          </p:cNvSpPr>
          <p:nvPr/>
        </p:nvSpPr>
        <p:spPr>
          <a:xfrm>
            <a:off x="5124889" y="5437660"/>
            <a:ext cx="161925" cy="85725"/>
          </a:xfrm>
          <a:prstGeom prst="ellipse">
            <a:avLst/>
          </a:prstGeom>
          <a:solidFill>
            <a:srgbClr val="F2B98E"/>
          </a:solidFill>
          <a:ln w="1905">
            <a:solidFill>
              <a:srgbClr val="D7936A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9" name="epidermal-cell">
            <a:extLst>
              <a:ext uri="{FF2B5EF4-FFF2-40B4-BE49-F238E27FC236}">
                <a16:creationId xmlns:a16="http://schemas.microsoft.com/office/drawing/2014/main" id="{7F3DB3B8-C276-F713-7047-BFC125990567}"/>
              </a:ext>
            </a:extLst>
          </p:cNvPr>
          <p:cNvSpPr>
            <a:spLocks noGrp="1"/>
          </p:cNvSpPr>
          <p:nvPr/>
        </p:nvSpPr>
        <p:spPr>
          <a:xfrm>
            <a:off x="5363014" y="5475760"/>
            <a:ext cx="161925" cy="85725"/>
          </a:xfrm>
          <a:prstGeom prst="ellipse">
            <a:avLst/>
          </a:prstGeom>
          <a:solidFill>
            <a:srgbClr val="F7D0AE"/>
          </a:solidFill>
          <a:ln w="1905">
            <a:solidFill>
              <a:srgbClr val="D7936A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3" name="epidermal-cell">
            <a:extLst>
              <a:ext uri="{FF2B5EF4-FFF2-40B4-BE49-F238E27FC236}">
                <a16:creationId xmlns:a16="http://schemas.microsoft.com/office/drawing/2014/main" id="{6C7B60B5-490C-1536-4426-6CEF135CC4DF}"/>
              </a:ext>
            </a:extLst>
          </p:cNvPr>
          <p:cNvSpPr>
            <a:spLocks noGrp="1"/>
          </p:cNvSpPr>
          <p:nvPr/>
        </p:nvSpPr>
        <p:spPr>
          <a:xfrm>
            <a:off x="5601139" y="5437660"/>
            <a:ext cx="161925" cy="85725"/>
          </a:xfrm>
          <a:prstGeom prst="ellipse">
            <a:avLst/>
          </a:prstGeom>
          <a:solidFill>
            <a:srgbClr val="F2B98E"/>
          </a:solidFill>
          <a:ln w="1905">
            <a:solidFill>
              <a:srgbClr val="D7936A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7" name="dermis">
            <a:extLst>
              <a:ext uri="{FF2B5EF4-FFF2-40B4-BE49-F238E27FC236}">
                <a16:creationId xmlns:a16="http://schemas.microsoft.com/office/drawing/2014/main" id="{F2686A09-925E-471C-CE7A-7E181986A79B}"/>
              </a:ext>
            </a:extLst>
          </p:cNvPr>
          <p:cNvSpPr>
            <a:spLocks noGrp="1"/>
          </p:cNvSpPr>
          <p:nvPr/>
        </p:nvSpPr>
        <p:spPr>
          <a:xfrm>
            <a:off x="4581964" y="5571010"/>
            <a:ext cx="1352550" cy="257175"/>
          </a:xfrm>
          <a:prstGeom prst="rect">
            <a:avLst/>
          </a:prstGeom>
          <a:solidFill>
            <a:srgbClr val="E9A073"/>
          </a:solidFill>
          <a:ln w="0">
            <a:noFill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1" name="dermal-cell">
            <a:extLst>
              <a:ext uri="{FF2B5EF4-FFF2-40B4-BE49-F238E27FC236}">
                <a16:creationId xmlns:a16="http://schemas.microsoft.com/office/drawing/2014/main" id="{42E3FA9E-0502-8C99-F59B-9EEC3A1F3FA0}"/>
              </a:ext>
            </a:extLst>
          </p:cNvPr>
          <p:cNvSpPr>
            <a:spLocks noGrp="1"/>
          </p:cNvSpPr>
          <p:nvPr/>
        </p:nvSpPr>
        <p:spPr>
          <a:xfrm>
            <a:off x="4705789" y="5628160"/>
            <a:ext cx="171450" cy="104775"/>
          </a:xfrm>
          <a:prstGeom prst="ellipse">
            <a:avLst/>
          </a:prstGeom>
          <a:solidFill>
            <a:srgbClr val="E5AA7A"/>
          </a:solidFill>
          <a:ln w="1905">
            <a:solidFill>
              <a:srgbClr val="D88F65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5" name="dermal-cell">
            <a:extLst>
              <a:ext uri="{FF2B5EF4-FFF2-40B4-BE49-F238E27FC236}">
                <a16:creationId xmlns:a16="http://schemas.microsoft.com/office/drawing/2014/main" id="{29D54A93-AFE6-DBD9-34AD-5DB03A362379}"/>
              </a:ext>
            </a:extLst>
          </p:cNvPr>
          <p:cNvSpPr>
            <a:spLocks noGrp="1"/>
          </p:cNvSpPr>
          <p:nvPr/>
        </p:nvSpPr>
        <p:spPr>
          <a:xfrm>
            <a:off x="5001064" y="5656735"/>
            <a:ext cx="171450" cy="104775"/>
          </a:xfrm>
          <a:prstGeom prst="ellipse">
            <a:avLst/>
          </a:prstGeom>
          <a:solidFill>
            <a:srgbClr val="E5AA7A"/>
          </a:solidFill>
          <a:ln w="1905">
            <a:solidFill>
              <a:srgbClr val="D88F65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9" name="dermal-cell">
            <a:extLst>
              <a:ext uri="{FF2B5EF4-FFF2-40B4-BE49-F238E27FC236}">
                <a16:creationId xmlns:a16="http://schemas.microsoft.com/office/drawing/2014/main" id="{FB0E780F-2814-6711-E430-4D0D7E674C97}"/>
              </a:ext>
            </a:extLst>
          </p:cNvPr>
          <p:cNvSpPr>
            <a:spLocks noGrp="1"/>
          </p:cNvSpPr>
          <p:nvPr/>
        </p:nvSpPr>
        <p:spPr>
          <a:xfrm>
            <a:off x="5296339" y="5628160"/>
            <a:ext cx="171450" cy="104775"/>
          </a:xfrm>
          <a:prstGeom prst="ellipse">
            <a:avLst/>
          </a:prstGeom>
          <a:solidFill>
            <a:srgbClr val="E5AA7A"/>
          </a:solidFill>
          <a:ln w="1905">
            <a:solidFill>
              <a:srgbClr val="D88F65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3" name="dermal-cell">
            <a:extLst>
              <a:ext uri="{FF2B5EF4-FFF2-40B4-BE49-F238E27FC236}">
                <a16:creationId xmlns:a16="http://schemas.microsoft.com/office/drawing/2014/main" id="{14847674-CA20-121E-739E-5E7004B5A146}"/>
              </a:ext>
            </a:extLst>
          </p:cNvPr>
          <p:cNvSpPr>
            <a:spLocks noGrp="1"/>
          </p:cNvSpPr>
          <p:nvPr/>
        </p:nvSpPr>
        <p:spPr>
          <a:xfrm>
            <a:off x="5591614" y="5656735"/>
            <a:ext cx="171450" cy="104775"/>
          </a:xfrm>
          <a:prstGeom prst="ellipse">
            <a:avLst/>
          </a:prstGeom>
          <a:solidFill>
            <a:srgbClr val="E5AA7A"/>
          </a:solidFill>
          <a:ln w="1905">
            <a:solidFill>
              <a:srgbClr val="D88F65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7" name="pore-opening">
            <a:extLst>
              <a:ext uri="{FF2B5EF4-FFF2-40B4-BE49-F238E27FC236}">
                <a16:creationId xmlns:a16="http://schemas.microsoft.com/office/drawing/2014/main" id="{C9827D2C-5C8C-8693-7869-6D473B9503F7}"/>
              </a:ext>
            </a:extLst>
          </p:cNvPr>
          <p:cNvSpPr>
            <a:spLocks noGrp="1"/>
          </p:cNvSpPr>
          <p:nvPr/>
        </p:nvSpPr>
        <p:spPr>
          <a:xfrm rot="10800000">
            <a:off x="5204137" y="5266210"/>
            <a:ext cx="238125" cy="133350"/>
          </a:xfrm>
          <a:prstGeom prst="trapezoid">
            <a:avLst/>
          </a:prstGeom>
          <a:solidFill>
            <a:srgbClr val="FFF9F1"/>
          </a:solidFill>
          <a:ln w="2858">
            <a:solidFill>
              <a:srgbClr val="D79B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14" name="pore-channel">
            <a:extLst>
              <a:ext uri="{FF2B5EF4-FFF2-40B4-BE49-F238E27FC236}">
                <a16:creationId xmlns:a16="http://schemas.microsoft.com/office/drawing/2014/main" id="{F4670C99-0682-C7A1-32AC-76C151E47FDC}"/>
              </a:ext>
            </a:extLst>
          </p:cNvPr>
          <p:cNvSpPr>
            <a:spLocks noGrp="1"/>
          </p:cNvSpPr>
          <p:nvPr/>
        </p:nvSpPr>
        <p:spPr>
          <a:xfrm>
            <a:off x="5261287" y="5380510"/>
            <a:ext cx="123825" cy="266700"/>
          </a:xfrm>
          <a:prstGeom prst="roundRect">
            <a:avLst>
              <a:gd name="adj" fmla="val 50000"/>
            </a:avLst>
          </a:prstGeom>
          <a:solidFill>
            <a:srgbClr val="F2D0B0"/>
          </a:solidFill>
          <a:ln w="2858">
            <a:solidFill>
              <a:srgbClr val="D79B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52" name="makeup-sebum-residue">
            <a:extLst>
              <a:ext uri="{FF2B5EF4-FFF2-40B4-BE49-F238E27FC236}">
                <a16:creationId xmlns:a16="http://schemas.microsoft.com/office/drawing/2014/main" id="{D3D6D851-FAC9-0590-8DAB-36E9183AB470}"/>
              </a:ext>
            </a:extLst>
          </p:cNvPr>
          <p:cNvSpPr>
            <a:spLocks noGrp="1"/>
          </p:cNvSpPr>
          <p:nvPr/>
        </p:nvSpPr>
        <p:spPr>
          <a:xfrm>
            <a:off x="5242237" y="5313835"/>
            <a:ext cx="57150" cy="45720"/>
          </a:xfrm>
          <a:prstGeom prst="hexagon">
            <a:avLst/>
          </a:prstGeom>
          <a:solidFill>
            <a:srgbClr val="575A56"/>
          </a:solidFill>
          <a:ln w="1905">
            <a:solidFill>
              <a:srgbClr val="404743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54" name="makeup-sebum-residue">
            <a:extLst>
              <a:ext uri="{FF2B5EF4-FFF2-40B4-BE49-F238E27FC236}">
                <a16:creationId xmlns:a16="http://schemas.microsoft.com/office/drawing/2014/main" id="{3C6D262B-7DDB-540A-6567-A2144B0626C3}"/>
              </a:ext>
            </a:extLst>
          </p:cNvPr>
          <p:cNvSpPr>
            <a:spLocks noGrp="1"/>
          </p:cNvSpPr>
          <p:nvPr/>
        </p:nvSpPr>
        <p:spPr>
          <a:xfrm>
            <a:off x="5337487" y="5342410"/>
            <a:ext cx="47625" cy="38100"/>
          </a:xfrm>
          <a:prstGeom prst="hexagon">
            <a:avLst/>
          </a:prstGeom>
          <a:solidFill>
            <a:srgbClr val="575A56"/>
          </a:solidFill>
          <a:ln w="1905">
            <a:solidFill>
              <a:srgbClr val="404743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57" name="makeup-sebum-residue">
            <a:extLst>
              <a:ext uri="{FF2B5EF4-FFF2-40B4-BE49-F238E27FC236}">
                <a16:creationId xmlns:a16="http://schemas.microsoft.com/office/drawing/2014/main" id="{AAAEF7DE-1A9B-BEC9-BCFB-6E0FCCA130E4}"/>
              </a:ext>
            </a:extLst>
          </p:cNvPr>
          <p:cNvSpPr>
            <a:spLocks noGrp="1"/>
          </p:cNvSpPr>
          <p:nvPr/>
        </p:nvSpPr>
        <p:spPr>
          <a:xfrm>
            <a:off x="5299387" y="5418610"/>
            <a:ext cx="57150" cy="45720"/>
          </a:xfrm>
          <a:prstGeom prst="hexagon">
            <a:avLst/>
          </a:prstGeom>
          <a:solidFill>
            <a:srgbClr val="575A56"/>
          </a:solidFill>
          <a:ln w="1905">
            <a:solidFill>
              <a:srgbClr val="404743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59" name="makeup-sebum-residue">
            <a:extLst>
              <a:ext uri="{FF2B5EF4-FFF2-40B4-BE49-F238E27FC236}">
                <a16:creationId xmlns:a16="http://schemas.microsoft.com/office/drawing/2014/main" id="{C67F431E-FB1D-CDDD-F2A5-611ECDD170E2}"/>
              </a:ext>
            </a:extLst>
          </p:cNvPr>
          <p:cNvSpPr>
            <a:spLocks noGrp="1"/>
          </p:cNvSpPr>
          <p:nvPr/>
        </p:nvSpPr>
        <p:spPr>
          <a:xfrm>
            <a:off x="5347012" y="5494810"/>
            <a:ext cx="47625" cy="38100"/>
          </a:xfrm>
          <a:prstGeom prst="hexagon">
            <a:avLst/>
          </a:prstGeom>
          <a:solidFill>
            <a:srgbClr val="575A56"/>
          </a:solidFill>
          <a:ln w="1905">
            <a:solidFill>
              <a:srgbClr val="404743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61" name="micelle-shell">
            <a:extLst>
              <a:ext uri="{FF2B5EF4-FFF2-40B4-BE49-F238E27FC236}">
                <a16:creationId xmlns:a16="http://schemas.microsoft.com/office/drawing/2014/main" id="{D351188C-D0E8-1DAE-21DF-A6A0372E72F5}"/>
              </a:ext>
            </a:extLst>
          </p:cNvPr>
          <p:cNvSpPr>
            <a:spLocks noGrp="1"/>
          </p:cNvSpPr>
          <p:nvPr/>
        </p:nvSpPr>
        <p:spPr>
          <a:xfrm>
            <a:off x="5223187" y="5066185"/>
            <a:ext cx="114300" cy="114300"/>
          </a:xfrm>
          <a:prstGeom prst="ellipse">
            <a:avLst/>
          </a:prstGeom>
          <a:solidFill>
            <a:srgbClr val="E1F3F3"/>
          </a:solidFill>
          <a:ln w="5715">
            <a:solidFill>
              <a:srgbClr val="3B9EAE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63" name="micelle-core">
            <a:extLst>
              <a:ext uri="{FF2B5EF4-FFF2-40B4-BE49-F238E27FC236}">
                <a16:creationId xmlns:a16="http://schemas.microsoft.com/office/drawing/2014/main" id="{9C30E3F6-D27B-C7E2-C180-E3DB659ED3AD}"/>
              </a:ext>
            </a:extLst>
          </p:cNvPr>
          <p:cNvSpPr>
            <a:spLocks noGrp="1"/>
          </p:cNvSpPr>
          <p:nvPr/>
        </p:nvSpPr>
        <p:spPr>
          <a:xfrm>
            <a:off x="5248905" y="5091903"/>
            <a:ext cx="62865" cy="62865"/>
          </a:xfrm>
          <a:prstGeom prst="ellipse">
            <a:avLst/>
          </a:prstGeom>
          <a:solidFill>
            <a:srgbClr val="FFFFFF"/>
          </a:solidFill>
          <a:ln w="2381">
            <a:solidFill>
              <a:srgbClr val="B5DCE1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65" name="micelle-shell">
            <a:extLst>
              <a:ext uri="{FF2B5EF4-FFF2-40B4-BE49-F238E27FC236}">
                <a16:creationId xmlns:a16="http://schemas.microsoft.com/office/drawing/2014/main" id="{0D56C48D-29E1-B16F-EA6C-5CCE7B18EA4D}"/>
              </a:ext>
            </a:extLst>
          </p:cNvPr>
          <p:cNvSpPr>
            <a:spLocks noGrp="1"/>
          </p:cNvSpPr>
          <p:nvPr/>
        </p:nvSpPr>
        <p:spPr>
          <a:xfrm>
            <a:off x="5400228" y="5022370"/>
            <a:ext cx="95250" cy="95250"/>
          </a:xfrm>
          <a:prstGeom prst="ellipse">
            <a:avLst/>
          </a:prstGeom>
          <a:solidFill>
            <a:srgbClr val="E1F3F3"/>
          </a:solidFill>
          <a:ln w="5715">
            <a:solidFill>
              <a:srgbClr val="3B9EAE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67" name="micelle-core">
            <a:extLst>
              <a:ext uri="{FF2B5EF4-FFF2-40B4-BE49-F238E27FC236}">
                <a16:creationId xmlns:a16="http://schemas.microsoft.com/office/drawing/2014/main" id="{BAC1EF0D-39AD-830C-77DC-09EDCAD87196}"/>
              </a:ext>
            </a:extLst>
          </p:cNvPr>
          <p:cNvSpPr>
            <a:spLocks noGrp="1"/>
          </p:cNvSpPr>
          <p:nvPr/>
        </p:nvSpPr>
        <p:spPr>
          <a:xfrm>
            <a:off x="5416068" y="5049516"/>
            <a:ext cx="52388" cy="52388"/>
          </a:xfrm>
          <a:prstGeom prst="ellipse">
            <a:avLst/>
          </a:prstGeom>
          <a:solidFill>
            <a:srgbClr val="FFFFFF"/>
          </a:solidFill>
          <a:ln w="2381">
            <a:solidFill>
              <a:srgbClr val="B5DCE1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69" name="line">
            <a:extLst>
              <a:ext uri="{FF2B5EF4-FFF2-40B4-BE49-F238E27FC236}">
                <a16:creationId xmlns:a16="http://schemas.microsoft.com/office/drawing/2014/main" id="{50743F7A-6632-831C-1E3A-D31773DC8F1C}"/>
              </a:ext>
            </a:extLst>
          </p:cNvPr>
          <p:cNvSpPr>
            <a:spLocks noGrp="1"/>
          </p:cNvSpPr>
          <p:nvPr/>
        </p:nvSpPr>
        <p:spPr>
          <a:xfrm>
            <a:off x="5289862" y="5180485"/>
            <a:ext cx="0" cy="85725"/>
          </a:xfrm>
          <a:prstGeom prst="line">
            <a:avLst/>
          </a:prstGeom>
          <a:noFill/>
          <a:ln w="5239">
            <a:solidFill>
              <a:srgbClr val="3B9EAE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71" name="line">
            <a:extLst>
              <a:ext uri="{FF2B5EF4-FFF2-40B4-BE49-F238E27FC236}">
                <a16:creationId xmlns:a16="http://schemas.microsoft.com/office/drawing/2014/main" id="{A9B50836-19E0-6E58-8909-0F64C295EAA2}"/>
              </a:ext>
            </a:extLst>
          </p:cNvPr>
          <p:cNvSpPr>
            <a:spLocks noGrp="1"/>
          </p:cNvSpPr>
          <p:nvPr/>
        </p:nvSpPr>
        <p:spPr>
          <a:xfrm>
            <a:off x="5461312" y="5142385"/>
            <a:ext cx="0" cy="114300"/>
          </a:xfrm>
          <a:prstGeom prst="line">
            <a:avLst/>
          </a:prstGeom>
          <a:noFill/>
          <a:ln w="4763">
            <a:solidFill>
              <a:srgbClr val="3B9EAE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73" name="process-arrow">
            <a:extLst>
              <a:ext uri="{FF2B5EF4-FFF2-40B4-BE49-F238E27FC236}">
                <a16:creationId xmlns:a16="http://schemas.microsoft.com/office/drawing/2014/main" id="{92CACE55-031D-54A7-E141-2BF682649263}"/>
              </a:ext>
            </a:extLst>
          </p:cNvPr>
          <p:cNvSpPr>
            <a:spLocks noGrp="1"/>
          </p:cNvSpPr>
          <p:nvPr/>
        </p:nvSpPr>
        <p:spPr>
          <a:xfrm>
            <a:off x="5953564" y="5466235"/>
            <a:ext cx="133350" cy="95250"/>
          </a:xfrm>
          <a:prstGeom prst="rightArrow">
            <a:avLst/>
          </a:prstGeom>
          <a:solidFill>
            <a:srgbClr val="3B9EAE"/>
          </a:solidFill>
          <a:ln w="0">
            <a:noFill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75" name="step-badge">
            <a:extLst>
              <a:ext uri="{FF2B5EF4-FFF2-40B4-BE49-F238E27FC236}">
                <a16:creationId xmlns:a16="http://schemas.microsoft.com/office/drawing/2014/main" id="{12D62C92-3308-47FE-A53C-74B38AE63D13}"/>
              </a:ext>
            </a:extLst>
          </p:cNvPr>
          <p:cNvSpPr>
            <a:spLocks noGrp="1"/>
          </p:cNvSpPr>
          <p:nvPr/>
        </p:nvSpPr>
        <p:spPr>
          <a:xfrm>
            <a:off x="6086914" y="4842920"/>
            <a:ext cx="238125" cy="152400"/>
          </a:xfrm>
          <a:prstGeom prst="roundRect">
            <a:avLst>
              <a:gd name="adj" fmla="val 50000"/>
            </a:avLst>
          </a:prstGeom>
          <a:solidFill>
            <a:srgbClr val="2B614D"/>
          </a:solidFill>
          <a:ln w="0">
            <a:noFill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69" name="step-number">
            <a:extLst>
              <a:ext uri="{FF2B5EF4-FFF2-40B4-BE49-F238E27FC236}">
                <a16:creationId xmlns:a16="http://schemas.microsoft.com/office/drawing/2014/main" id="{9CE52FE2-F032-C9E5-F9B9-2954DB53FB80}"/>
              </a:ext>
            </a:extLst>
          </p:cNvPr>
          <p:cNvSpPr>
            <a:spLocks noGrp="1"/>
          </p:cNvSpPr>
          <p:nvPr/>
        </p:nvSpPr>
        <p:spPr>
          <a:xfrm>
            <a:off x="6086914" y="4859533"/>
            <a:ext cx="238125" cy="133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585" b="1">
                <a:solidFill>
                  <a:srgbClr val="FFFFFF"/>
                </a:solidFill>
                <a:latin typeface="Paperlogy"/>
                <a:ea typeface="Paperlogy"/>
                <a:cs typeface="Paperlogy"/>
              </a:defRPr>
            </a:pPr>
            <a:r>
              <a:rPr sz="55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Paperlogy"/>
              </a:rPr>
              <a:t>2</a:t>
            </a:r>
          </a:p>
        </p:txBody>
      </p:sp>
      <p:sp>
        <p:nvSpPr>
          <p:cNvPr id="771" name="step-title">
            <a:extLst>
              <a:ext uri="{FF2B5EF4-FFF2-40B4-BE49-F238E27FC236}">
                <a16:creationId xmlns:a16="http://schemas.microsoft.com/office/drawing/2014/main" id="{B6AAA849-C9B8-B357-20A7-70381BED6F71}"/>
              </a:ext>
            </a:extLst>
          </p:cNvPr>
          <p:cNvSpPr>
            <a:spLocks noGrp="1"/>
          </p:cNvSpPr>
          <p:nvPr/>
        </p:nvSpPr>
        <p:spPr>
          <a:xfrm>
            <a:off x="6382189" y="4842920"/>
            <a:ext cx="1200150" cy="142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630" b="1">
                <a:solidFill>
                  <a:srgbClr val="2B614D"/>
                </a:solidFill>
                <a:latin typeface="Paperlogy"/>
                <a:ea typeface="Paperlogy"/>
                <a:cs typeface="Paperlogy"/>
              </a:defRPr>
            </a:pPr>
            <a:r>
              <a:rPr sz="600" b="1" dirty="0">
                <a:solidFill>
                  <a:srgbClr val="2B614D"/>
                </a:solidFill>
                <a:latin typeface="페이퍼로지 5 Medium" pitchFamily="2" charset="-127"/>
                <a:ea typeface="페이퍼로지 5 Medium" pitchFamily="2" charset="-127"/>
                <a:cs typeface="Paperlogy"/>
              </a:rPr>
              <a:t>MICELLE CAPTURE</a:t>
            </a:r>
          </a:p>
        </p:txBody>
      </p:sp>
      <p:sp>
        <p:nvSpPr>
          <p:cNvPr id="773" name="step-caption">
            <a:extLst>
              <a:ext uri="{FF2B5EF4-FFF2-40B4-BE49-F238E27FC236}">
                <a16:creationId xmlns:a16="http://schemas.microsoft.com/office/drawing/2014/main" id="{ADAFB14F-F581-7811-4BCD-2AB68B2B120E}"/>
              </a:ext>
            </a:extLst>
          </p:cNvPr>
          <p:cNvSpPr>
            <a:spLocks noGrp="1"/>
          </p:cNvSpPr>
          <p:nvPr/>
        </p:nvSpPr>
        <p:spPr>
          <a:xfrm>
            <a:off x="6114075" y="5864630"/>
            <a:ext cx="1390650" cy="114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593" b="0">
                <a:solidFill>
                  <a:srgbClr val="73827A"/>
                </a:solidFill>
                <a:latin typeface="Paperlogy"/>
                <a:ea typeface="Paperlogy"/>
                <a:cs typeface="Paperlogy"/>
              </a:defRPr>
            </a:pPr>
            <a:r>
              <a:rPr sz="700" b="0">
                <a:solidFill>
                  <a:srgbClr val="73827A"/>
                </a:solidFill>
                <a:latin typeface="페이퍼로지 5 Medium" pitchFamily="2" charset="-127"/>
                <a:ea typeface="페이퍼로지 5 Medium" pitchFamily="2" charset="-127"/>
                <a:cs typeface="Paperlogy"/>
              </a:rPr>
              <a:t>미셀 구조가 피지·메이크업 포집</a:t>
            </a:r>
          </a:p>
        </p:txBody>
      </p:sp>
      <p:sp>
        <p:nvSpPr>
          <p:cNvPr id="775" name="aqueous-surface">
            <a:extLst>
              <a:ext uri="{FF2B5EF4-FFF2-40B4-BE49-F238E27FC236}">
                <a16:creationId xmlns:a16="http://schemas.microsoft.com/office/drawing/2014/main" id="{9EFF8FD7-0E26-3DAA-1D84-AC71DF2DA2C8}"/>
              </a:ext>
            </a:extLst>
          </p:cNvPr>
          <p:cNvSpPr>
            <a:spLocks noGrp="1"/>
          </p:cNvSpPr>
          <p:nvPr/>
        </p:nvSpPr>
        <p:spPr>
          <a:xfrm>
            <a:off x="6086914" y="5218585"/>
            <a:ext cx="1352550" cy="47625"/>
          </a:xfrm>
          <a:prstGeom prst="rect">
            <a:avLst/>
          </a:prstGeom>
          <a:solidFill>
            <a:srgbClr val="E1F3F3"/>
          </a:solidFill>
          <a:ln w="0">
            <a:noFill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77" name="stratum-corneum">
            <a:extLst>
              <a:ext uri="{FF2B5EF4-FFF2-40B4-BE49-F238E27FC236}">
                <a16:creationId xmlns:a16="http://schemas.microsoft.com/office/drawing/2014/main" id="{0357A92F-DF2F-03AD-E4F3-C40BF9C38CD7}"/>
              </a:ext>
            </a:extLst>
          </p:cNvPr>
          <p:cNvSpPr>
            <a:spLocks noGrp="1"/>
          </p:cNvSpPr>
          <p:nvPr/>
        </p:nvSpPr>
        <p:spPr>
          <a:xfrm>
            <a:off x="6086914" y="5266210"/>
            <a:ext cx="1352550" cy="142875"/>
          </a:xfrm>
          <a:prstGeom prst="rect">
            <a:avLst/>
          </a:prstGeom>
          <a:solidFill>
            <a:srgbClr val="F7E0C5"/>
          </a:solidFill>
          <a:ln w="0">
            <a:noFill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80" name="corneocyte">
            <a:extLst>
              <a:ext uri="{FF2B5EF4-FFF2-40B4-BE49-F238E27FC236}">
                <a16:creationId xmlns:a16="http://schemas.microsoft.com/office/drawing/2014/main" id="{A9E2725F-E289-EBAC-0C55-85E3A826D645}"/>
              </a:ext>
            </a:extLst>
          </p:cNvPr>
          <p:cNvSpPr>
            <a:spLocks noGrp="1"/>
          </p:cNvSpPr>
          <p:nvPr/>
        </p:nvSpPr>
        <p:spPr>
          <a:xfrm>
            <a:off x="6115489" y="5285260"/>
            <a:ext cx="238125" cy="47625"/>
          </a:xfrm>
          <a:prstGeom prst="roundRect">
            <a:avLst>
              <a:gd name="adj" fmla="val 50000"/>
            </a:avLst>
          </a:prstGeom>
          <a:solidFill>
            <a:srgbClr val="FBE7D2"/>
          </a:solidFill>
          <a:ln w="1905">
            <a:solidFill>
              <a:srgbClr val="D89A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82" name="corneocyte">
            <a:extLst>
              <a:ext uri="{FF2B5EF4-FFF2-40B4-BE49-F238E27FC236}">
                <a16:creationId xmlns:a16="http://schemas.microsoft.com/office/drawing/2014/main" id="{91320487-73C2-366E-3615-C2205B9285E6}"/>
              </a:ext>
            </a:extLst>
          </p:cNvPr>
          <p:cNvSpPr>
            <a:spLocks noGrp="1"/>
          </p:cNvSpPr>
          <p:nvPr/>
        </p:nvSpPr>
        <p:spPr>
          <a:xfrm>
            <a:off x="6382189" y="5285260"/>
            <a:ext cx="238125" cy="47625"/>
          </a:xfrm>
          <a:prstGeom prst="roundRect">
            <a:avLst>
              <a:gd name="adj" fmla="val 50000"/>
            </a:avLst>
          </a:prstGeom>
          <a:solidFill>
            <a:srgbClr val="FBE7D2"/>
          </a:solidFill>
          <a:ln w="1905">
            <a:solidFill>
              <a:srgbClr val="D89A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84" name="corneocyte">
            <a:extLst>
              <a:ext uri="{FF2B5EF4-FFF2-40B4-BE49-F238E27FC236}">
                <a16:creationId xmlns:a16="http://schemas.microsoft.com/office/drawing/2014/main" id="{24DF9953-FC1E-B6C5-D972-B0FC9E9F828D}"/>
              </a:ext>
            </a:extLst>
          </p:cNvPr>
          <p:cNvSpPr>
            <a:spLocks noGrp="1"/>
          </p:cNvSpPr>
          <p:nvPr/>
        </p:nvSpPr>
        <p:spPr>
          <a:xfrm>
            <a:off x="6648889" y="5285260"/>
            <a:ext cx="238125" cy="47625"/>
          </a:xfrm>
          <a:prstGeom prst="roundRect">
            <a:avLst>
              <a:gd name="adj" fmla="val 50000"/>
            </a:avLst>
          </a:prstGeom>
          <a:solidFill>
            <a:srgbClr val="FBE7D2"/>
          </a:solidFill>
          <a:ln w="1905">
            <a:solidFill>
              <a:srgbClr val="D89A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86" name="corneocyte">
            <a:extLst>
              <a:ext uri="{FF2B5EF4-FFF2-40B4-BE49-F238E27FC236}">
                <a16:creationId xmlns:a16="http://schemas.microsoft.com/office/drawing/2014/main" id="{052BA740-E142-D0B8-B7C9-229C92604795}"/>
              </a:ext>
            </a:extLst>
          </p:cNvPr>
          <p:cNvSpPr>
            <a:spLocks noGrp="1"/>
          </p:cNvSpPr>
          <p:nvPr/>
        </p:nvSpPr>
        <p:spPr>
          <a:xfrm>
            <a:off x="6915589" y="5285260"/>
            <a:ext cx="238125" cy="47625"/>
          </a:xfrm>
          <a:prstGeom prst="roundRect">
            <a:avLst>
              <a:gd name="adj" fmla="val 50000"/>
            </a:avLst>
          </a:prstGeom>
          <a:solidFill>
            <a:srgbClr val="FBE7D2"/>
          </a:solidFill>
          <a:ln w="1905">
            <a:solidFill>
              <a:srgbClr val="D89A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88" name="corneocyte">
            <a:extLst>
              <a:ext uri="{FF2B5EF4-FFF2-40B4-BE49-F238E27FC236}">
                <a16:creationId xmlns:a16="http://schemas.microsoft.com/office/drawing/2014/main" id="{E6EED42C-8C73-4194-793E-DA0A88216F46}"/>
              </a:ext>
            </a:extLst>
          </p:cNvPr>
          <p:cNvSpPr>
            <a:spLocks noGrp="1"/>
          </p:cNvSpPr>
          <p:nvPr/>
        </p:nvSpPr>
        <p:spPr>
          <a:xfrm>
            <a:off x="6220264" y="5342410"/>
            <a:ext cx="238125" cy="47625"/>
          </a:xfrm>
          <a:prstGeom prst="roundRect">
            <a:avLst>
              <a:gd name="adj" fmla="val 50000"/>
            </a:avLst>
          </a:prstGeom>
          <a:solidFill>
            <a:srgbClr val="F6D4B3"/>
          </a:solidFill>
          <a:ln w="1905">
            <a:solidFill>
              <a:srgbClr val="D89A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90" name="corneocyte">
            <a:extLst>
              <a:ext uri="{FF2B5EF4-FFF2-40B4-BE49-F238E27FC236}">
                <a16:creationId xmlns:a16="http://schemas.microsoft.com/office/drawing/2014/main" id="{BB34A1D7-C598-18B4-5989-3339EBF5613C}"/>
              </a:ext>
            </a:extLst>
          </p:cNvPr>
          <p:cNvSpPr>
            <a:spLocks noGrp="1"/>
          </p:cNvSpPr>
          <p:nvPr/>
        </p:nvSpPr>
        <p:spPr>
          <a:xfrm>
            <a:off x="6486964" y="5342410"/>
            <a:ext cx="238125" cy="47625"/>
          </a:xfrm>
          <a:prstGeom prst="roundRect">
            <a:avLst>
              <a:gd name="adj" fmla="val 50000"/>
            </a:avLst>
          </a:prstGeom>
          <a:solidFill>
            <a:srgbClr val="F6D4B3"/>
          </a:solidFill>
          <a:ln w="1905">
            <a:solidFill>
              <a:srgbClr val="D89A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92" name="corneocyte">
            <a:extLst>
              <a:ext uri="{FF2B5EF4-FFF2-40B4-BE49-F238E27FC236}">
                <a16:creationId xmlns:a16="http://schemas.microsoft.com/office/drawing/2014/main" id="{B89D44C7-9377-9627-8B80-696086FF6C02}"/>
              </a:ext>
            </a:extLst>
          </p:cNvPr>
          <p:cNvSpPr>
            <a:spLocks noGrp="1"/>
          </p:cNvSpPr>
          <p:nvPr/>
        </p:nvSpPr>
        <p:spPr>
          <a:xfrm>
            <a:off x="6753664" y="5342410"/>
            <a:ext cx="238125" cy="47625"/>
          </a:xfrm>
          <a:prstGeom prst="roundRect">
            <a:avLst>
              <a:gd name="adj" fmla="val 50000"/>
            </a:avLst>
          </a:prstGeom>
          <a:solidFill>
            <a:srgbClr val="F6D4B3"/>
          </a:solidFill>
          <a:ln w="1905">
            <a:solidFill>
              <a:srgbClr val="D89A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94" name="corneocyte">
            <a:extLst>
              <a:ext uri="{FF2B5EF4-FFF2-40B4-BE49-F238E27FC236}">
                <a16:creationId xmlns:a16="http://schemas.microsoft.com/office/drawing/2014/main" id="{2F190BE9-3579-BEF8-9F6E-87EA5A1C960A}"/>
              </a:ext>
            </a:extLst>
          </p:cNvPr>
          <p:cNvSpPr>
            <a:spLocks noGrp="1"/>
          </p:cNvSpPr>
          <p:nvPr/>
        </p:nvSpPr>
        <p:spPr>
          <a:xfrm>
            <a:off x="7020364" y="5342410"/>
            <a:ext cx="238125" cy="47625"/>
          </a:xfrm>
          <a:prstGeom prst="roundRect">
            <a:avLst>
              <a:gd name="adj" fmla="val 50000"/>
            </a:avLst>
          </a:prstGeom>
          <a:solidFill>
            <a:srgbClr val="F6D4B3"/>
          </a:solidFill>
          <a:ln w="1905">
            <a:solidFill>
              <a:srgbClr val="D89A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96" name="epidermis">
            <a:extLst>
              <a:ext uri="{FF2B5EF4-FFF2-40B4-BE49-F238E27FC236}">
                <a16:creationId xmlns:a16="http://schemas.microsoft.com/office/drawing/2014/main" id="{5356F6A6-CE3B-AA79-53EE-3621B399F240}"/>
              </a:ext>
            </a:extLst>
          </p:cNvPr>
          <p:cNvSpPr>
            <a:spLocks noGrp="1"/>
          </p:cNvSpPr>
          <p:nvPr/>
        </p:nvSpPr>
        <p:spPr>
          <a:xfrm>
            <a:off x="6086914" y="5409085"/>
            <a:ext cx="1352550" cy="161925"/>
          </a:xfrm>
          <a:prstGeom prst="rect">
            <a:avLst/>
          </a:prstGeom>
          <a:solidFill>
            <a:srgbClr val="F2C19B"/>
          </a:solidFill>
          <a:ln w="0">
            <a:noFill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98" name="epidermal-cell">
            <a:extLst>
              <a:ext uri="{FF2B5EF4-FFF2-40B4-BE49-F238E27FC236}">
                <a16:creationId xmlns:a16="http://schemas.microsoft.com/office/drawing/2014/main" id="{359B5607-80B4-C604-E6C8-2973545C8D1C}"/>
              </a:ext>
            </a:extLst>
          </p:cNvPr>
          <p:cNvSpPr>
            <a:spLocks noGrp="1"/>
          </p:cNvSpPr>
          <p:nvPr/>
        </p:nvSpPr>
        <p:spPr>
          <a:xfrm>
            <a:off x="6153589" y="5437660"/>
            <a:ext cx="161925" cy="85725"/>
          </a:xfrm>
          <a:prstGeom prst="ellipse">
            <a:avLst/>
          </a:prstGeom>
          <a:solidFill>
            <a:srgbClr val="F2B98E"/>
          </a:solidFill>
          <a:ln w="1905">
            <a:solidFill>
              <a:srgbClr val="D7936A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00" name="epidermal-cell">
            <a:extLst>
              <a:ext uri="{FF2B5EF4-FFF2-40B4-BE49-F238E27FC236}">
                <a16:creationId xmlns:a16="http://schemas.microsoft.com/office/drawing/2014/main" id="{AE7ECF88-5DF0-6B2C-8D17-0241799C8A19}"/>
              </a:ext>
            </a:extLst>
          </p:cNvPr>
          <p:cNvSpPr>
            <a:spLocks noGrp="1"/>
          </p:cNvSpPr>
          <p:nvPr/>
        </p:nvSpPr>
        <p:spPr>
          <a:xfrm>
            <a:off x="6391714" y="5475760"/>
            <a:ext cx="161925" cy="85725"/>
          </a:xfrm>
          <a:prstGeom prst="ellipse">
            <a:avLst/>
          </a:prstGeom>
          <a:solidFill>
            <a:srgbClr val="F7D0AE"/>
          </a:solidFill>
          <a:ln w="1905">
            <a:solidFill>
              <a:srgbClr val="D7936A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02" name="epidermal-cell">
            <a:extLst>
              <a:ext uri="{FF2B5EF4-FFF2-40B4-BE49-F238E27FC236}">
                <a16:creationId xmlns:a16="http://schemas.microsoft.com/office/drawing/2014/main" id="{761345D2-C71E-5343-9F1D-DD9076305979}"/>
              </a:ext>
            </a:extLst>
          </p:cNvPr>
          <p:cNvSpPr>
            <a:spLocks noGrp="1"/>
          </p:cNvSpPr>
          <p:nvPr/>
        </p:nvSpPr>
        <p:spPr>
          <a:xfrm>
            <a:off x="6629839" y="5437660"/>
            <a:ext cx="161925" cy="85725"/>
          </a:xfrm>
          <a:prstGeom prst="ellipse">
            <a:avLst/>
          </a:prstGeom>
          <a:solidFill>
            <a:srgbClr val="F2B98E"/>
          </a:solidFill>
          <a:ln w="1905">
            <a:solidFill>
              <a:srgbClr val="D7936A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04" name="epidermal-cell">
            <a:extLst>
              <a:ext uri="{FF2B5EF4-FFF2-40B4-BE49-F238E27FC236}">
                <a16:creationId xmlns:a16="http://schemas.microsoft.com/office/drawing/2014/main" id="{E1FA36E0-A14F-23BE-EFED-FD75A73CA5D8}"/>
              </a:ext>
            </a:extLst>
          </p:cNvPr>
          <p:cNvSpPr>
            <a:spLocks noGrp="1"/>
          </p:cNvSpPr>
          <p:nvPr/>
        </p:nvSpPr>
        <p:spPr>
          <a:xfrm>
            <a:off x="6867964" y="5475760"/>
            <a:ext cx="161925" cy="85725"/>
          </a:xfrm>
          <a:prstGeom prst="ellipse">
            <a:avLst/>
          </a:prstGeom>
          <a:solidFill>
            <a:srgbClr val="F7D0AE"/>
          </a:solidFill>
          <a:ln w="1905">
            <a:solidFill>
              <a:srgbClr val="D7936A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06" name="epidermal-cell">
            <a:extLst>
              <a:ext uri="{FF2B5EF4-FFF2-40B4-BE49-F238E27FC236}">
                <a16:creationId xmlns:a16="http://schemas.microsoft.com/office/drawing/2014/main" id="{45EBF08C-B8A4-3D19-044A-D120E7314B0C}"/>
              </a:ext>
            </a:extLst>
          </p:cNvPr>
          <p:cNvSpPr>
            <a:spLocks noGrp="1"/>
          </p:cNvSpPr>
          <p:nvPr/>
        </p:nvSpPr>
        <p:spPr>
          <a:xfrm>
            <a:off x="7106089" y="5437660"/>
            <a:ext cx="161925" cy="85725"/>
          </a:xfrm>
          <a:prstGeom prst="ellipse">
            <a:avLst/>
          </a:prstGeom>
          <a:solidFill>
            <a:srgbClr val="F2B98E"/>
          </a:solidFill>
          <a:ln w="1905">
            <a:solidFill>
              <a:srgbClr val="D7936A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08" name="dermis">
            <a:extLst>
              <a:ext uri="{FF2B5EF4-FFF2-40B4-BE49-F238E27FC236}">
                <a16:creationId xmlns:a16="http://schemas.microsoft.com/office/drawing/2014/main" id="{66AFC29D-2785-252D-6BE7-5B656A15ED85}"/>
              </a:ext>
            </a:extLst>
          </p:cNvPr>
          <p:cNvSpPr>
            <a:spLocks noGrp="1"/>
          </p:cNvSpPr>
          <p:nvPr/>
        </p:nvSpPr>
        <p:spPr>
          <a:xfrm>
            <a:off x="6086914" y="5571010"/>
            <a:ext cx="1352550" cy="257175"/>
          </a:xfrm>
          <a:prstGeom prst="rect">
            <a:avLst/>
          </a:prstGeom>
          <a:solidFill>
            <a:srgbClr val="E9A073"/>
          </a:solidFill>
          <a:ln w="0">
            <a:noFill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10" name="dermal-cell">
            <a:extLst>
              <a:ext uri="{FF2B5EF4-FFF2-40B4-BE49-F238E27FC236}">
                <a16:creationId xmlns:a16="http://schemas.microsoft.com/office/drawing/2014/main" id="{61BABED8-390F-7FDE-8593-5452C7655000}"/>
              </a:ext>
            </a:extLst>
          </p:cNvPr>
          <p:cNvSpPr>
            <a:spLocks noGrp="1"/>
          </p:cNvSpPr>
          <p:nvPr/>
        </p:nvSpPr>
        <p:spPr>
          <a:xfrm>
            <a:off x="6210739" y="5628160"/>
            <a:ext cx="171450" cy="104775"/>
          </a:xfrm>
          <a:prstGeom prst="ellipse">
            <a:avLst/>
          </a:prstGeom>
          <a:solidFill>
            <a:srgbClr val="E5AA7A"/>
          </a:solidFill>
          <a:ln w="1905">
            <a:solidFill>
              <a:srgbClr val="D88F65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12" name="dermal-cell">
            <a:extLst>
              <a:ext uri="{FF2B5EF4-FFF2-40B4-BE49-F238E27FC236}">
                <a16:creationId xmlns:a16="http://schemas.microsoft.com/office/drawing/2014/main" id="{3C6CE765-859A-D551-45A6-0EB8110491EC}"/>
              </a:ext>
            </a:extLst>
          </p:cNvPr>
          <p:cNvSpPr>
            <a:spLocks noGrp="1"/>
          </p:cNvSpPr>
          <p:nvPr/>
        </p:nvSpPr>
        <p:spPr>
          <a:xfrm>
            <a:off x="6506014" y="5656735"/>
            <a:ext cx="171450" cy="104775"/>
          </a:xfrm>
          <a:prstGeom prst="ellipse">
            <a:avLst/>
          </a:prstGeom>
          <a:solidFill>
            <a:srgbClr val="E5AA7A"/>
          </a:solidFill>
          <a:ln w="1905">
            <a:solidFill>
              <a:srgbClr val="D88F65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14" name="dermal-cell">
            <a:extLst>
              <a:ext uri="{FF2B5EF4-FFF2-40B4-BE49-F238E27FC236}">
                <a16:creationId xmlns:a16="http://schemas.microsoft.com/office/drawing/2014/main" id="{A42A8785-DA8D-EF76-1061-BEF5062BB219}"/>
              </a:ext>
            </a:extLst>
          </p:cNvPr>
          <p:cNvSpPr>
            <a:spLocks noGrp="1"/>
          </p:cNvSpPr>
          <p:nvPr/>
        </p:nvSpPr>
        <p:spPr>
          <a:xfrm>
            <a:off x="6801289" y="5628160"/>
            <a:ext cx="171450" cy="104775"/>
          </a:xfrm>
          <a:prstGeom prst="ellipse">
            <a:avLst/>
          </a:prstGeom>
          <a:solidFill>
            <a:srgbClr val="E5AA7A"/>
          </a:solidFill>
          <a:ln w="1905">
            <a:solidFill>
              <a:srgbClr val="D88F65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16" name="dermal-cell">
            <a:extLst>
              <a:ext uri="{FF2B5EF4-FFF2-40B4-BE49-F238E27FC236}">
                <a16:creationId xmlns:a16="http://schemas.microsoft.com/office/drawing/2014/main" id="{ADD13369-DCAF-5344-1516-EBBD331CE339}"/>
              </a:ext>
            </a:extLst>
          </p:cNvPr>
          <p:cNvSpPr>
            <a:spLocks noGrp="1"/>
          </p:cNvSpPr>
          <p:nvPr/>
        </p:nvSpPr>
        <p:spPr>
          <a:xfrm>
            <a:off x="7096564" y="5656735"/>
            <a:ext cx="171450" cy="104775"/>
          </a:xfrm>
          <a:prstGeom prst="ellipse">
            <a:avLst/>
          </a:prstGeom>
          <a:solidFill>
            <a:srgbClr val="E5AA7A"/>
          </a:solidFill>
          <a:ln w="1905">
            <a:solidFill>
              <a:srgbClr val="D88F65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18" name="pore-opening">
            <a:extLst>
              <a:ext uri="{FF2B5EF4-FFF2-40B4-BE49-F238E27FC236}">
                <a16:creationId xmlns:a16="http://schemas.microsoft.com/office/drawing/2014/main" id="{D2E4D6AC-96D5-A76E-307A-84CA9F28ADD5}"/>
              </a:ext>
            </a:extLst>
          </p:cNvPr>
          <p:cNvSpPr>
            <a:spLocks noGrp="1"/>
          </p:cNvSpPr>
          <p:nvPr/>
        </p:nvSpPr>
        <p:spPr>
          <a:xfrm rot="10800000">
            <a:off x="6709087" y="5266210"/>
            <a:ext cx="238125" cy="133350"/>
          </a:xfrm>
          <a:prstGeom prst="trapezoid">
            <a:avLst/>
          </a:prstGeom>
          <a:solidFill>
            <a:srgbClr val="FFF9F1"/>
          </a:solidFill>
          <a:ln w="2858">
            <a:solidFill>
              <a:srgbClr val="D79B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20" name="pore-channel">
            <a:extLst>
              <a:ext uri="{FF2B5EF4-FFF2-40B4-BE49-F238E27FC236}">
                <a16:creationId xmlns:a16="http://schemas.microsoft.com/office/drawing/2014/main" id="{E95611CA-2403-4FC2-5985-21C23E6CF956}"/>
              </a:ext>
            </a:extLst>
          </p:cNvPr>
          <p:cNvSpPr>
            <a:spLocks noGrp="1"/>
          </p:cNvSpPr>
          <p:nvPr/>
        </p:nvSpPr>
        <p:spPr>
          <a:xfrm>
            <a:off x="6766237" y="5380510"/>
            <a:ext cx="123825" cy="266700"/>
          </a:xfrm>
          <a:prstGeom prst="roundRect">
            <a:avLst>
              <a:gd name="adj" fmla="val 50000"/>
            </a:avLst>
          </a:prstGeom>
          <a:solidFill>
            <a:srgbClr val="F2D0B0"/>
          </a:solidFill>
          <a:ln w="2858">
            <a:solidFill>
              <a:srgbClr val="D79B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22" name="micelle-shell">
            <a:extLst>
              <a:ext uri="{FF2B5EF4-FFF2-40B4-BE49-F238E27FC236}">
                <a16:creationId xmlns:a16="http://schemas.microsoft.com/office/drawing/2014/main" id="{EB032118-3586-112D-668B-4C2948D69F4A}"/>
              </a:ext>
            </a:extLst>
          </p:cNvPr>
          <p:cNvSpPr>
            <a:spLocks noGrp="1"/>
          </p:cNvSpPr>
          <p:nvPr/>
        </p:nvSpPr>
        <p:spPr>
          <a:xfrm>
            <a:off x="6756712" y="5275735"/>
            <a:ext cx="152400" cy="152400"/>
          </a:xfrm>
          <a:prstGeom prst="ellipse">
            <a:avLst/>
          </a:prstGeom>
          <a:solidFill>
            <a:srgbClr val="E1F3F3"/>
          </a:solidFill>
          <a:ln w="5715">
            <a:solidFill>
              <a:srgbClr val="3B9EAE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24" name="micelle-core">
            <a:extLst>
              <a:ext uri="{FF2B5EF4-FFF2-40B4-BE49-F238E27FC236}">
                <a16:creationId xmlns:a16="http://schemas.microsoft.com/office/drawing/2014/main" id="{2D87AE90-4A2A-8ED3-5912-604C0FC71019}"/>
              </a:ext>
            </a:extLst>
          </p:cNvPr>
          <p:cNvSpPr>
            <a:spLocks noGrp="1"/>
          </p:cNvSpPr>
          <p:nvPr/>
        </p:nvSpPr>
        <p:spPr>
          <a:xfrm>
            <a:off x="6791002" y="5310025"/>
            <a:ext cx="83820" cy="83820"/>
          </a:xfrm>
          <a:prstGeom prst="ellipse">
            <a:avLst/>
          </a:prstGeom>
          <a:solidFill>
            <a:srgbClr val="FFFFFF"/>
          </a:solidFill>
          <a:ln w="2381">
            <a:solidFill>
              <a:srgbClr val="B5DCE1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26" name="residue-core">
            <a:extLst>
              <a:ext uri="{FF2B5EF4-FFF2-40B4-BE49-F238E27FC236}">
                <a16:creationId xmlns:a16="http://schemas.microsoft.com/office/drawing/2014/main" id="{9D7CC6F3-EC90-4902-E6D2-4B2A73A2A713}"/>
              </a:ext>
            </a:extLst>
          </p:cNvPr>
          <p:cNvSpPr>
            <a:spLocks noGrp="1"/>
          </p:cNvSpPr>
          <p:nvPr/>
        </p:nvSpPr>
        <p:spPr>
          <a:xfrm>
            <a:off x="6816148" y="5335171"/>
            <a:ext cx="33528" cy="33528"/>
          </a:xfrm>
          <a:prstGeom prst="ellipse">
            <a:avLst/>
          </a:prstGeom>
          <a:solidFill>
            <a:srgbClr val="575A56"/>
          </a:solidFill>
          <a:ln w="0">
            <a:noFill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28" name="micelle-shell">
            <a:extLst>
              <a:ext uri="{FF2B5EF4-FFF2-40B4-BE49-F238E27FC236}">
                <a16:creationId xmlns:a16="http://schemas.microsoft.com/office/drawing/2014/main" id="{8B8F572D-2459-0B0F-9267-FEFFD8ACFF8C}"/>
              </a:ext>
            </a:extLst>
          </p:cNvPr>
          <p:cNvSpPr>
            <a:spLocks noGrp="1"/>
          </p:cNvSpPr>
          <p:nvPr/>
        </p:nvSpPr>
        <p:spPr>
          <a:xfrm>
            <a:off x="6842437" y="5085235"/>
            <a:ext cx="114300" cy="114300"/>
          </a:xfrm>
          <a:prstGeom prst="ellipse">
            <a:avLst/>
          </a:prstGeom>
          <a:solidFill>
            <a:srgbClr val="E1F3F3"/>
          </a:solidFill>
          <a:ln w="5715">
            <a:solidFill>
              <a:srgbClr val="3B9EAE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30" name="micelle-core">
            <a:extLst>
              <a:ext uri="{FF2B5EF4-FFF2-40B4-BE49-F238E27FC236}">
                <a16:creationId xmlns:a16="http://schemas.microsoft.com/office/drawing/2014/main" id="{613814DF-9C59-B306-5631-F5B6B2F633F8}"/>
              </a:ext>
            </a:extLst>
          </p:cNvPr>
          <p:cNvSpPr>
            <a:spLocks noGrp="1"/>
          </p:cNvSpPr>
          <p:nvPr/>
        </p:nvSpPr>
        <p:spPr>
          <a:xfrm>
            <a:off x="6868155" y="5110953"/>
            <a:ext cx="62865" cy="62865"/>
          </a:xfrm>
          <a:prstGeom prst="ellipse">
            <a:avLst/>
          </a:prstGeom>
          <a:solidFill>
            <a:srgbClr val="FFFFFF"/>
          </a:solidFill>
          <a:ln w="2381">
            <a:solidFill>
              <a:srgbClr val="B5DCE1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32" name="residue-core">
            <a:extLst>
              <a:ext uri="{FF2B5EF4-FFF2-40B4-BE49-F238E27FC236}">
                <a16:creationId xmlns:a16="http://schemas.microsoft.com/office/drawing/2014/main" id="{D51E452F-BF69-8B8C-6D15-E8E492D33C5C}"/>
              </a:ext>
            </a:extLst>
          </p:cNvPr>
          <p:cNvSpPr>
            <a:spLocks noGrp="1"/>
          </p:cNvSpPr>
          <p:nvPr/>
        </p:nvSpPr>
        <p:spPr>
          <a:xfrm>
            <a:off x="6887014" y="5129812"/>
            <a:ext cx="25146" cy="25146"/>
          </a:xfrm>
          <a:prstGeom prst="ellipse">
            <a:avLst/>
          </a:prstGeom>
          <a:solidFill>
            <a:srgbClr val="575A56"/>
          </a:solidFill>
          <a:ln w="0">
            <a:noFill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34" name="micelle-shell">
            <a:extLst>
              <a:ext uri="{FF2B5EF4-FFF2-40B4-BE49-F238E27FC236}">
                <a16:creationId xmlns:a16="http://schemas.microsoft.com/office/drawing/2014/main" id="{12E73F69-7089-A322-A776-40E792F825DB}"/>
              </a:ext>
            </a:extLst>
          </p:cNvPr>
          <p:cNvSpPr>
            <a:spLocks noGrp="1"/>
          </p:cNvSpPr>
          <p:nvPr/>
        </p:nvSpPr>
        <p:spPr>
          <a:xfrm>
            <a:off x="6699562" y="5115598"/>
            <a:ext cx="95250" cy="95250"/>
          </a:xfrm>
          <a:prstGeom prst="ellipse">
            <a:avLst/>
          </a:prstGeom>
          <a:solidFill>
            <a:srgbClr val="E1F3F3"/>
          </a:solidFill>
          <a:ln w="5715">
            <a:solidFill>
              <a:srgbClr val="3B9EAE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36" name="micelle-core">
            <a:extLst>
              <a:ext uri="{FF2B5EF4-FFF2-40B4-BE49-F238E27FC236}">
                <a16:creationId xmlns:a16="http://schemas.microsoft.com/office/drawing/2014/main" id="{8F9F28D0-2664-5C25-171B-BFF254DD9EC1}"/>
              </a:ext>
            </a:extLst>
          </p:cNvPr>
          <p:cNvSpPr>
            <a:spLocks noGrp="1"/>
          </p:cNvSpPr>
          <p:nvPr/>
        </p:nvSpPr>
        <p:spPr>
          <a:xfrm>
            <a:off x="6720993" y="5059041"/>
            <a:ext cx="52388" cy="52388"/>
          </a:xfrm>
          <a:prstGeom prst="ellipse">
            <a:avLst/>
          </a:prstGeom>
          <a:solidFill>
            <a:srgbClr val="FFFFFF"/>
          </a:solidFill>
          <a:ln w="2381">
            <a:solidFill>
              <a:srgbClr val="B5DCE1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38" name="residue-core">
            <a:extLst>
              <a:ext uri="{FF2B5EF4-FFF2-40B4-BE49-F238E27FC236}">
                <a16:creationId xmlns:a16="http://schemas.microsoft.com/office/drawing/2014/main" id="{C0DCF8D4-9EE0-5C5F-7F03-12575D4C6219}"/>
              </a:ext>
            </a:extLst>
          </p:cNvPr>
          <p:cNvSpPr>
            <a:spLocks noGrp="1"/>
          </p:cNvSpPr>
          <p:nvPr/>
        </p:nvSpPr>
        <p:spPr>
          <a:xfrm>
            <a:off x="6736710" y="5074758"/>
            <a:ext cx="20955" cy="20955"/>
          </a:xfrm>
          <a:prstGeom prst="ellipse">
            <a:avLst/>
          </a:prstGeom>
          <a:solidFill>
            <a:srgbClr val="575A56"/>
          </a:solidFill>
          <a:ln w="0">
            <a:noFill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40" name="lift-off-arrow">
            <a:extLst>
              <a:ext uri="{FF2B5EF4-FFF2-40B4-BE49-F238E27FC236}">
                <a16:creationId xmlns:a16="http://schemas.microsoft.com/office/drawing/2014/main" id="{7E398EFF-CFAF-F578-DA51-EAE37AF1D06F}"/>
              </a:ext>
            </a:extLst>
          </p:cNvPr>
          <p:cNvSpPr>
            <a:spLocks noGrp="1"/>
          </p:cNvSpPr>
          <p:nvPr/>
        </p:nvSpPr>
        <p:spPr>
          <a:xfrm>
            <a:off x="6832912" y="5209060"/>
            <a:ext cx="76200" cy="133350"/>
          </a:xfrm>
          <a:prstGeom prst="upArrow">
            <a:avLst/>
          </a:prstGeom>
          <a:solidFill>
            <a:srgbClr val="3B9EAE"/>
          </a:solidFill>
          <a:ln w="0">
            <a:noFill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42" name="process-arrow">
            <a:extLst>
              <a:ext uri="{FF2B5EF4-FFF2-40B4-BE49-F238E27FC236}">
                <a16:creationId xmlns:a16="http://schemas.microsoft.com/office/drawing/2014/main" id="{C13947E7-75EA-805C-58B6-76F2B84C94C8}"/>
              </a:ext>
            </a:extLst>
          </p:cNvPr>
          <p:cNvSpPr>
            <a:spLocks noGrp="1"/>
          </p:cNvSpPr>
          <p:nvPr/>
        </p:nvSpPr>
        <p:spPr>
          <a:xfrm>
            <a:off x="7458514" y="5466235"/>
            <a:ext cx="133350" cy="95250"/>
          </a:xfrm>
          <a:prstGeom prst="rightArrow">
            <a:avLst/>
          </a:prstGeom>
          <a:solidFill>
            <a:srgbClr val="3B9EAE"/>
          </a:solidFill>
          <a:ln w="0">
            <a:noFill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44" name="step-badge">
            <a:extLst>
              <a:ext uri="{FF2B5EF4-FFF2-40B4-BE49-F238E27FC236}">
                <a16:creationId xmlns:a16="http://schemas.microsoft.com/office/drawing/2014/main" id="{28C10F09-59E9-C5F2-C52D-416368758E2E}"/>
              </a:ext>
            </a:extLst>
          </p:cNvPr>
          <p:cNvSpPr>
            <a:spLocks noGrp="1"/>
          </p:cNvSpPr>
          <p:nvPr/>
        </p:nvSpPr>
        <p:spPr>
          <a:xfrm>
            <a:off x="7591864" y="4842920"/>
            <a:ext cx="238125" cy="152400"/>
          </a:xfrm>
          <a:prstGeom prst="roundRect">
            <a:avLst>
              <a:gd name="adj" fmla="val 50000"/>
            </a:avLst>
          </a:prstGeom>
          <a:solidFill>
            <a:srgbClr val="2B614D"/>
          </a:solidFill>
          <a:ln w="0">
            <a:noFill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46" name="step-number">
            <a:extLst>
              <a:ext uri="{FF2B5EF4-FFF2-40B4-BE49-F238E27FC236}">
                <a16:creationId xmlns:a16="http://schemas.microsoft.com/office/drawing/2014/main" id="{F5186ABC-63FF-CF36-C77D-B7C85AF719BD}"/>
              </a:ext>
            </a:extLst>
          </p:cNvPr>
          <p:cNvSpPr>
            <a:spLocks noGrp="1"/>
          </p:cNvSpPr>
          <p:nvPr/>
        </p:nvSpPr>
        <p:spPr>
          <a:xfrm>
            <a:off x="7591864" y="4859533"/>
            <a:ext cx="238125" cy="133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585" b="1">
                <a:solidFill>
                  <a:srgbClr val="FFFFFF"/>
                </a:solidFill>
                <a:latin typeface="Paperlogy"/>
                <a:ea typeface="Paperlogy"/>
                <a:cs typeface="Paperlogy"/>
              </a:defRPr>
            </a:pPr>
            <a:r>
              <a:rPr sz="55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Paperlogy"/>
              </a:rPr>
              <a:t>3</a:t>
            </a:r>
          </a:p>
        </p:txBody>
      </p:sp>
      <p:sp>
        <p:nvSpPr>
          <p:cNvPr id="848" name="step-title">
            <a:extLst>
              <a:ext uri="{FF2B5EF4-FFF2-40B4-BE49-F238E27FC236}">
                <a16:creationId xmlns:a16="http://schemas.microsoft.com/office/drawing/2014/main" id="{B76DA23A-BC6D-002E-ED2A-8F3DA682158D}"/>
              </a:ext>
            </a:extLst>
          </p:cNvPr>
          <p:cNvSpPr>
            <a:spLocks noGrp="1"/>
          </p:cNvSpPr>
          <p:nvPr/>
        </p:nvSpPr>
        <p:spPr>
          <a:xfrm>
            <a:off x="7887139" y="4842920"/>
            <a:ext cx="1200150" cy="142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630" b="1">
                <a:solidFill>
                  <a:srgbClr val="2B614D"/>
                </a:solidFill>
                <a:latin typeface="Paperlogy"/>
                <a:ea typeface="Paperlogy"/>
                <a:cs typeface="Paperlogy"/>
              </a:defRPr>
            </a:pPr>
            <a:r>
              <a:rPr sz="600" b="1">
                <a:solidFill>
                  <a:srgbClr val="2B614D"/>
                </a:solidFill>
                <a:latin typeface="페이퍼로지 5 Medium" pitchFamily="2" charset="-127"/>
                <a:ea typeface="페이퍼로지 5 Medium" pitchFamily="2" charset="-127"/>
                <a:cs typeface="Paperlogy"/>
              </a:rPr>
              <a:t>TECA CAPSULE FINISH</a:t>
            </a:r>
          </a:p>
        </p:txBody>
      </p:sp>
      <p:sp>
        <p:nvSpPr>
          <p:cNvPr id="850" name="step-caption">
            <a:extLst>
              <a:ext uri="{FF2B5EF4-FFF2-40B4-BE49-F238E27FC236}">
                <a16:creationId xmlns:a16="http://schemas.microsoft.com/office/drawing/2014/main" id="{4D8D928F-D234-F483-934B-3E13367A793A}"/>
              </a:ext>
            </a:extLst>
          </p:cNvPr>
          <p:cNvSpPr>
            <a:spLocks noGrp="1"/>
          </p:cNvSpPr>
          <p:nvPr/>
        </p:nvSpPr>
        <p:spPr>
          <a:xfrm>
            <a:off x="7604849" y="5855709"/>
            <a:ext cx="1390650" cy="114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593" b="0">
                <a:solidFill>
                  <a:srgbClr val="73827A"/>
                </a:solidFill>
                <a:latin typeface="Paperlogy"/>
                <a:ea typeface="Paperlogy"/>
                <a:cs typeface="Paperlogy"/>
              </a:defRPr>
            </a:pPr>
            <a:r>
              <a:rPr sz="700" b="0">
                <a:solidFill>
                  <a:srgbClr val="73827A"/>
                </a:solidFill>
                <a:latin typeface="페이퍼로지 5 Medium" pitchFamily="2" charset="-127"/>
                <a:ea typeface="페이퍼로지 5 Medium" pitchFamily="2" charset="-127"/>
                <a:cs typeface="Paperlogy"/>
              </a:rPr>
              <a:t>세정 후 유연한 보호막 형성 보조</a:t>
            </a:r>
          </a:p>
        </p:txBody>
      </p:sp>
      <p:sp>
        <p:nvSpPr>
          <p:cNvPr id="852" name="aqueous-surface">
            <a:extLst>
              <a:ext uri="{FF2B5EF4-FFF2-40B4-BE49-F238E27FC236}">
                <a16:creationId xmlns:a16="http://schemas.microsoft.com/office/drawing/2014/main" id="{7BA24E8B-CC48-B9AA-4750-19684CF1578C}"/>
              </a:ext>
            </a:extLst>
          </p:cNvPr>
          <p:cNvSpPr>
            <a:spLocks noGrp="1"/>
          </p:cNvSpPr>
          <p:nvPr/>
        </p:nvSpPr>
        <p:spPr>
          <a:xfrm>
            <a:off x="7591864" y="5218585"/>
            <a:ext cx="1352550" cy="47625"/>
          </a:xfrm>
          <a:prstGeom prst="rect">
            <a:avLst/>
          </a:prstGeom>
          <a:solidFill>
            <a:srgbClr val="E1F3F3"/>
          </a:solidFill>
          <a:ln w="0">
            <a:noFill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54" name="stratum-corneum">
            <a:extLst>
              <a:ext uri="{FF2B5EF4-FFF2-40B4-BE49-F238E27FC236}">
                <a16:creationId xmlns:a16="http://schemas.microsoft.com/office/drawing/2014/main" id="{4DB3E320-83E0-0F52-1A51-354AFF49C3A5}"/>
              </a:ext>
            </a:extLst>
          </p:cNvPr>
          <p:cNvSpPr>
            <a:spLocks noGrp="1"/>
          </p:cNvSpPr>
          <p:nvPr/>
        </p:nvSpPr>
        <p:spPr>
          <a:xfrm>
            <a:off x="7591864" y="5266210"/>
            <a:ext cx="1352550" cy="142875"/>
          </a:xfrm>
          <a:prstGeom prst="rect">
            <a:avLst/>
          </a:prstGeom>
          <a:solidFill>
            <a:srgbClr val="F7E0C5"/>
          </a:solidFill>
          <a:ln w="0">
            <a:noFill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56" name="corneocyte">
            <a:extLst>
              <a:ext uri="{FF2B5EF4-FFF2-40B4-BE49-F238E27FC236}">
                <a16:creationId xmlns:a16="http://schemas.microsoft.com/office/drawing/2014/main" id="{8A9D5918-7895-47B0-BEC8-56692321398D}"/>
              </a:ext>
            </a:extLst>
          </p:cNvPr>
          <p:cNvSpPr>
            <a:spLocks noGrp="1"/>
          </p:cNvSpPr>
          <p:nvPr/>
        </p:nvSpPr>
        <p:spPr>
          <a:xfrm>
            <a:off x="7620439" y="5285260"/>
            <a:ext cx="238125" cy="47625"/>
          </a:xfrm>
          <a:prstGeom prst="roundRect">
            <a:avLst>
              <a:gd name="adj" fmla="val 50000"/>
            </a:avLst>
          </a:prstGeom>
          <a:solidFill>
            <a:srgbClr val="FBE7D2"/>
          </a:solidFill>
          <a:ln w="1905">
            <a:solidFill>
              <a:srgbClr val="D89A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58" name="corneocyte">
            <a:extLst>
              <a:ext uri="{FF2B5EF4-FFF2-40B4-BE49-F238E27FC236}">
                <a16:creationId xmlns:a16="http://schemas.microsoft.com/office/drawing/2014/main" id="{C83C3B9B-1377-CF72-D1F0-07CF9292804D}"/>
              </a:ext>
            </a:extLst>
          </p:cNvPr>
          <p:cNvSpPr>
            <a:spLocks noGrp="1"/>
          </p:cNvSpPr>
          <p:nvPr/>
        </p:nvSpPr>
        <p:spPr>
          <a:xfrm>
            <a:off x="7887139" y="5285260"/>
            <a:ext cx="238125" cy="47625"/>
          </a:xfrm>
          <a:prstGeom prst="roundRect">
            <a:avLst>
              <a:gd name="adj" fmla="val 50000"/>
            </a:avLst>
          </a:prstGeom>
          <a:solidFill>
            <a:srgbClr val="FBE7D2"/>
          </a:solidFill>
          <a:ln w="1905">
            <a:solidFill>
              <a:srgbClr val="D89A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60" name="corneocyte">
            <a:extLst>
              <a:ext uri="{FF2B5EF4-FFF2-40B4-BE49-F238E27FC236}">
                <a16:creationId xmlns:a16="http://schemas.microsoft.com/office/drawing/2014/main" id="{88D69506-334D-E9FE-48E1-1454CD136FA8}"/>
              </a:ext>
            </a:extLst>
          </p:cNvPr>
          <p:cNvSpPr>
            <a:spLocks noGrp="1"/>
          </p:cNvSpPr>
          <p:nvPr/>
        </p:nvSpPr>
        <p:spPr>
          <a:xfrm>
            <a:off x="8153839" y="5285260"/>
            <a:ext cx="238125" cy="47625"/>
          </a:xfrm>
          <a:prstGeom prst="roundRect">
            <a:avLst>
              <a:gd name="adj" fmla="val 50000"/>
            </a:avLst>
          </a:prstGeom>
          <a:solidFill>
            <a:srgbClr val="FBE7D2"/>
          </a:solidFill>
          <a:ln w="1905">
            <a:solidFill>
              <a:srgbClr val="D89A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62" name="corneocyte">
            <a:extLst>
              <a:ext uri="{FF2B5EF4-FFF2-40B4-BE49-F238E27FC236}">
                <a16:creationId xmlns:a16="http://schemas.microsoft.com/office/drawing/2014/main" id="{1C190790-2A61-54F1-7D72-190EB6F391A5}"/>
              </a:ext>
            </a:extLst>
          </p:cNvPr>
          <p:cNvSpPr>
            <a:spLocks noGrp="1"/>
          </p:cNvSpPr>
          <p:nvPr/>
        </p:nvSpPr>
        <p:spPr>
          <a:xfrm>
            <a:off x="8420539" y="5285260"/>
            <a:ext cx="238125" cy="47625"/>
          </a:xfrm>
          <a:prstGeom prst="roundRect">
            <a:avLst>
              <a:gd name="adj" fmla="val 50000"/>
            </a:avLst>
          </a:prstGeom>
          <a:solidFill>
            <a:srgbClr val="FBE7D2"/>
          </a:solidFill>
          <a:ln w="1905">
            <a:solidFill>
              <a:srgbClr val="D89A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64" name="corneocyte">
            <a:extLst>
              <a:ext uri="{FF2B5EF4-FFF2-40B4-BE49-F238E27FC236}">
                <a16:creationId xmlns:a16="http://schemas.microsoft.com/office/drawing/2014/main" id="{57068D3F-CB86-F98C-71AE-B9C31958DA1F}"/>
              </a:ext>
            </a:extLst>
          </p:cNvPr>
          <p:cNvSpPr>
            <a:spLocks noGrp="1"/>
          </p:cNvSpPr>
          <p:nvPr/>
        </p:nvSpPr>
        <p:spPr>
          <a:xfrm>
            <a:off x="7725214" y="5342410"/>
            <a:ext cx="238125" cy="47625"/>
          </a:xfrm>
          <a:prstGeom prst="roundRect">
            <a:avLst>
              <a:gd name="adj" fmla="val 50000"/>
            </a:avLst>
          </a:prstGeom>
          <a:solidFill>
            <a:srgbClr val="F6D4B3"/>
          </a:solidFill>
          <a:ln w="1905">
            <a:solidFill>
              <a:srgbClr val="D89A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66" name="corneocyte">
            <a:extLst>
              <a:ext uri="{FF2B5EF4-FFF2-40B4-BE49-F238E27FC236}">
                <a16:creationId xmlns:a16="http://schemas.microsoft.com/office/drawing/2014/main" id="{37A80549-5982-F36D-ED72-971DFD1B2000}"/>
              </a:ext>
            </a:extLst>
          </p:cNvPr>
          <p:cNvSpPr>
            <a:spLocks noGrp="1"/>
          </p:cNvSpPr>
          <p:nvPr/>
        </p:nvSpPr>
        <p:spPr>
          <a:xfrm>
            <a:off x="7991914" y="5342410"/>
            <a:ext cx="238125" cy="47625"/>
          </a:xfrm>
          <a:prstGeom prst="roundRect">
            <a:avLst>
              <a:gd name="adj" fmla="val 50000"/>
            </a:avLst>
          </a:prstGeom>
          <a:solidFill>
            <a:srgbClr val="F6D4B3"/>
          </a:solidFill>
          <a:ln w="1905">
            <a:solidFill>
              <a:srgbClr val="D89A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68" name="corneocyte">
            <a:extLst>
              <a:ext uri="{FF2B5EF4-FFF2-40B4-BE49-F238E27FC236}">
                <a16:creationId xmlns:a16="http://schemas.microsoft.com/office/drawing/2014/main" id="{A5E304C7-8B3E-8DE6-DF1E-F84482BD34DD}"/>
              </a:ext>
            </a:extLst>
          </p:cNvPr>
          <p:cNvSpPr>
            <a:spLocks noGrp="1"/>
          </p:cNvSpPr>
          <p:nvPr/>
        </p:nvSpPr>
        <p:spPr>
          <a:xfrm>
            <a:off x="8258614" y="5342410"/>
            <a:ext cx="238125" cy="47625"/>
          </a:xfrm>
          <a:prstGeom prst="roundRect">
            <a:avLst>
              <a:gd name="adj" fmla="val 50000"/>
            </a:avLst>
          </a:prstGeom>
          <a:solidFill>
            <a:srgbClr val="F6D4B3"/>
          </a:solidFill>
          <a:ln w="1905">
            <a:solidFill>
              <a:srgbClr val="D89A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70" name="corneocyte">
            <a:extLst>
              <a:ext uri="{FF2B5EF4-FFF2-40B4-BE49-F238E27FC236}">
                <a16:creationId xmlns:a16="http://schemas.microsoft.com/office/drawing/2014/main" id="{60BE3E25-597D-0B23-1D70-B6D523A05F8C}"/>
              </a:ext>
            </a:extLst>
          </p:cNvPr>
          <p:cNvSpPr>
            <a:spLocks noGrp="1"/>
          </p:cNvSpPr>
          <p:nvPr/>
        </p:nvSpPr>
        <p:spPr>
          <a:xfrm>
            <a:off x="8525314" y="5342410"/>
            <a:ext cx="238125" cy="47625"/>
          </a:xfrm>
          <a:prstGeom prst="roundRect">
            <a:avLst>
              <a:gd name="adj" fmla="val 50000"/>
            </a:avLst>
          </a:prstGeom>
          <a:solidFill>
            <a:srgbClr val="F6D4B3"/>
          </a:solidFill>
          <a:ln w="1905">
            <a:solidFill>
              <a:srgbClr val="D89A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72" name="epidermis">
            <a:extLst>
              <a:ext uri="{FF2B5EF4-FFF2-40B4-BE49-F238E27FC236}">
                <a16:creationId xmlns:a16="http://schemas.microsoft.com/office/drawing/2014/main" id="{70B109DF-88C4-BE30-9BCA-81EDF68AD1F2}"/>
              </a:ext>
            </a:extLst>
          </p:cNvPr>
          <p:cNvSpPr>
            <a:spLocks noGrp="1"/>
          </p:cNvSpPr>
          <p:nvPr/>
        </p:nvSpPr>
        <p:spPr>
          <a:xfrm>
            <a:off x="7591864" y="5409085"/>
            <a:ext cx="1352550" cy="161925"/>
          </a:xfrm>
          <a:prstGeom prst="rect">
            <a:avLst/>
          </a:prstGeom>
          <a:solidFill>
            <a:srgbClr val="F2C19B"/>
          </a:solidFill>
          <a:ln w="0">
            <a:noFill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74" name="epidermal-cell">
            <a:extLst>
              <a:ext uri="{FF2B5EF4-FFF2-40B4-BE49-F238E27FC236}">
                <a16:creationId xmlns:a16="http://schemas.microsoft.com/office/drawing/2014/main" id="{389DCD3F-134B-CCDD-A873-9F9041F8829B}"/>
              </a:ext>
            </a:extLst>
          </p:cNvPr>
          <p:cNvSpPr>
            <a:spLocks noGrp="1"/>
          </p:cNvSpPr>
          <p:nvPr/>
        </p:nvSpPr>
        <p:spPr>
          <a:xfrm>
            <a:off x="7658539" y="5437660"/>
            <a:ext cx="161925" cy="85725"/>
          </a:xfrm>
          <a:prstGeom prst="ellipse">
            <a:avLst/>
          </a:prstGeom>
          <a:solidFill>
            <a:srgbClr val="F2B98E"/>
          </a:solidFill>
          <a:ln w="1905">
            <a:solidFill>
              <a:srgbClr val="D7936A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76" name="epidermal-cell">
            <a:extLst>
              <a:ext uri="{FF2B5EF4-FFF2-40B4-BE49-F238E27FC236}">
                <a16:creationId xmlns:a16="http://schemas.microsoft.com/office/drawing/2014/main" id="{F52B65DA-9999-DDE8-40C0-827AE8D9472F}"/>
              </a:ext>
            </a:extLst>
          </p:cNvPr>
          <p:cNvSpPr>
            <a:spLocks noGrp="1"/>
          </p:cNvSpPr>
          <p:nvPr/>
        </p:nvSpPr>
        <p:spPr>
          <a:xfrm>
            <a:off x="7896664" y="5475760"/>
            <a:ext cx="161925" cy="85725"/>
          </a:xfrm>
          <a:prstGeom prst="ellipse">
            <a:avLst/>
          </a:prstGeom>
          <a:solidFill>
            <a:srgbClr val="F7D0AE"/>
          </a:solidFill>
          <a:ln w="1905">
            <a:solidFill>
              <a:srgbClr val="D7936A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78" name="epidermal-cell">
            <a:extLst>
              <a:ext uri="{FF2B5EF4-FFF2-40B4-BE49-F238E27FC236}">
                <a16:creationId xmlns:a16="http://schemas.microsoft.com/office/drawing/2014/main" id="{9ADAA3B1-888B-44E6-5F7A-596E50504969}"/>
              </a:ext>
            </a:extLst>
          </p:cNvPr>
          <p:cNvSpPr>
            <a:spLocks noGrp="1"/>
          </p:cNvSpPr>
          <p:nvPr/>
        </p:nvSpPr>
        <p:spPr>
          <a:xfrm>
            <a:off x="8134789" y="5437660"/>
            <a:ext cx="161925" cy="85725"/>
          </a:xfrm>
          <a:prstGeom prst="ellipse">
            <a:avLst/>
          </a:prstGeom>
          <a:solidFill>
            <a:srgbClr val="F2B98E"/>
          </a:solidFill>
          <a:ln w="1905">
            <a:solidFill>
              <a:srgbClr val="D7936A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80" name="epidermal-cell">
            <a:extLst>
              <a:ext uri="{FF2B5EF4-FFF2-40B4-BE49-F238E27FC236}">
                <a16:creationId xmlns:a16="http://schemas.microsoft.com/office/drawing/2014/main" id="{3D329DF6-C7DE-61E5-9125-F26F3D368286}"/>
              </a:ext>
            </a:extLst>
          </p:cNvPr>
          <p:cNvSpPr>
            <a:spLocks noGrp="1"/>
          </p:cNvSpPr>
          <p:nvPr/>
        </p:nvSpPr>
        <p:spPr>
          <a:xfrm>
            <a:off x="8372914" y="5475760"/>
            <a:ext cx="161925" cy="85725"/>
          </a:xfrm>
          <a:prstGeom prst="ellipse">
            <a:avLst/>
          </a:prstGeom>
          <a:solidFill>
            <a:srgbClr val="F7D0AE"/>
          </a:solidFill>
          <a:ln w="1905">
            <a:solidFill>
              <a:srgbClr val="D7936A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82" name="epidermal-cell">
            <a:extLst>
              <a:ext uri="{FF2B5EF4-FFF2-40B4-BE49-F238E27FC236}">
                <a16:creationId xmlns:a16="http://schemas.microsoft.com/office/drawing/2014/main" id="{6B464CEE-1185-0F07-96BB-A6F528BA132D}"/>
              </a:ext>
            </a:extLst>
          </p:cNvPr>
          <p:cNvSpPr>
            <a:spLocks noGrp="1"/>
          </p:cNvSpPr>
          <p:nvPr/>
        </p:nvSpPr>
        <p:spPr>
          <a:xfrm>
            <a:off x="8611039" y="5437660"/>
            <a:ext cx="161925" cy="85725"/>
          </a:xfrm>
          <a:prstGeom prst="ellipse">
            <a:avLst/>
          </a:prstGeom>
          <a:solidFill>
            <a:srgbClr val="F2B98E"/>
          </a:solidFill>
          <a:ln w="1905">
            <a:solidFill>
              <a:srgbClr val="D7936A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84" name="dermis">
            <a:extLst>
              <a:ext uri="{FF2B5EF4-FFF2-40B4-BE49-F238E27FC236}">
                <a16:creationId xmlns:a16="http://schemas.microsoft.com/office/drawing/2014/main" id="{7406E383-7325-5F84-E367-BE814B3E0654}"/>
              </a:ext>
            </a:extLst>
          </p:cNvPr>
          <p:cNvSpPr>
            <a:spLocks noGrp="1"/>
          </p:cNvSpPr>
          <p:nvPr/>
        </p:nvSpPr>
        <p:spPr>
          <a:xfrm>
            <a:off x="7591864" y="5571010"/>
            <a:ext cx="1352550" cy="257175"/>
          </a:xfrm>
          <a:prstGeom prst="rect">
            <a:avLst/>
          </a:prstGeom>
          <a:solidFill>
            <a:srgbClr val="E9A073"/>
          </a:solidFill>
          <a:ln w="0">
            <a:noFill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86" name="dermal-cell">
            <a:extLst>
              <a:ext uri="{FF2B5EF4-FFF2-40B4-BE49-F238E27FC236}">
                <a16:creationId xmlns:a16="http://schemas.microsoft.com/office/drawing/2014/main" id="{E6606937-0C45-B1C6-C4C8-F224B32F70E1}"/>
              </a:ext>
            </a:extLst>
          </p:cNvPr>
          <p:cNvSpPr>
            <a:spLocks noGrp="1"/>
          </p:cNvSpPr>
          <p:nvPr/>
        </p:nvSpPr>
        <p:spPr>
          <a:xfrm>
            <a:off x="7715689" y="5628160"/>
            <a:ext cx="171450" cy="104775"/>
          </a:xfrm>
          <a:prstGeom prst="ellipse">
            <a:avLst/>
          </a:prstGeom>
          <a:solidFill>
            <a:srgbClr val="E5AA7A"/>
          </a:solidFill>
          <a:ln w="1905">
            <a:solidFill>
              <a:srgbClr val="D88F65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88" name="dermal-cell">
            <a:extLst>
              <a:ext uri="{FF2B5EF4-FFF2-40B4-BE49-F238E27FC236}">
                <a16:creationId xmlns:a16="http://schemas.microsoft.com/office/drawing/2014/main" id="{4C05FE04-AA12-B76E-F187-D19168238BFE}"/>
              </a:ext>
            </a:extLst>
          </p:cNvPr>
          <p:cNvSpPr>
            <a:spLocks noGrp="1"/>
          </p:cNvSpPr>
          <p:nvPr/>
        </p:nvSpPr>
        <p:spPr>
          <a:xfrm>
            <a:off x="8010964" y="5656735"/>
            <a:ext cx="171450" cy="104775"/>
          </a:xfrm>
          <a:prstGeom prst="ellipse">
            <a:avLst/>
          </a:prstGeom>
          <a:solidFill>
            <a:srgbClr val="E5AA7A"/>
          </a:solidFill>
          <a:ln w="1905">
            <a:solidFill>
              <a:srgbClr val="D88F65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90" name="dermal-cell">
            <a:extLst>
              <a:ext uri="{FF2B5EF4-FFF2-40B4-BE49-F238E27FC236}">
                <a16:creationId xmlns:a16="http://schemas.microsoft.com/office/drawing/2014/main" id="{2B3F100A-FC10-9A1B-0D09-2C4051B34023}"/>
              </a:ext>
            </a:extLst>
          </p:cNvPr>
          <p:cNvSpPr>
            <a:spLocks noGrp="1"/>
          </p:cNvSpPr>
          <p:nvPr/>
        </p:nvSpPr>
        <p:spPr>
          <a:xfrm>
            <a:off x="8306239" y="5628160"/>
            <a:ext cx="171450" cy="104775"/>
          </a:xfrm>
          <a:prstGeom prst="ellipse">
            <a:avLst/>
          </a:prstGeom>
          <a:solidFill>
            <a:srgbClr val="E5AA7A"/>
          </a:solidFill>
          <a:ln w="1905">
            <a:solidFill>
              <a:srgbClr val="D88F65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92" name="dermal-cell">
            <a:extLst>
              <a:ext uri="{FF2B5EF4-FFF2-40B4-BE49-F238E27FC236}">
                <a16:creationId xmlns:a16="http://schemas.microsoft.com/office/drawing/2014/main" id="{CF25D057-B425-BFE0-9B43-F8977709AD8A}"/>
              </a:ext>
            </a:extLst>
          </p:cNvPr>
          <p:cNvSpPr>
            <a:spLocks noGrp="1"/>
          </p:cNvSpPr>
          <p:nvPr/>
        </p:nvSpPr>
        <p:spPr>
          <a:xfrm>
            <a:off x="8601514" y="5656735"/>
            <a:ext cx="171450" cy="104775"/>
          </a:xfrm>
          <a:prstGeom prst="ellipse">
            <a:avLst/>
          </a:prstGeom>
          <a:solidFill>
            <a:srgbClr val="E5AA7A"/>
          </a:solidFill>
          <a:ln w="1905">
            <a:solidFill>
              <a:srgbClr val="D88F65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94" name="pore-opening">
            <a:extLst>
              <a:ext uri="{FF2B5EF4-FFF2-40B4-BE49-F238E27FC236}">
                <a16:creationId xmlns:a16="http://schemas.microsoft.com/office/drawing/2014/main" id="{319DA368-6395-300A-6D03-0B379FC276CF}"/>
              </a:ext>
            </a:extLst>
          </p:cNvPr>
          <p:cNvSpPr>
            <a:spLocks noGrp="1"/>
          </p:cNvSpPr>
          <p:nvPr/>
        </p:nvSpPr>
        <p:spPr>
          <a:xfrm rot="10800000">
            <a:off x="8214037" y="5266210"/>
            <a:ext cx="238125" cy="133350"/>
          </a:xfrm>
          <a:prstGeom prst="trapezoid">
            <a:avLst/>
          </a:prstGeom>
          <a:solidFill>
            <a:srgbClr val="FFF9F1"/>
          </a:solidFill>
          <a:ln w="2858">
            <a:solidFill>
              <a:srgbClr val="D79B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96" name="pore-channel">
            <a:extLst>
              <a:ext uri="{FF2B5EF4-FFF2-40B4-BE49-F238E27FC236}">
                <a16:creationId xmlns:a16="http://schemas.microsoft.com/office/drawing/2014/main" id="{D5155ABA-A2A0-F3F7-B9CB-4630553A31EC}"/>
              </a:ext>
            </a:extLst>
          </p:cNvPr>
          <p:cNvSpPr>
            <a:spLocks noGrp="1"/>
          </p:cNvSpPr>
          <p:nvPr/>
        </p:nvSpPr>
        <p:spPr>
          <a:xfrm>
            <a:off x="8271187" y="5380510"/>
            <a:ext cx="123825" cy="266700"/>
          </a:xfrm>
          <a:prstGeom prst="roundRect">
            <a:avLst>
              <a:gd name="adj" fmla="val 50000"/>
            </a:avLst>
          </a:prstGeom>
          <a:solidFill>
            <a:srgbClr val="F2D0B0"/>
          </a:solidFill>
          <a:ln w="2858">
            <a:solidFill>
              <a:srgbClr val="D79B70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98" name="cleared-pore">
            <a:extLst>
              <a:ext uri="{FF2B5EF4-FFF2-40B4-BE49-F238E27FC236}">
                <a16:creationId xmlns:a16="http://schemas.microsoft.com/office/drawing/2014/main" id="{7C75B274-06BA-D0DA-F458-E1EE2A13151D}"/>
              </a:ext>
            </a:extLst>
          </p:cNvPr>
          <p:cNvSpPr>
            <a:spLocks noGrp="1"/>
          </p:cNvSpPr>
          <p:nvPr/>
        </p:nvSpPr>
        <p:spPr>
          <a:xfrm>
            <a:off x="8299762" y="5380510"/>
            <a:ext cx="76200" cy="257175"/>
          </a:xfrm>
          <a:prstGeom prst="roundRect">
            <a:avLst>
              <a:gd name="adj" fmla="val 50000"/>
            </a:avLst>
          </a:prstGeom>
          <a:solidFill>
            <a:srgbClr val="F7E3CA"/>
          </a:solidFill>
          <a:ln w="2381">
            <a:solidFill>
              <a:srgbClr val="DCA57A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00" name="soft-protective-film">
            <a:extLst>
              <a:ext uri="{FF2B5EF4-FFF2-40B4-BE49-F238E27FC236}">
                <a16:creationId xmlns:a16="http://schemas.microsoft.com/office/drawing/2014/main" id="{D3C5B2B6-521B-8E5E-40CC-4E21F484F3AA}"/>
              </a:ext>
            </a:extLst>
          </p:cNvPr>
          <p:cNvSpPr>
            <a:spLocks noGrp="1"/>
          </p:cNvSpPr>
          <p:nvPr/>
        </p:nvSpPr>
        <p:spPr>
          <a:xfrm>
            <a:off x="7591864" y="5218585"/>
            <a:ext cx="1352550" cy="38100"/>
          </a:xfrm>
          <a:prstGeom prst="rect">
            <a:avLst/>
          </a:prstGeom>
          <a:solidFill>
            <a:srgbClr val="C9E9AF"/>
          </a:solidFill>
          <a:ln w="0">
            <a:noFill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02" name="teca-capsule-shell">
            <a:extLst>
              <a:ext uri="{FF2B5EF4-FFF2-40B4-BE49-F238E27FC236}">
                <a16:creationId xmlns:a16="http://schemas.microsoft.com/office/drawing/2014/main" id="{89D130E1-5884-4193-4F7E-A8519DF4C042}"/>
              </a:ext>
            </a:extLst>
          </p:cNvPr>
          <p:cNvSpPr>
            <a:spLocks noGrp="1"/>
          </p:cNvSpPr>
          <p:nvPr/>
        </p:nvSpPr>
        <p:spPr>
          <a:xfrm>
            <a:off x="8156887" y="5047135"/>
            <a:ext cx="95250" cy="95250"/>
          </a:xfrm>
          <a:prstGeom prst="ellipse">
            <a:avLst/>
          </a:prstGeom>
          <a:solidFill>
            <a:srgbClr val="E6F1D8"/>
          </a:solidFill>
          <a:ln w="5715">
            <a:solidFill>
              <a:srgbClr val="7FAF64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04" name="teca-capsule-core">
            <a:extLst>
              <a:ext uri="{FF2B5EF4-FFF2-40B4-BE49-F238E27FC236}">
                <a16:creationId xmlns:a16="http://schemas.microsoft.com/office/drawing/2014/main" id="{44E4D3CF-5625-1221-46CF-7E9E5AD4FEBC}"/>
              </a:ext>
            </a:extLst>
          </p:cNvPr>
          <p:cNvSpPr>
            <a:spLocks noGrp="1"/>
          </p:cNvSpPr>
          <p:nvPr/>
        </p:nvSpPr>
        <p:spPr>
          <a:xfrm>
            <a:off x="8185462" y="5075710"/>
            <a:ext cx="38100" cy="38100"/>
          </a:xfrm>
          <a:prstGeom prst="ellipse">
            <a:avLst/>
          </a:prstGeom>
          <a:solidFill>
            <a:srgbClr val="DDF0A6"/>
          </a:solidFill>
          <a:ln w="2381">
            <a:solidFill>
              <a:srgbClr val="89B353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06" name="teca-capsule-shell">
            <a:extLst>
              <a:ext uri="{FF2B5EF4-FFF2-40B4-BE49-F238E27FC236}">
                <a16:creationId xmlns:a16="http://schemas.microsoft.com/office/drawing/2014/main" id="{65AF8F79-E501-35FF-70D6-8944CCCBD76D}"/>
              </a:ext>
            </a:extLst>
          </p:cNvPr>
          <p:cNvSpPr>
            <a:spLocks noGrp="1"/>
          </p:cNvSpPr>
          <p:nvPr/>
        </p:nvSpPr>
        <p:spPr>
          <a:xfrm>
            <a:off x="8347387" y="4964084"/>
            <a:ext cx="114300" cy="114300"/>
          </a:xfrm>
          <a:prstGeom prst="ellipse">
            <a:avLst/>
          </a:prstGeom>
          <a:solidFill>
            <a:srgbClr val="E6F1D8"/>
          </a:solidFill>
          <a:ln w="5715">
            <a:solidFill>
              <a:srgbClr val="7FAF64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08" name="teca-capsule-core">
            <a:extLst>
              <a:ext uri="{FF2B5EF4-FFF2-40B4-BE49-F238E27FC236}">
                <a16:creationId xmlns:a16="http://schemas.microsoft.com/office/drawing/2014/main" id="{1788B12E-6B29-D496-2813-7E804D28318A}"/>
              </a:ext>
            </a:extLst>
          </p:cNvPr>
          <p:cNvSpPr>
            <a:spLocks noGrp="1"/>
          </p:cNvSpPr>
          <p:nvPr/>
        </p:nvSpPr>
        <p:spPr>
          <a:xfrm>
            <a:off x="8381677" y="4998374"/>
            <a:ext cx="45720" cy="45720"/>
          </a:xfrm>
          <a:prstGeom prst="ellipse">
            <a:avLst/>
          </a:prstGeom>
          <a:solidFill>
            <a:srgbClr val="DDF0A6"/>
          </a:solidFill>
          <a:ln w="2381">
            <a:solidFill>
              <a:srgbClr val="89B353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10" name="teca-capsule-shell">
            <a:extLst>
              <a:ext uri="{FF2B5EF4-FFF2-40B4-BE49-F238E27FC236}">
                <a16:creationId xmlns:a16="http://schemas.microsoft.com/office/drawing/2014/main" id="{5B4E2EB2-6ADC-52BE-F052-BBAE1EF06220}"/>
              </a:ext>
            </a:extLst>
          </p:cNvPr>
          <p:cNvSpPr>
            <a:spLocks noGrp="1"/>
          </p:cNvSpPr>
          <p:nvPr/>
        </p:nvSpPr>
        <p:spPr>
          <a:xfrm>
            <a:off x="8495025" y="5080473"/>
            <a:ext cx="85725" cy="85725"/>
          </a:xfrm>
          <a:prstGeom prst="ellipse">
            <a:avLst/>
          </a:prstGeom>
          <a:solidFill>
            <a:srgbClr val="E6F1D8"/>
          </a:solidFill>
          <a:ln w="5715">
            <a:solidFill>
              <a:srgbClr val="7FAF64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12" name="teca-capsule-core">
            <a:extLst>
              <a:ext uri="{FF2B5EF4-FFF2-40B4-BE49-F238E27FC236}">
                <a16:creationId xmlns:a16="http://schemas.microsoft.com/office/drawing/2014/main" id="{14A7E68A-153A-E5E3-38F2-E7E1AC0E4CDA}"/>
              </a:ext>
            </a:extLst>
          </p:cNvPr>
          <p:cNvSpPr>
            <a:spLocks noGrp="1"/>
          </p:cNvSpPr>
          <p:nvPr/>
        </p:nvSpPr>
        <p:spPr>
          <a:xfrm>
            <a:off x="8520742" y="5106190"/>
            <a:ext cx="34290" cy="34290"/>
          </a:xfrm>
          <a:prstGeom prst="ellipse">
            <a:avLst/>
          </a:prstGeom>
          <a:solidFill>
            <a:srgbClr val="DDF0A6"/>
          </a:solidFill>
          <a:ln w="2381">
            <a:solidFill>
              <a:srgbClr val="89B353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14" name="line">
            <a:extLst>
              <a:ext uri="{FF2B5EF4-FFF2-40B4-BE49-F238E27FC236}">
                <a16:creationId xmlns:a16="http://schemas.microsoft.com/office/drawing/2014/main" id="{8416E161-FFFA-DF0F-F168-143F47A1BAF0}"/>
              </a:ext>
            </a:extLst>
          </p:cNvPr>
          <p:cNvSpPr>
            <a:spLocks noGrp="1"/>
          </p:cNvSpPr>
          <p:nvPr/>
        </p:nvSpPr>
        <p:spPr>
          <a:xfrm>
            <a:off x="8233087" y="5170960"/>
            <a:ext cx="0" cy="57150"/>
          </a:xfrm>
          <a:prstGeom prst="line">
            <a:avLst/>
          </a:prstGeom>
          <a:noFill/>
          <a:ln w="4763">
            <a:solidFill>
              <a:srgbClr val="7FAF64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16" name="line">
            <a:extLst>
              <a:ext uri="{FF2B5EF4-FFF2-40B4-BE49-F238E27FC236}">
                <a16:creationId xmlns:a16="http://schemas.microsoft.com/office/drawing/2014/main" id="{F2ECD4C1-0CF7-6CA0-9D72-82DFEB299EDF}"/>
              </a:ext>
            </a:extLst>
          </p:cNvPr>
          <p:cNvSpPr>
            <a:spLocks noGrp="1"/>
          </p:cNvSpPr>
          <p:nvPr/>
        </p:nvSpPr>
        <p:spPr>
          <a:xfrm>
            <a:off x="8423587" y="5123335"/>
            <a:ext cx="0" cy="95250"/>
          </a:xfrm>
          <a:prstGeom prst="line">
            <a:avLst/>
          </a:prstGeom>
          <a:noFill/>
          <a:ln w="4763">
            <a:solidFill>
              <a:srgbClr val="7FAF64"/>
            </a:solidFill>
            <a:prstDash val="solid"/>
          </a:ln>
        </p:spPr>
        <p:txBody>
          <a:bodyPr/>
          <a:lstStyle/>
          <a:p>
            <a:endParaRPr lang="ko-KR" altLang="en-US" sz="55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18" name="stratum-label">
            <a:extLst>
              <a:ext uri="{FF2B5EF4-FFF2-40B4-BE49-F238E27FC236}">
                <a16:creationId xmlns:a16="http://schemas.microsoft.com/office/drawing/2014/main" id="{38348238-36A2-3F2E-CEA5-2A5160940A97}"/>
              </a:ext>
            </a:extLst>
          </p:cNvPr>
          <p:cNvSpPr>
            <a:spLocks noGrp="1"/>
          </p:cNvSpPr>
          <p:nvPr/>
        </p:nvSpPr>
        <p:spPr>
          <a:xfrm>
            <a:off x="9039664" y="5285260"/>
            <a:ext cx="266700" cy="95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540" b="0">
                <a:solidFill>
                  <a:srgbClr val="73827A"/>
                </a:solidFill>
                <a:latin typeface="Paperlogy"/>
                <a:ea typeface="Paperlogy"/>
                <a:cs typeface="Paperlogy"/>
              </a:defRPr>
            </a:pPr>
            <a:r>
              <a:rPr sz="400" b="0">
                <a:solidFill>
                  <a:srgbClr val="73827A"/>
                </a:solidFill>
                <a:latin typeface="페이퍼로지 4 Regular" pitchFamily="2" charset="-127"/>
                <a:ea typeface="페이퍼로지 4 Regular" pitchFamily="2" charset="-127"/>
                <a:cs typeface="Paperlogy"/>
              </a:rPr>
              <a:t>각질층</a:t>
            </a:r>
          </a:p>
        </p:txBody>
      </p:sp>
      <p:sp>
        <p:nvSpPr>
          <p:cNvPr id="920" name="line">
            <a:extLst>
              <a:ext uri="{FF2B5EF4-FFF2-40B4-BE49-F238E27FC236}">
                <a16:creationId xmlns:a16="http://schemas.microsoft.com/office/drawing/2014/main" id="{444B5DD3-70D7-514C-7A82-A2649CCF3015}"/>
              </a:ext>
            </a:extLst>
          </p:cNvPr>
          <p:cNvSpPr>
            <a:spLocks noGrp="1"/>
          </p:cNvSpPr>
          <p:nvPr/>
        </p:nvSpPr>
        <p:spPr>
          <a:xfrm>
            <a:off x="8953939" y="5266210"/>
            <a:ext cx="76200" cy="0"/>
          </a:xfrm>
          <a:prstGeom prst="line">
            <a:avLst/>
          </a:prstGeom>
          <a:noFill/>
          <a:ln w="3810">
            <a:solidFill>
              <a:srgbClr val="73827A"/>
            </a:solidFill>
            <a:prstDash val="solid"/>
          </a:ln>
        </p:spPr>
        <p:txBody>
          <a:bodyPr/>
          <a:lstStyle/>
          <a:p>
            <a:endParaRPr lang="ko-KR" altLang="en-US" sz="40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22" name="line">
            <a:extLst>
              <a:ext uri="{FF2B5EF4-FFF2-40B4-BE49-F238E27FC236}">
                <a16:creationId xmlns:a16="http://schemas.microsoft.com/office/drawing/2014/main" id="{0DC09037-EF48-7E20-B557-8109D5C1C8BF}"/>
              </a:ext>
            </a:extLst>
          </p:cNvPr>
          <p:cNvSpPr>
            <a:spLocks noGrp="1"/>
          </p:cNvSpPr>
          <p:nvPr/>
        </p:nvSpPr>
        <p:spPr>
          <a:xfrm>
            <a:off x="9030139" y="5266210"/>
            <a:ext cx="0" cy="123825"/>
          </a:xfrm>
          <a:prstGeom prst="line">
            <a:avLst/>
          </a:prstGeom>
          <a:noFill/>
          <a:ln w="3810">
            <a:solidFill>
              <a:srgbClr val="73827A"/>
            </a:solidFill>
            <a:prstDash val="solid"/>
          </a:ln>
        </p:spPr>
        <p:txBody>
          <a:bodyPr/>
          <a:lstStyle/>
          <a:p>
            <a:endParaRPr lang="ko-KR" altLang="en-US" sz="40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24" name="epidermis-label">
            <a:extLst>
              <a:ext uri="{FF2B5EF4-FFF2-40B4-BE49-F238E27FC236}">
                <a16:creationId xmlns:a16="http://schemas.microsoft.com/office/drawing/2014/main" id="{BB83DFB5-180D-73EC-80B5-DB8407848324}"/>
              </a:ext>
            </a:extLst>
          </p:cNvPr>
          <p:cNvSpPr>
            <a:spLocks noGrp="1"/>
          </p:cNvSpPr>
          <p:nvPr/>
        </p:nvSpPr>
        <p:spPr>
          <a:xfrm>
            <a:off x="9039664" y="5475760"/>
            <a:ext cx="190500" cy="95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540" b="0">
                <a:solidFill>
                  <a:srgbClr val="73827A"/>
                </a:solidFill>
                <a:latin typeface="Paperlogy"/>
                <a:ea typeface="Paperlogy"/>
                <a:cs typeface="Paperlogy"/>
              </a:defRPr>
            </a:pPr>
            <a:r>
              <a:rPr sz="400" b="0">
                <a:solidFill>
                  <a:srgbClr val="73827A"/>
                </a:solidFill>
                <a:latin typeface="페이퍼로지 4 Regular" pitchFamily="2" charset="-127"/>
                <a:ea typeface="페이퍼로지 4 Regular" pitchFamily="2" charset="-127"/>
                <a:cs typeface="Paperlogy"/>
              </a:rPr>
              <a:t>표피</a:t>
            </a:r>
          </a:p>
        </p:txBody>
      </p:sp>
      <p:sp>
        <p:nvSpPr>
          <p:cNvPr id="926" name="line">
            <a:extLst>
              <a:ext uri="{FF2B5EF4-FFF2-40B4-BE49-F238E27FC236}">
                <a16:creationId xmlns:a16="http://schemas.microsoft.com/office/drawing/2014/main" id="{4622B9C7-C3F1-E749-676B-B7F2EA3613A9}"/>
              </a:ext>
            </a:extLst>
          </p:cNvPr>
          <p:cNvSpPr>
            <a:spLocks noGrp="1"/>
          </p:cNvSpPr>
          <p:nvPr/>
        </p:nvSpPr>
        <p:spPr>
          <a:xfrm>
            <a:off x="8953939" y="5456710"/>
            <a:ext cx="76200" cy="0"/>
          </a:xfrm>
          <a:prstGeom prst="line">
            <a:avLst/>
          </a:prstGeom>
          <a:noFill/>
          <a:ln w="3810">
            <a:solidFill>
              <a:srgbClr val="73827A"/>
            </a:solidFill>
            <a:prstDash val="solid"/>
          </a:ln>
        </p:spPr>
        <p:txBody>
          <a:bodyPr/>
          <a:lstStyle/>
          <a:p>
            <a:endParaRPr lang="ko-KR" altLang="en-US" sz="40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28" name="line">
            <a:extLst>
              <a:ext uri="{FF2B5EF4-FFF2-40B4-BE49-F238E27FC236}">
                <a16:creationId xmlns:a16="http://schemas.microsoft.com/office/drawing/2014/main" id="{32E10FA6-9142-0AD5-A745-5D2A67B024DF}"/>
              </a:ext>
            </a:extLst>
          </p:cNvPr>
          <p:cNvSpPr>
            <a:spLocks noGrp="1"/>
          </p:cNvSpPr>
          <p:nvPr/>
        </p:nvSpPr>
        <p:spPr>
          <a:xfrm>
            <a:off x="9030139" y="5456710"/>
            <a:ext cx="0" cy="104775"/>
          </a:xfrm>
          <a:prstGeom prst="line">
            <a:avLst/>
          </a:prstGeom>
          <a:noFill/>
          <a:ln w="3810">
            <a:solidFill>
              <a:srgbClr val="73827A"/>
            </a:solidFill>
            <a:prstDash val="solid"/>
          </a:ln>
        </p:spPr>
        <p:txBody>
          <a:bodyPr/>
          <a:lstStyle/>
          <a:p>
            <a:endParaRPr lang="ko-KR" altLang="en-US" sz="40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30" name="dermis-label">
            <a:extLst>
              <a:ext uri="{FF2B5EF4-FFF2-40B4-BE49-F238E27FC236}">
                <a16:creationId xmlns:a16="http://schemas.microsoft.com/office/drawing/2014/main" id="{A5435BA2-995F-9864-1CE9-36BD5EEF82E5}"/>
              </a:ext>
            </a:extLst>
          </p:cNvPr>
          <p:cNvSpPr>
            <a:spLocks noGrp="1"/>
          </p:cNvSpPr>
          <p:nvPr/>
        </p:nvSpPr>
        <p:spPr>
          <a:xfrm>
            <a:off x="9039664" y="5675785"/>
            <a:ext cx="190500" cy="95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540" b="0">
                <a:solidFill>
                  <a:srgbClr val="73827A"/>
                </a:solidFill>
                <a:latin typeface="Paperlogy"/>
                <a:ea typeface="Paperlogy"/>
                <a:cs typeface="Paperlogy"/>
              </a:defRPr>
            </a:pPr>
            <a:r>
              <a:rPr sz="400" b="0">
                <a:solidFill>
                  <a:srgbClr val="73827A"/>
                </a:solidFill>
                <a:latin typeface="페이퍼로지 4 Regular" pitchFamily="2" charset="-127"/>
                <a:ea typeface="페이퍼로지 4 Regular" pitchFamily="2" charset="-127"/>
                <a:cs typeface="Paperlogy"/>
              </a:rPr>
              <a:t>진피</a:t>
            </a:r>
          </a:p>
        </p:txBody>
      </p:sp>
      <p:sp>
        <p:nvSpPr>
          <p:cNvPr id="932" name="line">
            <a:extLst>
              <a:ext uri="{FF2B5EF4-FFF2-40B4-BE49-F238E27FC236}">
                <a16:creationId xmlns:a16="http://schemas.microsoft.com/office/drawing/2014/main" id="{12D9A7EE-C9BA-AC65-9887-4075F70D95DC}"/>
              </a:ext>
            </a:extLst>
          </p:cNvPr>
          <p:cNvSpPr>
            <a:spLocks noGrp="1"/>
          </p:cNvSpPr>
          <p:nvPr/>
        </p:nvSpPr>
        <p:spPr>
          <a:xfrm>
            <a:off x="8953939" y="5656735"/>
            <a:ext cx="76200" cy="0"/>
          </a:xfrm>
          <a:prstGeom prst="line">
            <a:avLst/>
          </a:prstGeom>
          <a:noFill/>
          <a:ln w="3810">
            <a:solidFill>
              <a:srgbClr val="73827A"/>
            </a:solidFill>
            <a:prstDash val="solid"/>
          </a:ln>
        </p:spPr>
        <p:txBody>
          <a:bodyPr/>
          <a:lstStyle/>
          <a:p>
            <a:endParaRPr lang="ko-KR" altLang="en-US" sz="40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34" name="line">
            <a:extLst>
              <a:ext uri="{FF2B5EF4-FFF2-40B4-BE49-F238E27FC236}">
                <a16:creationId xmlns:a16="http://schemas.microsoft.com/office/drawing/2014/main" id="{E25EC3E1-2AF2-0F04-1071-949FEACB323C}"/>
              </a:ext>
            </a:extLst>
          </p:cNvPr>
          <p:cNvSpPr>
            <a:spLocks noGrp="1"/>
          </p:cNvSpPr>
          <p:nvPr/>
        </p:nvSpPr>
        <p:spPr>
          <a:xfrm>
            <a:off x="9030139" y="5656735"/>
            <a:ext cx="0" cy="95250"/>
          </a:xfrm>
          <a:prstGeom prst="line">
            <a:avLst/>
          </a:prstGeom>
          <a:noFill/>
          <a:ln w="3810">
            <a:solidFill>
              <a:srgbClr val="73827A"/>
            </a:solidFill>
            <a:prstDash val="solid"/>
          </a:ln>
        </p:spPr>
        <p:txBody>
          <a:bodyPr/>
          <a:lstStyle/>
          <a:p>
            <a:endParaRPr lang="ko-KR" altLang="en-US" sz="40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9571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9A05F-DF0E-1FAB-0EB3-EBFAAB958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그림 67">
            <a:extLst>
              <a:ext uri="{FF2B5EF4-FFF2-40B4-BE49-F238E27FC236}">
                <a16:creationId xmlns:a16="http://schemas.microsoft.com/office/drawing/2014/main" id="{DDDDBC82-C0F4-316F-AF12-F78C0F90CA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" r="27"/>
          <a:stretch/>
        </p:blipFill>
        <p:spPr>
          <a:xfrm>
            <a:off x="100238" y="105000"/>
            <a:ext cx="3341250" cy="7350000"/>
          </a:xfrm>
          <a:prstGeom prst="rect">
            <a:avLst/>
          </a:prstGeom>
        </p:spPr>
      </p:pic>
      <p:sp>
        <p:nvSpPr>
          <p:cNvPr id="72" name="left-title-panel">
            <a:extLst>
              <a:ext uri="{FF2B5EF4-FFF2-40B4-BE49-F238E27FC236}">
                <a16:creationId xmlns:a16="http://schemas.microsoft.com/office/drawing/2014/main" id="{03355C33-CF0A-24F8-98A8-E29DFE59E4A5}"/>
              </a:ext>
            </a:extLst>
          </p:cNvPr>
          <p:cNvSpPr>
            <a:spLocks noGrp="1"/>
          </p:cNvSpPr>
          <p:nvPr/>
        </p:nvSpPr>
        <p:spPr>
          <a:xfrm>
            <a:off x="250594" y="294000"/>
            <a:ext cx="2923594" cy="1848000"/>
          </a:xfrm>
          <a:prstGeom prst="rect">
            <a:avLst/>
          </a:prstGeom>
          <a:solidFill>
            <a:srgbClr val="F8F0F1"/>
          </a:solidFill>
          <a:ln w="7620">
            <a:solidFill>
              <a:srgbClr val="CBA9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left-info-outline">
            <a:extLst>
              <a:ext uri="{FF2B5EF4-FFF2-40B4-BE49-F238E27FC236}">
                <a16:creationId xmlns:a16="http://schemas.microsoft.com/office/drawing/2014/main" id="{5D342B6E-9E09-827A-7467-E54A974C59C8}"/>
              </a:ext>
            </a:extLst>
          </p:cNvPr>
          <p:cNvSpPr>
            <a:spLocks noGrp="1"/>
          </p:cNvSpPr>
          <p:nvPr/>
        </p:nvSpPr>
        <p:spPr>
          <a:xfrm>
            <a:off x="200475" y="6720000"/>
            <a:ext cx="3140775" cy="609000"/>
          </a:xfrm>
          <a:prstGeom prst="rect">
            <a:avLst/>
          </a:prstGeom>
          <a:solidFill>
            <a:srgbClr val="77555A">
              <a:alpha val="36000"/>
            </a:srgbClr>
          </a:solidFill>
          <a:ln w="6191">
            <a:solidFill>
              <a:srgbClr val="E6EEE7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outer-border">
            <a:extLst>
              <a:ext uri="{FF2B5EF4-FFF2-40B4-BE49-F238E27FC236}">
                <a16:creationId xmlns:a16="http://schemas.microsoft.com/office/drawing/2014/main" id="{38E8FCEC-AC0E-E695-DC4B-70889D25C68B}"/>
              </a:ext>
            </a:extLst>
          </p:cNvPr>
          <p:cNvSpPr>
            <a:spLocks noGrp="1"/>
          </p:cNvSpPr>
          <p:nvPr/>
        </p:nvSpPr>
        <p:spPr>
          <a:xfrm>
            <a:off x="100238" y="105000"/>
            <a:ext cx="10491525" cy="7350000"/>
          </a:xfrm>
          <a:prstGeom prst="rect">
            <a:avLst/>
          </a:prstGeom>
          <a:noFill/>
          <a:ln w="10478">
            <a:solidFill>
              <a:srgbClr val="E8D6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image-panel-divider">
            <a:extLst>
              <a:ext uri="{FF2B5EF4-FFF2-40B4-BE49-F238E27FC236}">
                <a16:creationId xmlns:a16="http://schemas.microsoft.com/office/drawing/2014/main" id="{8ED5F9D5-32D9-35D5-B0B1-CEC67C905A39}"/>
              </a:ext>
            </a:extLst>
          </p:cNvPr>
          <p:cNvSpPr>
            <a:spLocks noGrp="1"/>
          </p:cNvSpPr>
          <p:nvPr/>
        </p:nvSpPr>
        <p:spPr>
          <a:xfrm>
            <a:off x="3441488" y="105000"/>
            <a:ext cx="0" cy="7350000"/>
          </a:xfrm>
          <a:prstGeom prst="line">
            <a:avLst/>
          </a:prstGeom>
          <a:noFill/>
          <a:ln w="19050">
            <a:solidFill>
              <a:srgbClr val="6834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left-product-title">
            <a:extLst>
              <a:ext uri="{FF2B5EF4-FFF2-40B4-BE49-F238E27FC236}">
                <a16:creationId xmlns:a16="http://schemas.microsoft.com/office/drawing/2014/main" id="{81046D01-EEA8-E2B1-4CB0-56BC97842720}"/>
              </a:ext>
            </a:extLst>
          </p:cNvPr>
          <p:cNvSpPr>
            <a:spLocks noGrp="1"/>
          </p:cNvSpPr>
          <p:nvPr/>
        </p:nvSpPr>
        <p:spPr>
          <a:xfrm>
            <a:off x="434363" y="808500"/>
            <a:ext cx="2422406" cy="77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2000"/>
              </a:lnSpc>
              <a:defRPr sz="2250" b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2250" dirty="0" err="1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타블렛</a:t>
            </a:r>
            <a:r>
              <a:rPr lang="ko-KR" altLang="en-US" sz="2250" dirty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 </a:t>
            </a:r>
            <a:endParaRPr lang="en-US" altLang="ko-KR" sz="2250" dirty="0">
              <a:solidFill>
                <a:srgbClr val="26362F"/>
              </a:solidFill>
              <a:latin typeface="Paperlogy 7 Bold"/>
              <a:ea typeface="Paperlogy 7 Bold"/>
              <a:cs typeface="Paperlogy 7 Bold"/>
            </a:endParaRPr>
          </a:p>
          <a:p>
            <a:pPr>
              <a:lnSpc>
                <a:spcPct val="92000"/>
              </a:lnSpc>
              <a:defRPr sz="2250" b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2250" dirty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버블 에센스 </a:t>
            </a:r>
            <a:endParaRPr lang="en-US" altLang="ko-KR" sz="2250" dirty="0">
              <a:solidFill>
                <a:srgbClr val="26362F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6" name="left-title-rule">
            <a:extLst>
              <a:ext uri="{FF2B5EF4-FFF2-40B4-BE49-F238E27FC236}">
                <a16:creationId xmlns:a16="http://schemas.microsoft.com/office/drawing/2014/main" id="{43D5026F-F3BE-5FBB-45CC-9E4E47BB6A19}"/>
              </a:ext>
            </a:extLst>
          </p:cNvPr>
          <p:cNvSpPr>
            <a:spLocks noGrp="1"/>
          </p:cNvSpPr>
          <p:nvPr/>
        </p:nvSpPr>
        <p:spPr>
          <a:xfrm>
            <a:off x="434363" y="1659000"/>
            <a:ext cx="517894" cy="0"/>
          </a:xfrm>
          <a:prstGeom prst="line">
            <a:avLst/>
          </a:prstGeom>
          <a:noFill/>
          <a:ln w="28575">
            <a:solidFill>
              <a:srgbClr val="6834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left-tagline">
            <a:extLst>
              <a:ext uri="{FF2B5EF4-FFF2-40B4-BE49-F238E27FC236}">
                <a16:creationId xmlns:a16="http://schemas.microsoft.com/office/drawing/2014/main" id="{D529891E-9AFE-7245-5EAC-BBACC8B23044}"/>
              </a:ext>
            </a:extLst>
          </p:cNvPr>
          <p:cNvSpPr>
            <a:spLocks noGrp="1"/>
          </p:cNvSpPr>
          <p:nvPr/>
        </p:nvSpPr>
        <p:spPr>
          <a:xfrm>
            <a:off x="434363" y="1774500"/>
            <a:ext cx="2388994" cy="23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00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altLang="ko-KR" sz="900" dirty="0">
                <a:solidFill>
                  <a:srgbClr val="683447"/>
                </a:solidFill>
                <a:latin typeface="Paperlogy 5 Medium"/>
                <a:ea typeface="Paperlogy 5 Medium"/>
                <a:cs typeface="Paperlogy 5 Medium"/>
              </a:rPr>
              <a:t>Tablet Bubble Essence</a:t>
            </a:r>
            <a:endParaRPr lang="ko-KR" altLang="en-US" sz="900" dirty="0">
              <a:solidFill>
                <a:srgbClr val="683447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9" name="left-info-label-1">
            <a:extLst>
              <a:ext uri="{FF2B5EF4-FFF2-40B4-BE49-F238E27FC236}">
                <a16:creationId xmlns:a16="http://schemas.microsoft.com/office/drawing/2014/main" id="{2810F287-DACE-FB9F-D9C1-035714FE0E50}"/>
              </a:ext>
            </a:extLst>
          </p:cNvPr>
          <p:cNvSpPr>
            <a:spLocks noGrp="1"/>
          </p:cNvSpPr>
          <p:nvPr/>
        </p:nvSpPr>
        <p:spPr>
          <a:xfrm>
            <a:off x="258947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LAB NO.</a:t>
            </a:r>
          </a:p>
        </p:txBody>
      </p:sp>
      <p:sp>
        <p:nvSpPr>
          <p:cNvPr id="10" name="left-info-value-1">
            <a:extLst>
              <a:ext uri="{FF2B5EF4-FFF2-40B4-BE49-F238E27FC236}">
                <a16:creationId xmlns:a16="http://schemas.microsoft.com/office/drawing/2014/main" id="{AC5B48F9-319E-8842-7762-F041935AA3A8}"/>
              </a:ext>
            </a:extLst>
          </p:cNvPr>
          <p:cNvSpPr>
            <a:spLocks noGrp="1"/>
          </p:cNvSpPr>
          <p:nvPr/>
        </p:nvSpPr>
        <p:spPr>
          <a:xfrm>
            <a:off x="258947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#260813-3-1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1" name="left-info-label-2">
            <a:extLst>
              <a:ext uri="{FF2B5EF4-FFF2-40B4-BE49-F238E27FC236}">
                <a16:creationId xmlns:a16="http://schemas.microsoft.com/office/drawing/2014/main" id="{C168041C-65FB-A5CF-F8E1-3470FCD58659}"/>
              </a:ext>
            </a:extLst>
          </p:cNvPr>
          <p:cNvSpPr>
            <a:spLocks noGrp="1"/>
          </p:cNvSpPr>
          <p:nvPr/>
        </p:nvSpPr>
        <p:spPr>
          <a:xfrm>
            <a:off x="868725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기능성</a:t>
            </a:r>
          </a:p>
        </p:txBody>
      </p:sp>
      <p:sp>
        <p:nvSpPr>
          <p:cNvPr id="12" name="left-info-value-2">
            <a:extLst>
              <a:ext uri="{FF2B5EF4-FFF2-40B4-BE49-F238E27FC236}">
                <a16:creationId xmlns:a16="http://schemas.microsoft.com/office/drawing/2014/main" id="{2F337E93-AC85-02BF-B7AF-988081F11ACB}"/>
              </a:ext>
            </a:extLst>
          </p:cNvPr>
          <p:cNvSpPr>
            <a:spLocks noGrp="1"/>
          </p:cNvSpPr>
          <p:nvPr/>
        </p:nvSpPr>
        <p:spPr>
          <a:xfrm>
            <a:off x="868725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주름</a:t>
            </a:r>
            <a:r>
              <a:rPr lang="en-US" altLang="ko-KR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•</a:t>
            </a:r>
            <a:r>
              <a:rPr lang="ko-KR" alt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미백</a:t>
            </a:r>
          </a:p>
        </p:txBody>
      </p:sp>
      <p:sp>
        <p:nvSpPr>
          <p:cNvPr id="13" name="left-info-label-3">
            <a:extLst>
              <a:ext uri="{FF2B5EF4-FFF2-40B4-BE49-F238E27FC236}">
                <a16:creationId xmlns:a16="http://schemas.microsoft.com/office/drawing/2014/main" id="{4912676C-BAF9-47E6-4271-159047480CAF}"/>
              </a:ext>
            </a:extLst>
          </p:cNvPr>
          <p:cNvSpPr>
            <a:spLocks noGrp="1"/>
          </p:cNvSpPr>
          <p:nvPr/>
        </p:nvSpPr>
        <p:spPr>
          <a:xfrm>
            <a:off x="1478503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제형</a:t>
            </a:r>
          </a:p>
        </p:txBody>
      </p:sp>
      <p:sp>
        <p:nvSpPr>
          <p:cNvPr id="14" name="left-info-value-3">
            <a:extLst>
              <a:ext uri="{FF2B5EF4-FFF2-40B4-BE49-F238E27FC236}">
                <a16:creationId xmlns:a16="http://schemas.microsoft.com/office/drawing/2014/main" id="{0EEA98D6-1D9D-2FD5-5EFE-AC96D9A1A914}"/>
              </a:ext>
            </a:extLst>
          </p:cNvPr>
          <p:cNvSpPr>
            <a:spLocks noGrp="1"/>
          </p:cNvSpPr>
          <p:nvPr/>
        </p:nvSpPr>
        <p:spPr>
          <a:xfrm>
            <a:off x="1478503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투명 액상</a:t>
            </a:r>
            <a:r>
              <a:rPr lang="en-US" altLang="ko-KR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,</a:t>
            </a:r>
            <a:endParaRPr lang="en-US" altLang="ko-KR" sz="615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고체 </a:t>
            </a:r>
            <a:r>
              <a:rPr lang="ko-KR" altLang="en-US" sz="615" b="0" dirty="0" err="1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타블렛</a:t>
            </a:r>
            <a:endParaRPr lang="en-US" altLang="ko-KR"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5" name="left-info-label-4">
            <a:extLst>
              <a:ext uri="{FF2B5EF4-FFF2-40B4-BE49-F238E27FC236}">
                <a16:creationId xmlns:a16="http://schemas.microsoft.com/office/drawing/2014/main" id="{0352A0E0-C226-FBAE-3853-325948AB6718}"/>
              </a:ext>
            </a:extLst>
          </p:cNvPr>
          <p:cNvSpPr>
            <a:spLocks noGrp="1"/>
          </p:cNvSpPr>
          <p:nvPr/>
        </p:nvSpPr>
        <p:spPr>
          <a:xfrm>
            <a:off x="2088281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제품군</a:t>
            </a:r>
          </a:p>
        </p:txBody>
      </p:sp>
      <p:sp>
        <p:nvSpPr>
          <p:cNvPr id="16" name="left-info-value-4">
            <a:extLst>
              <a:ext uri="{FF2B5EF4-FFF2-40B4-BE49-F238E27FC236}">
                <a16:creationId xmlns:a16="http://schemas.microsoft.com/office/drawing/2014/main" id="{C6921BB4-528D-17F5-2BC6-920EB4762DB9}"/>
              </a:ext>
            </a:extLst>
          </p:cNvPr>
          <p:cNvSpPr>
            <a:spLocks noGrp="1"/>
          </p:cNvSpPr>
          <p:nvPr/>
        </p:nvSpPr>
        <p:spPr>
          <a:xfrm>
            <a:off x="2088281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에센스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7" name="left-info-label-5">
            <a:extLst>
              <a:ext uri="{FF2B5EF4-FFF2-40B4-BE49-F238E27FC236}">
                <a16:creationId xmlns:a16="http://schemas.microsoft.com/office/drawing/2014/main" id="{D7E7993B-FCB2-9788-B188-D6EB21EC5654}"/>
              </a:ext>
            </a:extLst>
          </p:cNvPr>
          <p:cNvSpPr>
            <a:spLocks noGrp="1"/>
          </p:cNvSpPr>
          <p:nvPr/>
        </p:nvSpPr>
        <p:spPr>
          <a:xfrm>
            <a:off x="2698059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패키지</a:t>
            </a:r>
          </a:p>
        </p:txBody>
      </p:sp>
      <p:sp>
        <p:nvSpPr>
          <p:cNvPr id="18" name="left-info-value-5">
            <a:extLst>
              <a:ext uri="{FF2B5EF4-FFF2-40B4-BE49-F238E27FC236}">
                <a16:creationId xmlns:a16="http://schemas.microsoft.com/office/drawing/2014/main" id="{B8792193-743C-6671-21D4-BDBF1DA905B0}"/>
              </a:ext>
            </a:extLst>
          </p:cNvPr>
          <p:cNvSpPr>
            <a:spLocks noGrp="1"/>
          </p:cNvSpPr>
          <p:nvPr/>
        </p:nvSpPr>
        <p:spPr>
          <a:xfrm>
            <a:off x="2698059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버블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9" name="proposal-number">
            <a:extLst>
              <a:ext uri="{FF2B5EF4-FFF2-40B4-BE49-F238E27FC236}">
                <a16:creationId xmlns:a16="http://schemas.microsoft.com/office/drawing/2014/main" id="{F480E111-8130-5029-5F4D-250F4282F291}"/>
              </a:ext>
            </a:extLst>
          </p:cNvPr>
          <p:cNvSpPr>
            <a:spLocks noGrp="1"/>
          </p:cNvSpPr>
          <p:nvPr/>
        </p:nvSpPr>
        <p:spPr>
          <a:xfrm>
            <a:off x="9439031" y="336000"/>
            <a:ext cx="868725" cy="33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5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5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No. 0</a:t>
            </a:r>
            <a:r>
              <a:rPr lang="en-US" sz="150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7</a:t>
            </a:r>
            <a:endParaRPr sz="1500" b="0" dirty="0">
              <a:solidFill>
                <a:srgbClr val="315F4B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23" name="intro-accent-line">
            <a:extLst>
              <a:ext uri="{FF2B5EF4-FFF2-40B4-BE49-F238E27FC236}">
                <a16:creationId xmlns:a16="http://schemas.microsoft.com/office/drawing/2014/main" id="{095769F9-3D4F-2EF0-B3BC-2605B2F83942}"/>
              </a:ext>
            </a:extLst>
          </p:cNvPr>
          <p:cNvSpPr>
            <a:spLocks noGrp="1"/>
          </p:cNvSpPr>
          <p:nvPr/>
        </p:nvSpPr>
        <p:spPr>
          <a:xfrm>
            <a:off x="3742200" y="451500"/>
            <a:ext cx="0" cy="672000"/>
          </a:xfrm>
          <a:prstGeom prst="line">
            <a:avLst/>
          </a:prstGeom>
          <a:noFill/>
          <a:ln w="19050">
            <a:solidFill>
              <a:srgbClr val="6834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intro-title">
            <a:extLst>
              <a:ext uri="{FF2B5EF4-FFF2-40B4-BE49-F238E27FC236}">
                <a16:creationId xmlns:a16="http://schemas.microsoft.com/office/drawing/2014/main" id="{183F593A-1E94-E040-712E-976311CE9CE5}"/>
              </a:ext>
            </a:extLst>
          </p:cNvPr>
          <p:cNvSpPr>
            <a:spLocks noGrp="1"/>
          </p:cNvSpPr>
          <p:nvPr/>
        </p:nvSpPr>
        <p:spPr>
          <a:xfrm>
            <a:off x="3931537" y="532000"/>
            <a:ext cx="5178938" cy="5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12000"/>
              </a:lnSpc>
              <a:defRPr sz="1275" b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한 알의 </a:t>
            </a:r>
            <a:r>
              <a:rPr lang="ko-KR" altLang="en-US" sz="1275" dirty="0" err="1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타블렛으로</a:t>
            </a:r>
            <a:r>
              <a:rPr lang="ko-KR" altLang="en-US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 완성하는</a:t>
            </a:r>
            <a:endParaRPr lang="en-US" altLang="ko-KR" sz="1275" dirty="0">
              <a:solidFill>
                <a:srgbClr val="26362F"/>
              </a:solidFill>
              <a:latin typeface="Paperlogy 5 Medium"/>
              <a:ea typeface="Paperlogy 5 Medium"/>
              <a:cs typeface="Paperlogy 5 Medium"/>
            </a:endParaRPr>
          </a:p>
          <a:p>
            <a:pPr>
              <a:lnSpc>
                <a:spcPct val="112000"/>
              </a:lnSpc>
              <a:defRPr sz="1275" b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고순도 </a:t>
            </a:r>
            <a:r>
              <a:rPr lang="en-US" altLang="ko-KR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PDRN </a:t>
            </a:r>
            <a:r>
              <a:rPr lang="ko-KR" altLang="en-US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버블 에센스</a:t>
            </a:r>
          </a:p>
        </p:txBody>
      </p:sp>
      <p:sp>
        <p:nvSpPr>
          <p:cNvPr id="26" name="concept-band">
            <a:extLst>
              <a:ext uri="{FF2B5EF4-FFF2-40B4-BE49-F238E27FC236}">
                <a16:creationId xmlns:a16="http://schemas.microsoft.com/office/drawing/2014/main" id="{B3034970-1632-BDB1-08C0-F5597C62CF4C}"/>
              </a:ext>
            </a:extLst>
          </p:cNvPr>
          <p:cNvSpPr>
            <a:spLocks noGrp="1"/>
          </p:cNvSpPr>
          <p:nvPr/>
        </p:nvSpPr>
        <p:spPr>
          <a:xfrm>
            <a:off x="3441488" y="1343999"/>
            <a:ext cx="7150275" cy="3028825"/>
          </a:xfrm>
          <a:prstGeom prst="rect">
            <a:avLst/>
          </a:prstGeom>
          <a:solidFill>
            <a:srgbClr val="F8F0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concept-band-accent">
            <a:extLst>
              <a:ext uri="{FF2B5EF4-FFF2-40B4-BE49-F238E27FC236}">
                <a16:creationId xmlns:a16="http://schemas.microsoft.com/office/drawing/2014/main" id="{48F0103F-A640-E24A-1692-0DAED6DC2DB6}"/>
              </a:ext>
            </a:extLst>
          </p:cNvPr>
          <p:cNvSpPr>
            <a:spLocks noGrp="1"/>
          </p:cNvSpPr>
          <p:nvPr/>
        </p:nvSpPr>
        <p:spPr>
          <a:xfrm>
            <a:off x="3441488" y="1343999"/>
            <a:ext cx="83531" cy="3028825"/>
          </a:xfrm>
          <a:prstGeom prst="rect">
            <a:avLst/>
          </a:prstGeom>
          <a:solidFill>
            <a:srgbClr val="68344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concept-title">
            <a:extLst>
              <a:ext uri="{FF2B5EF4-FFF2-40B4-BE49-F238E27FC236}">
                <a16:creationId xmlns:a16="http://schemas.microsoft.com/office/drawing/2014/main" id="{3AF57CA4-896A-0A55-BBFF-47252936DF51}"/>
              </a:ext>
            </a:extLst>
          </p:cNvPr>
          <p:cNvSpPr>
            <a:spLocks noGrp="1"/>
          </p:cNvSpPr>
          <p:nvPr/>
        </p:nvSpPr>
        <p:spPr>
          <a:xfrm>
            <a:off x="3725494" y="1575000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dirty="0">
                <a:solidFill>
                  <a:srgbClr val="683447"/>
                </a:solidFill>
                <a:latin typeface="Paperlogy 7 Bold"/>
                <a:ea typeface="Paperlogy 7 Bold"/>
                <a:cs typeface="Paperlogy 7 Bold"/>
              </a:rPr>
              <a:t>한 알로 완성되는 고순도 성분 케어</a:t>
            </a:r>
          </a:p>
        </p:txBody>
      </p:sp>
      <p:sp>
        <p:nvSpPr>
          <p:cNvPr id="29" name="concept-body">
            <a:extLst>
              <a:ext uri="{FF2B5EF4-FFF2-40B4-BE49-F238E27FC236}">
                <a16:creationId xmlns:a16="http://schemas.microsoft.com/office/drawing/2014/main" id="{E0AA21AC-FCFC-C7F9-C8EF-CB7F12CAAF69}"/>
              </a:ext>
            </a:extLst>
          </p:cNvPr>
          <p:cNvSpPr>
            <a:spLocks noGrp="1"/>
          </p:cNvSpPr>
          <p:nvPr/>
        </p:nvSpPr>
        <p:spPr>
          <a:xfrm>
            <a:off x="3725494" y="2047500"/>
            <a:ext cx="6298256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10000"/>
              </a:lnSpc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발포정에 안정화한 고순도 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PDRN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과 효능 성분을 에센스에 사용 직전 녹여 신선하게 사용할 수 있습니다</a:t>
            </a:r>
            <a:r>
              <a:rPr lang="en-US" altLang="ko-KR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</a:t>
            </a:r>
            <a:endParaRPr sz="1050" b="0" dirty="0">
              <a:solidFill>
                <a:srgbClr val="26362F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30" name="technology-section-title">
            <a:extLst>
              <a:ext uri="{FF2B5EF4-FFF2-40B4-BE49-F238E27FC236}">
                <a16:creationId xmlns:a16="http://schemas.microsoft.com/office/drawing/2014/main" id="{D2EB9F4F-5A7B-9701-33BE-181DD5ED8A2B}"/>
              </a:ext>
            </a:extLst>
          </p:cNvPr>
          <p:cNvSpPr>
            <a:spLocks noGrp="1"/>
          </p:cNvSpPr>
          <p:nvPr/>
        </p:nvSpPr>
        <p:spPr>
          <a:xfrm>
            <a:off x="3725494" y="4475580"/>
            <a:ext cx="3424781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125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rPr>
              <a:t>TECHNOLOGY &amp; MECHANISM</a:t>
            </a:r>
          </a:p>
        </p:txBody>
      </p:sp>
      <p:sp>
        <p:nvSpPr>
          <p:cNvPr id="31" name="technology-section-rule">
            <a:extLst>
              <a:ext uri="{FF2B5EF4-FFF2-40B4-BE49-F238E27FC236}">
                <a16:creationId xmlns:a16="http://schemas.microsoft.com/office/drawing/2014/main" id="{C7BF5488-030D-4808-D9AB-7661B48C9C0A}"/>
              </a:ext>
            </a:extLst>
          </p:cNvPr>
          <p:cNvSpPr>
            <a:spLocks noGrp="1"/>
          </p:cNvSpPr>
          <p:nvPr/>
        </p:nvSpPr>
        <p:spPr>
          <a:xfrm>
            <a:off x="3714750" y="4733515"/>
            <a:ext cx="6486525" cy="0"/>
          </a:xfrm>
          <a:prstGeom prst="line">
            <a:avLst/>
          </a:prstGeom>
          <a:noFill/>
          <a:ln w="9525">
            <a:solidFill>
              <a:srgbClr val="CBA9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profile-section-title">
            <a:extLst>
              <a:ext uri="{FF2B5EF4-FFF2-40B4-BE49-F238E27FC236}">
                <a16:creationId xmlns:a16="http://schemas.microsoft.com/office/drawing/2014/main" id="{B0BB5AEC-CC16-B465-C775-157191CCC500}"/>
              </a:ext>
            </a:extLst>
          </p:cNvPr>
          <p:cNvSpPr>
            <a:spLocks noGrp="1"/>
          </p:cNvSpPr>
          <p:nvPr/>
        </p:nvSpPr>
        <p:spPr>
          <a:xfrm>
            <a:off x="3725494" y="6215680"/>
            <a:ext cx="2088281" cy="2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13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130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rPr>
              <a:t>PRODUCT PROFILE</a:t>
            </a:r>
          </a:p>
        </p:txBody>
      </p:sp>
      <p:sp>
        <p:nvSpPr>
          <p:cNvPr id="66" name="footer-page">
            <a:extLst>
              <a:ext uri="{FF2B5EF4-FFF2-40B4-BE49-F238E27FC236}">
                <a16:creationId xmlns:a16="http://schemas.microsoft.com/office/drawing/2014/main" id="{2DF80B9C-6A21-9ED0-A47F-5D10122D935F}"/>
              </a:ext>
            </a:extLst>
          </p:cNvPr>
          <p:cNvSpPr>
            <a:spLocks noGrp="1"/>
          </p:cNvSpPr>
          <p:nvPr/>
        </p:nvSpPr>
        <p:spPr>
          <a:xfrm>
            <a:off x="10244599" y="7293800"/>
            <a:ext cx="284006" cy="14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675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675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0</a:t>
            </a:r>
            <a:r>
              <a:rPr lang="en-US" sz="675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7</a:t>
            </a:r>
            <a:endParaRPr sz="675" b="0" dirty="0">
              <a:solidFill>
                <a:srgbClr val="315F4B"/>
              </a:solidFill>
              <a:latin typeface="Paperlogy 7 Bold"/>
              <a:ea typeface="Paperlogy 7 Bold"/>
              <a:cs typeface="Paperlogy 7 Bold"/>
            </a:endParaRPr>
          </a:p>
        </p:txBody>
      </p:sp>
      <p:graphicFrame>
        <p:nvGraphicFramePr>
          <p:cNvPr id="556" name="표 24">
            <a:extLst>
              <a:ext uri="{FF2B5EF4-FFF2-40B4-BE49-F238E27FC236}">
                <a16:creationId xmlns:a16="http://schemas.microsoft.com/office/drawing/2014/main" id="{D65A2A61-D26D-2198-2C59-B75B8BA18AEB}"/>
              </a:ext>
            </a:extLst>
          </p:cNvPr>
          <p:cNvGraphicFramePr/>
          <p:nvPr/>
        </p:nvGraphicFramePr>
        <p:xfrm>
          <a:off x="3725493" y="6501279"/>
          <a:ext cx="6482026" cy="672000"/>
        </p:xfrm>
        <a:graphic>
          <a:graphicData uri="http://schemas.openxmlformats.org/drawingml/2006/table">
            <a:tbl>
              <a:tblPr/>
              <a:tblGrid>
                <a:gridCol w="3241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1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rgbClr val="FFFFFF"/>
                          </a:solidFill>
                          <a:latin typeface="Paperlogy 7 Bold"/>
                          <a:ea typeface="Paperlogy 7 Bold"/>
                          <a:cs typeface="Paperlogy 7 Bold"/>
                        </a:rPr>
                        <a:t>INGREDIENT</a:t>
                      </a:r>
                    </a:p>
                  </a:txBody>
                  <a:tcPr anchor="ctr">
                    <a:lnL w="12700">
                      <a:solidFill>
                        <a:srgbClr val="CBA9B4"/>
                      </a:solidFill>
                    </a:lnL>
                    <a:lnR w="12700">
                      <a:solidFill>
                        <a:srgbClr val="CBA9B4"/>
                      </a:solidFill>
                    </a:lnR>
                    <a:lnT w="12700">
                      <a:solidFill>
                        <a:srgbClr val="CBA9B4"/>
                      </a:solidFill>
                    </a:lnT>
                    <a:lnB w="12700">
                      <a:solidFill>
                        <a:srgbClr val="CBA9B4"/>
                      </a:solidFill>
                    </a:lnB>
                    <a:solidFill>
                      <a:srgbClr val="6834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Paperlogy 7 Bold"/>
                          <a:ea typeface="Paperlogy 7 Bold"/>
                          <a:cs typeface="Paperlogy 7 Bold"/>
                        </a:rPr>
                        <a:t>HOW TO USE</a:t>
                      </a:r>
                      <a:endParaRPr sz="900" dirty="0">
                        <a:solidFill>
                          <a:srgbClr val="FFFFFF"/>
                        </a:solidFill>
                        <a:latin typeface="Paperlogy 7 Bold"/>
                        <a:ea typeface="Paperlogy 7 Bold"/>
                        <a:cs typeface="Paperlogy 7 Bold"/>
                      </a:endParaRPr>
                    </a:p>
                  </a:txBody>
                  <a:tcPr anchor="ctr">
                    <a:lnL w="12700">
                      <a:solidFill>
                        <a:srgbClr val="CBA9B4"/>
                      </a:solidFill>
                    </a:lnL>
                    <a:lnR w="12700">
                      <a:solidFill>
                        <a:srgbClr val="CBA9B4"/>
                      </a:solidFill>
                    </a:lnR>
                    <a:lnT w="12700">
                      <a:solidFill>
                        <a:srgbClr val="CBA9B4"/>
                      </a:solidFill>
                    </a:lnT>
                    <a:lnB w="12700">
                      <a:solidFill>
                        <a:srgbClr val="CBA9B4"/>
                      </a:solidFill>
                    </a:lnB>
                    <a:solidFill>
                      <a:srgbClr val="683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PDRN(Sodium DNA), </a:t>
                      </a:r>
                      <a:r>
                        <a:rPr lang="ko-KR" altLang="en-US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아미노산 복합체</a:t>
                      </a:r>
                      <a:r>
                        <a:rPr lang="en-US" altLang="ko-KR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,</a:t>
                      </a:r>
                    </a:p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로즈 </a:t>
                      </a:r>
                      <a:r>
                        <a:rPr lang="ko-KR" altLang="en-US"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세라마이드</a:t>
                      </a:r>
                      <a:r>
                        <a:rPr lang="en-US" altLang="ko-KR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, 10</a:t>
                      </a:r>
                      <a:r>
                        <a:rPr lang="ko-KR" altLang="en-US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종 </a:t>
                      </a:r>
                      <a:r>
                        <a:rPr lang="ko-KR" altLang="en-US"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히알루론산</a:t>
                      </a:r>
                      <a:endParaRPr lang="en-US" altLang="ko-KR" sz="900" dirty="0">
                        <a:solidFill>
                          <a:srgbClr val="26362F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 anchor="ctr">
                    <a:lnL w="12700">
                      <a:solidFill>
                        <a:srgbClr val="CBA9B4"/>
                      </a:solidFill>
                    </a:lnL>
                    <a:lnR w="12700">
                      <a:solidFill>
                        <a:srgbClr val="CBA9B4"/>
                      </a:solidFill>
                    </a:lnR>
                    <a:lnT w="12700">
                      <a:solidFill>
                        <a:srgbClr val="CBA9B4"/>
                      </a:solidFill>
                    </a:lnT>
                    <a:lnB w="12700">
                      <a:solidFill>
                        <a:srgbClr val="CBA9B4"/>
                      </a:solidFill>
                    </a:lnB>
                    <a:solidFill>
                      <a:srgbClr val="F8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발포정을 에센스에 넣고 </a:t>
                      </a:r>
                      <a:r>
                        <a:rPr lang="en-US" altLang="ko-KR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10~15</a:t>
                      </a:r>
                      <a:r>
                        <a:rPr lang="ko-KR" altLang="en-US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분 후 완전히 용해되면</a:t>
                      </a:r>
                      <a:endParaRPr lang="en-US" altLang="ko-KR" sz="900" dirty="0">
                        <a:solidFill>
                          <a:srgbClr val="26362F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살짝 흔든 뒤 원하는 부위에 골고루 펴 바릅니다</a:t>
                      </a:r>
                      <a:r>
                        <a:rPr lang="en-US" altLang="ko-KR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.</a:t>
                      </a:r>
                      <a:endParaRPr lang="ko-KR" altLang="en-US" sz="900" dirty="0">
                        <a:solidFill>
                          <a:srgbClr val="26362F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 anchor="ctr">
                    <a:lnL w="12700">
                      <a:solidFill>
                        <a:srgbClr val="CBA9B4"/>
                      </a:solidFill>
                    </a:lnL>
                    <a:lnR w="12700">
                      <a:solidFill>
                        <a:srgbClr val="CBA9B4"/>
                      </a:solidFill>
                    </a:lnR>
                    <a:lnT w="12700">
                      <a:solidFill>
                        <a:srgbClr val="CBA9B4"/>
                      </a:solidFill>
                    </a:lnT>
                    <a:lnB w="12700">
                      <a:solidFill>
                        <a:srgbClr val="CBA9B4"/>
                      </a:solidFill>
                    </a:lnB>
                    <a:solidFill>
                      <a:srgbClr val="F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5" name="그림 34">
            <a:extLst>
              <a:ext uri="{FF2B5EF4-FFF2-40B4-BE49-F238E27FC236}">
                <a16:creationId xmlns:a16="http://schemas.microsoft.com/office/drawing/2014/main" id="{2A08A820-78DE-F4AA-2FB0-4C7BC02B7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970260" y="4860000"/>
            <a:ext cx="744893" cy="1220000"/>
          </a:xfrm>
          <a:prstGeom prst="rect">
            <a:avLst/>
          </a:prstGeom>
        </p:spPr>
      </p:pic>
      <p:sp>
        <p:nvSpPr>
          <p:cNvPr id="38" name="타원 37">
            <a:extLst>
              <a:ext uri="{FF2B5EF4-FFF2-40B4-BE49-F238E27FC236}">
                <a16:creationId xmlns:a16="http://schemas.microsoft.com/office/drawing/2014/main" id="{68112C71-9210-A3EB-55AB-1BEECB772B8D}"/>
              </a:ext>
            </a:extLst>
          </p:cNvPr>
          <p:cNvSpPr/>
          <p:nvPr/>
        </p:nvSpPr>
        <p:spPr>
          <a:xfrm>
            <a:off x="5521634" y="5859484"/>
            <a:ext cx="25796" cy="25796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accent2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 sz="339" baseline="-25000" dirty="0">
              <a:solidFill>
                <a:schemeClr val="tx1"/>
              </a:solidFill>
              <a:ea typeface="HY울릉도M"/>
            </a:endParaRPr>
          </a:p>
        </p:txBody>
      </p:sp>
      <p:sp>
        <p:nvSpPr>
          <p:cNvPr id="448" name="타원 447">
            <a:extLst>
              <a:ext uri="{FF2B5EF4-FFF2-40B4-BE49-F238E27FC236}">
                <a16:creationId xmlns:a16="http://schemas.microsoft.com/office/drawing/2014/main" id="{78444799-447F-E50D-DC70-95BAEA0F3013}"/>
              </a:ext>
            </a:extLst>
          </p:cNvPr>
          <p:cNvSpPr/>
          <p:nvPr/>
        </p:nvSpPr>
        <p:spPr>
          <a:xfrm>
            <a:off x="5535690" y="5894450"/>
            <a:ext cx="25796" cy="25796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accent2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 sz="339" baseline="-25000">
              <a:solidFill>
                <a:schemeClr val="tx1"/>
              </a:solidFill>
              <a:ea typeface="HY울릉도M"/>
            </a:endParaRPr>
          </a:p>
        </p:txBody>
      </p:sp>
      <p:sp>
        <p:nvSpPr>
          <p:cNvPr id="450" name="타원 449">
            <a:extLst>
              <a:ext uri="{FF2B5EF4-FFF2-40B4-BE49-F238E27FC236}">
                <a16:creationId xmlns:a16="http://schemas.microsoft.com/office/drawing/2014/main" id="{55A7772D-BBD0-1A01-9491-D80C256EC9B4}"/>
              </a:ext>
            </a:extLst>
          </p:cNvPr>
          <p:cNvSpPr/>
          <p:nvPr/>
        </p:nvSpPr>
        <p:spPr>
          <a:xfrm>
            <a:off x="5457492" y="5898924"/>
            <a:ext cx="25796" cy="25796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accent2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 sz="339" baseline="-25000">
              <a:solidFill>
                <a:schemeClr val="tx1"/>
              </a:solidFill>
              <a:ea typeface="HY울릉도M"/>
            </a:endParaRPr>
          </a:p>
        </p:txBody>
      </p:sp>
      <p:sp>
        <p:nvSpPr>
          <p:cNvPr id="452" name="타원 451">
            <a:extLst>
              <a:ext uri="{FF2B5EF4-FFF2-40B4-BE49-F238E27FC236}">
                <a16:creationId xmlns:a16="http://schemas.microsoft.com/office/drawing/2014/main" id="{AC4761F5-2F4A-DC32-7523-A0644B405E9E}"/>
              </a:ext>
            </a:extLst>
          </p:cNvPr>
          <p:cNvSpPr/>
          <p:nvPr/>
        </p:nvSpPr>
        <p:spPr>
          <a:xfrm>
            <a:off x="5473315" y="5861166"/>
            <a:ext cx="41261" cy="41261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accent2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 sz="339" baseline="-25000">
              <a:solidFill>
                <a:schemeClr val="tx1"/>
              </a:solidFill>
              <a:ea typeface="HY울릉도M"/>
            </a:endParaRPr>
          </a:p>
        </p:txBody>
      </p:sp>
      <p:sp>
        <p:nvSpPr>
          <p:cNvPr id="454" name="타원 453">
            <a:extLst>
              <a:ext uri="{FF2B5EF4-FFF2-40B4-BE49-F238E27FC236}">
                <a16:creationId xmlns:a16="http://schemas.microsoft.com/office/drawing/2014/main" id="{3800C781-8EE7-468F-5090-59BF1EF8D509}"/>
              </a:ext>
            </a:extLst>
          </p:cNvPr>
          <p:cNvSpPr/>
          <p:nvPr/>
        </p:nvSpPr>
        <p:spPr>
          <a:xfrm>
            <a:off x="5459927" y="5909805"/>
            <a:ext cx="33801" cy="33801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accent2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 sz="339" baseline="-25000">
              <a:solidFill>
                <a:schemeClr val="tx1"/>
              </a:solidFill>
              <a:ea typeface="HY울릉도M"/>
            </a:endParaRPr>
          </a:p>
        </p:txBody>
      </p:sp>
      <p:sp>
        <p:nvSpPr>
          <p:cNvPr id="456" name="타원 455">
            <a:extLst>
              <a:ext uri="{FF2B5EF4-FFF2-40B4-BE49-F238E27FC236}">
                <a16:creationId xmlns:a16="http://schemas.microsoft.com/office/drawing/2014/main" id="{50D212EB-3DA1-A9F2-0EA0-64E2715B1133}"/>
              </a:ext>
            </a:extLst>
          </p:cNvPr>
          <p:cNvSpPr/>
          <p:nvPr/>
        </p:nvSpPr>
        <p:spPr>
          <a:xfrm>
            <a:off x="5163678" y="5425766"/>
            <a:ext cx="99102" cy="9910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accent2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 sz="339" baseline="-25000" dirty="0">
              <a:solidFill>
                <a:schemeClr val="tx1"/>
              </a:solidFill>
              <a:ea typeface="HY울릉도M"/>
            </a:endParaRPr>
          </a:p>
        </p:txBody>
      </p:sp>
      <p:sp>
        <p:nvSpPr>
          <p:cNvPr id="458" name="타원 457">
            <a:extLst>
              <a:ext uri="{FF2B5EF4-FFF2-40B4-BE49-F238E27FC236}">
                <a16:creationId xmlns:a16="http://schemas.microsoft.com/office/drawing/2014/main" id="{62F949B7-71A0-261B-87D8-A78E5E168465}"/>
              </a:ext>
            </a:extLst>
          </p:cNvPr>
          <p:cNvSpPr/>
          <p:nvPr/>
        </p:nvSpPr>
        <p:spPr>
          <a:xfrm>
            <a:off x="7740481" y="5585779"/>
            <a:ext cx="60355" cy="60355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rgbClr val="0070C0"/>
              </a:gs>
            </a:gsLst>
            <a:path path="circle">
              <a:fillToRect l="50000" t="50000" r="50000" b="50000"/>
            </a:path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 sz="339" baseline="-25000">
              <a:solidFill>
                <a:schemeClr val="tx1"/>
              </a:solidFill>
              <a:ea typeface="HY울릉도M"/>
            </a:endParaRPr>
          </a:p>
        </p:txBody>
      </p:sp>
      <p:pic>
        <p:nvPicPr>
          <p:cNvPr id="460" name="그림 459">
            <a:extLst>
              <a:ext uri="{FF2B5EF4-FFF2-40B4-BE49-F238E27FC236}">
                <a16:creationId xmlns:a16="http://schemas.microsoft.com/office/drawing/2014/main" id="{3DF7DC12-383F-5A31-590F-54B43710A04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732696" y="5190175"/>
            <a:ext cx="739673" cy="669387"/>
          </a:xfrm>
          <a:prstGeom prst="rect">
            <a:avLst/>
          </a:prstGeom>
        </p:spPr>
      </p:pic>
      <p:sp>
        <p:nvSpPr>
          <p:cNvPr id="462" name="타원 461">
            <a:extLst>
              <a:ext uri="{FF2B5EF4-FFF2-40B4-BE49-F238E27FC236}">
                <a16:creationId xmlns:a16="http://schemas.microsoft.com/office/drawing/2014/main" id="{DADCBA8E-B7B5-86ED-5DA4-C41B278D0C36}"/>
              </a:ext>
            </a:extLst>
          </p:cNvPr>
          <p:cNvSpPr/>
          <p:nvPr/>
        </p:nvSpPr>
        <p:spPr>
          <a:xfrm>
            <a:off x="7266850" y="5220716"/>
            <a:ext cx="72092" cy="720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accent2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 sz="339" baseline="-25000">
              <a:solidFill>
                <a:schemeClr val="tx1"/>
              </a:solidFill>
              <a:ea typeface="HY울릉도M"/>
            </a:endParaRPr>
          </a:p>
        </p:txBody>
      </p:sp>
      <p:sp>
        <p:nvSpPr>
          <p:cNvPr id="464" name="타원 463">
            <a:extLst>
              <a:ext uri="{FF2B5EF4-FFF2-40B4-BE49-F238E27FC236}">
                <a16:creationId xmlns:a16="http://schemas.microsoft.com/office/drawing/2014/main" id="{D59A6B2F-0F90-7935-5DF9-7D176D9F0E53}"/>
              </a:ext>
            </a:extLst>
          </p:cNvPr>
          <p:cNvSpPr/>
          <p:nvPr/>
        </p:nvSpPr>
        <p:spPr>
          <a:xfrm>
            <a:off x="6822741" y="5251928"/>
            <a:ext cx="65305" cy="65305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accent2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 sz="339" baseline="-25000">
              <a:solidFill>
                <a:schemeClr val="tx1"/>
              </a:solidFill>
              <a:ea typeface="HY울릉도M"/>
            </a:endParaRPr>
          </a:p>
        </p:txBody>
      </p:sp>
      <p:sp>
        <p:nvSpPr>
          <p:cNvPr id="466" name="타원 465">
            <a:extLst>
              <a:ext uri="{FF2B5EF4-FFF2-40B4-BE49-F238E27FC236}">
                <a16:creationId xmlns:a16="http://schemas.microsoft.com/office/drawing/2014/main" id="{301ECD6F-2103-6236-D3C6-8B47F8F21854}"/>
              </a:ext>
            </a:extLst>
          </p:cNvPr>
          <p:cNvSpPr/>
          <p:nvPr/>
        </p:nvSpPr>
        <p:spPr>
          <a:xfrm>
            <a:off x="7062708" y="5410092"/>
            <a:ext cx="39008" cy="4452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accent2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 sz="339" baseline="-25000">
              <a:solidFill>
                <a:schemeClr val="tx1"/>
              </a:solidFill>
              <a:ea typeface="HY울릉도M"/>
            </a:endParaRPr>
          </a:p>
        </p:txBody>
      </p:sp>
      <p:sp>
        <p:nvSpPr>
          <p:cNvPr id="468" name="타원 467">
            <a:extLst>
              <a:ext uri="{FF2B5EF4-FFF2-40B4-BE49-F238E27FC236}">
                <a16:creationId xmlns:a16="http://schemas.microsoft.com/office/drawing/2014/main" id="{8B67A8C1-F530-C1AB-9259-CE5FAC5F12E7}"/>
              </a:ext>
            </a:extLst>
          </p:cNvPr>
          <p:cNvSpPr/>
          <p:nvPr/>
        </p:nvSpPr>
        <p:spPr>
          <a:xfrm>
            <a:off x="7134593" y="5284141"/>
            <a:ext cx="72092" cy="720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accent2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 sz="339" baseline="-25000">
              <a:solidFill>
                <a:schemeClr val="tx1"/>
              </a:solidFill>
              <a:ea typeface="HY울릉도M"/>
            </a:endParaRPr>
          </a:p>
        </p:txBody>
      </p:sp>
      <p:sp>
        <p:nvSpPr>
          <p:cNvPr id="470" name="타원 469">
            <a:extLst>
              <a:ext uri="{FF2B5EF4-FFF2-40B4-BE49-F238E27FC236}">
                <a16:creationId xmlns:a16="http://schemas.microsoft.com/office/drawing/2014/main" id="{47F61B7F-AAF6-4A68-7AB7-65619E82B6DA}"/>
              </a:ext>
            </a:extLst>
          </p:cNvPr>
          <p:cNvSpPr/>
          <p:nvPr/>
        </p:nvSpPr>
        <p:spPr>
          <a:xfrm>
            <a:off x="7019922" y="5202705"/>
            <a:ext cx="65305" cy="65305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accent2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 sz="339" baseline="-25000">
              <a:solidFill>
                <a:schemeClr val="tx1"/>
              </a:solidFill>
              <a:ea typeface="HY울릉도M"/>
            </a:endParaRPr>
          </a:p>
        </p:txBody>
      </p:sp>
      <p:sp>
        <p:nvSpPr>
          <p:cNvPr id="472" name="타원 471">
            <a:extLst>
              <a:ext uri="{FF2B5EF4-FFF2-40B4-BE49-F238E27FC236}">
                <a16:creationId xmlns:a16="http://schemas.microsoft.com/office/drawing/2014/main" id="{5582B094-B51A-7EDC-B1B5-9DED9F545B37}"/>
              </a:ext>
            </a:extLst>
          </p:cNvPr>
          <p:cNvSpPr/>
          <p:nvPr/>
        </p:nvSpPr>
        <p:spPr>
          <a:xfrm>
            <a:off x="7301793" y="5318810"/>
            <a:ext cx="39008" cy="4452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accent2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 sz="339" baseline="-25000">
              <a:solidFill>
                <a:schemeClr val="tx1"/>
              </a:solidFill>
              <a:ea typeface="HY울릉도M"/>
            </a:endParaRPr>
          </a:p>
        </p:txBody>
      </p:sp>
      <p:sp>
        <p:nvSpPr>
          <p:cNvPr id="474" name="타원 473">
            <a:extLst>
              <a:ext uri="{FF2B5EF4-FFF2-40B4-BE49-F238E27FC236}">
                <a16:creationId xmlns:a16="http://schemas.microsoft.com/office/drawing/2014/main" id="{BC16E950-3389-BC66-1127-925A90C82BA5}"/>
              </a:ext>
            </a:extLst>
          </p:cNvPr>
          <p:cNvSpPr/>
          <p:nvPr/>
        </p:nvSpPr>
        <p:spPr>
          <a:xfrm>
            <a:off x="6992620" y="5299494"/>
            <a:ext cx="39008" cy="4452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accent2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 sz="339" baseline="-25000">
              <a:solidFill>
                <a:schemeClr val="tx1"/>
              </a:solidFill>
              <a:ea typeface="HY울릉도M"/>
            </a:endParaRPr>
          </a:p>
        </p:txBody>
      </p:sp>
      <p:sp>
        <p:nvSpPr>
          <p:cNvPr id="476" name="타원 475">
            <a:extLst>
              <a:ext uri="{FF2B5EF4-FFF2-40B4-BE49-F238E27FC236}">
                <a16:creationId xmlns:a16="http://schemas.microsoft.com/office/drawing/2014/main" id="{EED94E40-6BF5-31D0-B583-D6C1AFFFB80D}"/>
              </a:ext>
            </a:extLst>
          </p:cNvPr>
          <p:cNvSpPr/>
          <p:nvPr/>
        </p:nvSpPr>
        <p:spPr>
          <a:xfrm>
            <a:off x="6879992" y="5359664"/>
            <a:ext cx="65305" cy="65305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accent2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 sz="339" baseline="-25000">
              <a:solidFill>
                <a:schemeClr val="tx1"/>
              </a:solidFill>
              <a:ea typeface="HY울릉도M"/>
            </a:endParaRPr>
          </a:p>
        </p:txBody>
      </p:sp>
      <p:sp>
        <p:nvSpPr>
          <p:cNvPr id="478" name="이등변 삼각형 477">
            <a:extLst>
              <a:ext uri="{FF2B5EF4-FFF2-40B4-BE49-F238E27FC236}">
                <a16:creationId xmlns:a16="http://schemas.microsoft.com/office/drawing/2014/main" id="{B423B1C1-5190-2B65-E24D-24A385351040}"/>
              </a:ext>
            </a:extLst>
          </p:cNvPr>
          <p:cNvSpPr/>
          <p:nvPr/>
        </p:nvSpPr>
        <p:spPr>
          <a:xfrm>
            <a:off x="7271434" y="5688083"/>
            <a:ext cx="373517" cy="174438"/>
          </a:xfrm>
          <a:prstGeom prst="triangle">
            <a:avLst>
              <a:gd name="adj" fmla="val 5109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80" name="그림 479">
            <a:extLst>
              <a:ext uri="{FF2B5EF4-FFF2-40B4-BE49-F238E27FC236}">
                <a16:creationId xmlns:a16="http://schemas.microsoft.com/office/drawing/2014/main" id="{5FB94972-5A76-9F88-A218-79EA02BEA23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710618" y="5095568"/>
            <a:ext cx="732244" cy="754577"/>
          </a:xfrm>
          <a:prstGeom prst="rect">
            <a:avLst/>
          </a:prstGeom>
        </p:spPr>
      </p:pic>
      <p:sp>
        <p:nvSpPr>
          <p:cNvPr id="482" name="타원 481">
            <a:extLst>
              <a:ext uri="{FF2B5EF4-FFF2-40B4-BE49-F238E27FC236}">
                <a16:creationId xmlns:a16="http://schemas.microsoft.com/office/drawing/2014/main" id="{F9D2AEFF-FCE9-A9A4-C7EA-51EC5D1EBC5A}"/>
              </a:ext>
            </a:extLst>
          </p:cNvPr>
          <p:cNvSpPr/>
          <p:nvPr/>
        </p:nvSpPr>
        <p:spPr>
          <a:xfrm>
            <a:off x="7946151" y="5539955"/>
            <a:ext cx="68029" cy="6802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accent2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 sz="339" baseline="-25000">
              <a:solidFill>
                <a:schemeClr val="tx1"/>
              </a:solidFill>
              <a:ea typeface="HY울릉도M"/>
            </a:endParaRPr>
          </a:p>
        </p:txBody>
      </p:sp>
      <p:sp>
        <p:nvSpPr>
          <p:cNvPr id="484" name="타원 483">
            <a:extLst>
              <a:ext uri="{FF2B5EF4-FFF2-40B4-BE49-F238E27FC236}">
                <a16:creationId xmlns:a16="http://schemas.microsoft.com/office/drawing/2014/main" id="{5C53FB61-759A-47CD-DD94-79ED9AD833D1}"/>
              </a:ext>
            </a:extLst>
          </p:cNvPr>
          <p:cNvSpPr/>
          <p:nvPr/>
        </p:nvSpPr>
        <p:spPr>
          <a:xfrm>
            <a:off x="8191096" y="5554427"/>
            <a:ext cx="68029" cy="6802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accent2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 sz="339" baseline="-25000">
              <a:solidFill>
                <a:schemeClr val="tx1"/>
              </a:solidFill>
              <a:ea typeface="HY울릉도M"/>
            </a:endParaRPr>
          </a:p>
        </p:txBody>
      </p:sp>
      <p:sp>
        <p:nvSpPr>
          <p:cNvPr id="486" name="타원 485">
            <a:extLst>
              <a:ext uri="{FF2B5EF4-FFF2-40B4-BE49-F238E27FC236}">
                <a16:creationId xmlns:a16="http://schemas.microsoft.com/office/drawing/2014/main" id="{D539965D-4D98-A63C-2B13-D74780867B6B}"/>
              </a:ext>
            </a:extLst>
          </p:cNvPr>
          <p:cNvSpPr/>
          <p:nvPr/>
        </p:nvSpPr>
        <p:spPr>
          <a:xfrm>
            <a:off x="7823689" y="5545963"/>
            <a:ext cx="47404" cy="42704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accent2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 sz="339" baseline="-25000">
              <a:solidFill>
                <a:schemeClr val="tx1"/>
              </a:solidFill>
              <a:ea typeface="HY울릉도M"/>
            </a:endParaRPr>
          </a:p>
        </p:txBody>
      </p:sp>
      <p:sp>
        <p:nvSpPr>
          <p:cNvPr id="488" name="타원 487">
            <a:extLst>
              <a:ext uri="{FF2B5EF4-FFF2-40B4-BE49-F238E27FC236}">
                <a16:creationId xmlns:a16="http://schemas.microsoft.com/office/drawing/2014/main" id="{F734FACC-728A-F270-53B1-F1F8EF9F1B90}"/>
              </a:ext>
            </a:extLst>
          </p:cNvPr>
          <p:cNvSpPr/>
          <p:nvPr/>
        </p:nvSpPr>
        <p:spPr>
          <a:xfrm>
            <a:off x="8045139" y="5620850"/>
            <a:ext cx="58696" cy="58696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accent2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 sz="339" baseline="-25000">
              <a:solidFill>
                <a:schemeClr val="tx1"/>
              </a:solidFill>
              <a:ea typeface="HY울릉도M"/>
            </a:endParaRPr>
          </a:p>
        </p:txBody>
      </p:sp>
      <p:sp>
        <p:nvSpPr>
          <p:cNvPr id="490" name="이등변 삼각형 489">
            <a:extLst>
              <a:ext uri="{FF2B5EF4-FFF2-40B4-BE49-F238E27FC236}">
                <a16:creationId xmlns:a16="http://schemas.microsoft.com/office/drawing/2014/main" id="{B2075541-C652-B8F4-8FB9-6D678C789F60}"/>
              </a:ext>
            </a:extLst>
          </p:cNvPr>
          <p:cNvSpPr/>
          <p:nvPr/>
        </p:nvSpPr>
        <p:spPr>
          <a:xfrm>
            <a:off x="8240511" y="5685046"/>
            <a:ext cx="388837" cy="174438"/>
          </a:xfrm>
          <a:prstGeom prst="triangle">
            <a:avLst>
              <a:gd name="adj" fmla="val 5109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2" name="오른쪽 화살표 149">
            <a:extLst>
              <a:ext uri="{FF2B5EF4-FFF2-40B4-BE49-F238E27FC236}">
                <a16:creationId xmlns:a16="http://schemas.microsoft.com/office/drawing/2014/main" id="{8502406C-0C5A-FA30-A3E3-5042A7445F26}"/>
              </a:ext>
            </a:extLst>
          </p:cNvPr>
          <p:cNvSpPr/>
          <p:nvPr/>
        </p:nvSpPr>
        <p:spPr>
          <a:xfrm>
            <a:off x="7513367" y="5690167"/>
            <a:ext cx="138847" cy="172951"/>
          </a:xfrm>
          <a:prstGeom prst="rightArrow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50000">
                <a:schemeClr val="bg1">
                  <a:lumMod val="65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494" name="아래쪽 화살표 100">
            <a:extLst>
              <a:ext uri="{FF2B5EF4-FFF2-40B4-BE49-F238E27FC236}">
                <a16:creationId xmlns:a16="http://schemas.microsoft.com/office/drawing/2014/main" id="{9DC1C8CA-5303-DBE0-A3B4-560A23A983E6}"/>
              </a:ext>
            </a:extLst>
          </p:cNvPr>
          <p:cNvSpPr/>
          <p:nvPr/>
        </p:nvSpPr>
        <p:spPr>
          <a:xfrm>
            <a:off x="7911078" y="5612544"/>
            <a:ext cx="171035" cy="232217"/>
          </a:xfrm>
          <a:prstGeom prst="downArrow">
            <a:avLst/>
          </a:prstGeom>
          <a:gradFill>
            <a:gsLst>
              <a:gs pos="0">
                <a:schemeClr val="bg1"/>
              </a:gs>
              <a:gs pos="94000">
                <a:srgbClr val="0070C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C394E263-47EF-E62E-B8D3-65D014ACE4DF}"/>
              </a:ext>
            </a:extLst>
          </p:cNvPr>
          <p:cNvSpPr txBox="1"/>
          <p:nvPr/>
        </p:nvSpPr>
        <p:spPr>
          <a:xfrm>
            <a:off x="7925551" y="5583797"/>
            <a:ext cx="157557" cy="260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9" dirty="0"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피</a:t>
            </a:r>
            <a:endParaRPr lang="en-US" altLang="ko-KR" sz="339" dirty="0">
              <a:latin typeface="페이퍼로지 4 Regular" pitchFamily="2" charset="-127"/>
              <a:ea typeface="페이퍼로지 4 Regular" pitchFamily="2" charset="-127"/>
              <a:cs typeface="Microsoft GothicNeo Light" panose="020B0300000101010101" pitchFamily="50" charset="-127"/>
            </a:endParaRPr>
          </a:p>
          <a:p>
            <a:r>
              <a:rPr lang="ko-KR" altLang="en-US" sz="339" dirty="0"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부</a:t>
            </a:r>
            <a:endParaRPr lang="en-US" altLang="ko-KR" sz="339" dirty="0">
              <a:latin typeface="페이퍼로지 4 Regular" pitchFamily="2" charset="-127"/>
              <a:ea typeface="페이퍼로지 4 Regular" pitchFamily="2" charset="-127"/>
              <a:cs typeface="Microsoft GothicNeo Light" panose="020B0300000101010101" pitchFamily="50" charset="-127"/>
            </a:endParaRPr>
          </a:p>
          <a:p>
            <a:r>
              <a:rPr lang="ko-KR" altLang="en-US" sz="339" dirty="0" err="1"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흡</a:t>
            </a:r>
            <a:endParaRPr lang="en-US" altLang="ko-KR" sz="339" dirty="0">
              <a:latin typeface="페이퍼로지 4 Regular" pitchFamily="2" charset="-127"/>
              <a:ea typeface="페이퍼로지 4 Regular" pitchFamily="2" charset="-127"/>
              <a:cs typeface="Microsoft GothicNeo Light" panose="020B0300000101010101" pitchFamily="50" charset="-127"/>
            </a:endParaRPr>
          </a:p>
          <a:p>
            <a:r>
              <a:rPr lang="ko-KR" altLang="en-US" sz="339" dirty="0"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수</a:t>
            </a:r>
            <a:endParaRPr lang="en-US" altLang="ko-KR" sz="339" dirty="0">
              <a:latin typeface="페이퍼로지 4 Regular" pitchFamily="2" charset="-127"/>
              <a:ea typeface="페이퍼로지 4 Regular" pitchFamily="2" charset="-127"/>
              <a:cs typeface="Microsoft GothicNeo Light" panose="020B0300000101010101" pitchFamily="50" charset="-127"/>
            </a:endParaRPr>
          </a:p>
        </p:txBody>
      </p:sp>
      <p:sp>
        <p:nvSpPr>
          <p:cNvPr id="498" name="TextBox 497">
            <a:extLst>
              <a:ext uri="{FF2B5EF4-FFF2-40B4-BE49-F238E27FC236}">
                <a16:creationId xmlns:a16="http://schemas.microsoft.com/office/drawing/2014/main" id="{33ED066B-F024-4D86-A9CC-455DD27DCB5C}"/>
              </a:ext>
            </a:extLst>
          </p:cNvPr>
          <p:cNvSpPr txBox="1"/>
          <p:nvPr/>
        </p:nvSpPr>
        <p:spPr>
          <a:xfrm>
            <a:off x="5255558" y="5312491"/>
            <a:ext cx="437939" cy="1562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39" dirty="0"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고순도 </a:t>
            </a:r>
            <a:r>
              <a:rPr lang="en-US" altLang="ko-KR" sz="339" dirty="0"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PDRN </a:t>
            </a:r>
            <a:r>
              <a:rPr lang="ko-KR" altLang="en-US" sz="339" dirty="0"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및 </a:t>
            </a:r>
            <a:endParaRPr lang="en-US" altLang="ko-KR" sz="339" dirty="0">
              <a:latin typeface="페이퍼로지 4 Regular" pitchFamily="2" charset="-127"/>
              <a:ea typeface="페이퍼로지 4 Regular" pitchFamily="2" charset="-127"/>
              <a:cs typeface="Microsoft GothicNeo Light" panose="020B0300000101010101" pitchFamily="50" charset="-127"/>
            </a:endParaRPr>
          </a:p>
          <a:p>
            <a:r>
              <a:rPr lang="ko-KR" altLang="en-US" sz="339" dirty="0"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각종 피부 효능 성분</a:t>
            </a:r>
          </a:p>
        </p:txBody>
      </p:sp>
      <p:cxnSp>
        <p:nvCxnSpPr>
          <p:cNvPr id="500" name="직선 연결선 499">
            <a:extLst>
              <a:ext uri="{FF2B5EF4-FFF2-40B4-BE49-F238E27FC236}">
                <a16:creationId xmlns:a16="http://schemas.microsoft.com/office/drawing/2014/main" id="{41D557C8-5A43-5267-1C12-4178425A8D14}"/>
              </a:ext>
            </a:extLst>
          </p:cNvPr>
          <p:cNvCxnSpPr>
            <a:cxnSpLocks/>
          </p:cNvCxnSpPr>
          <p:nvPr/>
        </p:nvCxnSpPr>
        <p:spPr>
          <a:xfrm flipH="1">
            <a:off x="5255558" y="5688083"/>
            <a:ext cx="305928" cy="255523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직선 화살표 연결선 501">
            <a:extLst>
              <a:ext uri="{FF2B5EF4-FFF2-40B4-BE49-F238E27FC236}">
                <a16:creationId xmlns:a16="http://schemas.microsoft.com/office/drawing/2014/main" id="{EB91B1E6-0461-2A73-22C2-5EB3E65F89D9}"/>
              </a:ext>
            </a:extLst>
          </p:cNvPr>
          <p:cNvCxnSpPr>
            <a:cxnSpLocks/>
          </p:cNvCxnSpPr>
          <p:nvPr/>
        </p:nvCxnSpPr>
        <p:spPr>
          <a:xfrm flipH="1">
            <a:off x="5540623" y="5688083"/>
            <a:ext cx="20863" cy="162062"/>
          </a:xfrm>
          <a:prstGeom prst="straightConnector1">
            <a:avLst/>
          </a:prstGeom>
          <a:ln w="9525">
            <a:solidFill>
              <a:srgbClr val="FF0000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4" name="타원 503">
            <a:extLst>
              <a:ext uri="{FF2B5EF4-FFF2-40B4-BE49-F238E27FC236}">
                <a16:creationId xmlns:a16="http://schemas.microsoft.com/office/drawing/2014/main" id="{54A87123-E326-5630-517F-F9B03B033451}"/>
              </a:ext>
            </a:extLst>
          </p:cNvPr>
          <p:cNvSpPr/>
          <p:nvPr/>
        </p:nvSpPr>
        <p:spPr>
          <a:xfrm>
            <a:off x="8001259" y="5393847"/>
            <a:ext cx="68029" cy="6802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accent2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 sz="339" baseline="-25000">
              <a:solidFill>
                <a:schemeClr val="tx1"/>
              </a:solidFill>
              <a:ea typeface="HY울릉도M"/>
            </a:endParaRPr>
          </a:p>
        </p:txBody>
      </p:sp>
      <p:sp>
        <p:nvSpPr>
          <p:cNvPr id="506" name="TextBox 505">
            <a:extLst>
              <a:ext uri="{FF2B5EF4-FFF2-40B4-BE49-F238E27FC236}">
                <a16:creationId xmlns:a16="http://schemas.microsoft.com/office/drawing/2014/main" id="{C4BE97EF-2176-B8F4-8B8A-CCC5D49B4919}"/>
              </a:ext>
            </a:extLst>
          </p:cNvPr>
          <p:cNvSpPr txBox="1"/>
          <p:nvPr/>
        </p:nvSpPr>
        <p:spPr>
          <a:xfrm>
            <a:off x="5790578" y="5965123"/>
            <a:ext cx="364497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00" dirty="0">
                <a:latin typeface="페이퍼로지 5 Medium" pitchFamily="2" charset="-127"/>
                <a:ea typeface="페이퍼로지 5 Medium" pitchFamily="2" charset="-127"/>
                <a:cs typeface="Microsoft GothicNeo Light" panose="020B0300000101010101" pitchFamily="50" charset="-127"/>
              </a:rPr>
              <a:t>정제</a:t>
            </a:r>
            <a:r>
              <a:rPr lang="en-US" altLang="ko-KR" sz="700" dirty="0">
                <a:latin typeface="페이퍼로지 5 Medium" pitchFamily="2" charset="-127"/>
                <a:ea typeface="페이퍼로지 5 Medium" pitchFamily="2" charset="-127"/>
                <a:cs typeface="Microsoft GothicNeo Light" panose="020B0300000101010101" pitchFamily="50" charset="-127"/>
              </a:rPr>
              <a:t>(</a:t>
            </a:r>
            <a:r>
              <a:rPr lang="ko-KR" altLang="en-US" sz="700" dirty="0" err="1">
                <a:latin typeface="페이퍼로지 5 Medium" pitchFamily="2" charset="-127"/>
                <a:ea typeface="페이퍼로지 5 Medium" pitchFamily="2" charset="-127"/>
                <a:cs typeface="Microsoft GothicNeo Light" panose="020B0300000101010101" pitchFamily="50" charset="-127"/>
              </a:rPr>
              <a:t>타블렛</a:t>
            </a:r>
            <a:r>
              <a:rPr lang="en-US" altLang="ko-KR" sz="700" dirty="0">
                <a:latin typeface="페이퍼로지 5 Medium" pitchFamily="2" charset="-127"/>
                <a:ea typeface="페이퍼로지 5 Medium" pitchFamily="2" charset="-127"/>
                <a:cs typeface="Microsoft GothicNeo Light" panose="020B0300000101010101" pitchFamily="50" charset="-127"/>
              </a:rPr>
              <a:t>)</a:t>
            </a:r>
            <a:r>
              <a:rPr lang="ko-KR" altLang="en-US" sz="700" dirty="0">
                <a:latin typeface="페이퍼로지 5 Medium" pitchFamily="2" charset="-127"/>
                <a:ea typeface="페이퍼로지 5 Medium" pitchFamily="2" charset="-127"/>
                <a:cs typeface="Microsoft GothicNeo Light" panose="020B0300000101010101" pitchFamily="50" charset="-127"/>
              </a:rPr>
              <a:t>의 형태로 효능성분을 안정화</a:t>
            </a:r>
            <a:r>
              <a:rPr lang="en-US" altLang="ko-KR" sz="700" dirty="0">
                <a:latin typeface="페이퍼로지 5 Medium" pitchFamily="2" charset="-127"/>
                <a:ea typeface="페이퍼로지 5 Medium" pitchFamily="2" charset="-127"/>
                <a:cs typeface="Microsoft GothicNeo Light" panose="020B0300000101010101" pitchFamily="50" charset="-127"/>
              </a:rPr>
              <a:t>(</a:t>
            </a:r>
            <a:r>
              <a:rPr lang="ko-KR" altLang="en-US" sz="700" dirty="0">
                <a:latin typeface="페이퍼로지 5 Medium" pitchFamily="2" charset="-127"/>
                <a:ea typeface="페이퍼로지 5 Medium" pitchFamily="2" charset="-127"/>
                <a:cs typeface="Microsoft GothicNeo Light" panose="020B0300000101010101" pitchFamily="50" charset="-127"/>
              </a:rPr>
              <a:t>수분</a:t>
            </a:r>
            <a:r>
              <a:rPr lang="en-US" altLang="ko-KR" sz="700" dirty="0">
                <a:latin typeface="페이퍼로지 5 Medium" pitchFamily="2" charset="-127"/>
                <a:ea typeface="페이퍼로지 5 Medium" pitchFamily="2" charset="-127"/>
                <a:cs typeface="Microsoft GothicNeo Light" panose="020B0300000101010101" pitchFamily="50" charset="-127"/>
              </a:rPr>
              <a:t>, </a:t>
            </a:r>
            <a:r>
              <a:rPr lang="ko-KR" altLang="en-US" sz="700" dirty="0">
                <a:latin typeface="페이퍼로지 5 Medium" pitchFamily="2" charset="-127"/>
                <a:ea typeface="페이퍼로지 5 Medium" pitchFamily="2" charset="-127"/>
                <a:cs typeface="Microsoft GothicNeo Light" panose="020B0300000101010101" pitchFamily="50" charset="-127"/>
              </a:rPr>
              <a:t>열</a:t>
            </a:r>
            <a:r>
              <a:rPr lang="en-US" altLang="ko-KR" sz="700" dirty="0">
                <a:latin typeface="페이퍼로지 5 Medium" pitchFamily="2" charset="-127"/>
                <a:ea typeface="페이퍼로지 5 Medium" pitchFamily="2" charset="-127"/>
                <a:cs typeface="Microsoft GothicNeo Light" panose="020B0300000101010101" pitchFamily="50" charset="-127"/>
              </a:rPr>
              <a:t>, </a:t>
            </a:r>
            <a:r>
              <a:rPr lang="ko-KR" altLang="en-US" sz="700" dirty="0">
                <a:latin typeface="페이퍼로지 5 Medium" pitchFamily="2" charset="-127"/>
                <a:ea typeface="페이퍼로지 5 Medium" pitchFamily="2" charset="-127"/>
                <a:cs typeface="Microsoft GothicNeo Light" panose="020B0300000101010101" pitchFamily="50" charset="-127"/>
              </a:rPr>
              <a:t>자외선</a:t>
            </a:r>
            <a:r>
              <a:rPr lang="en-US" altLang="ko-KR" sz="700" dirty="0">
                <a:latin typeface="페이퍼로지 5 Medium" pitchFamily="2" charset="-127"/>
                <a:ea typeface="페이퍼로지 5 Medium" pitchFamily="2" charset="-127"/>
                <a:cs typeface="Microsoft GothicNeo Light" panose="020B0300000101010101" pitchFamily="50" charset="-127"/>
              </a:rPr>
              <a:t>, </a:t>
            </a:r>
            <a:r>
              <a:rPr lang="ko-KR" altLang="en-US" sz="700" dirty="0" err="1">
                <a:latin typeface="페이퍼로지 5 Medium" pitchFamily="2" charset="-127"/>
                <a:ea typeface="페이퍼로지 5 Medium" pitchFamily="2" charset="-127"/>
                <a:cs typeface="Microsoft GothicNeo Light" panose="020B0300000101010101" pitchFamily="50" charset="-127"/>
              </a:rPr>
              <a:t>활성산소등으로부터</a:t>
            </a:r>
            <a:r>
              <a:rPr lang="ko-KR" altLang="en-US" sz="700" dirty="0">
                <a:latin typeface="페이퍼로지 5 Medium" pitchFamily="2" charset="-127"/>
                <a:ea typeface="페이퍼로지 5 Medium" pitchFamily="2" charset="-127"/>
                <a:cs typeface="Microsoft GothicNeo Light" panose="020B0300000101010101" pitchFamily="50" charset="-127"/>
              </a:rPr>
              <a:t> 효능성분 보호</a:t>
            </a:r>
            <a:r>
              <a:rPr lang="en-US" altLang="ko-KR" sz="700" dirty="0">
                <a:latin typeface="페이퍼로지 5 Medium" pitchFamily="2" charset="-127"/>
                <a:ea typeface="페이퍼로지 5 Medium" pitchFamily="2" charset="-127"/>
                <a:cs typeface="Microsoft GothicNeo Light" panose="020B0300000101010101" pitchFamily="50" charset="-127"/>
              </a:rPr>
              <a:t>)</a:t>
            </a:r>
            <a:endParaRPr lang="ko-KR" altLang="en-US" sz="700" dirty="0">
              <a:latin typeface="페이퍼로지 5 Medium" pitchFamily="2" charset="-127"/>
              <a:ea typeface="페이퍼로지 5 Medium" pitchFamily="2" charset="-127"/>
              <a:cs typeface="Microsoft GothicNeo Light" panose="020B0300000101010101" pitchFamily="50" charset="-127"/>
            </a:endParaRPr>
          </a:p>
        </p:txBody>
      </p:sp>
      <p:pic>
        <p:nvPicPr>
          <p:cNvPr id="508" name="Picture 30">
            <a:extLst>
              <a:ext uri="{FF2B5EF4-FFF2-40B4-BE49-F238E27FC236}">
                <a16:creationId xmlns:a16="http://schemas.microsoft.com/office/drawing/2014/main" id="{CDDE45A3-6394-6727-EAB6-4361C3D38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551" y="5040024"/>
            <a:ext cx="288003" cy="272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0" name="직사각형 509">
            <a:extLst>
              <a:ext uri="{FF2B5EF4-FFF2-40B4-BE49-F238E27FC236}">
                <a16:creationId xmlns:a16="http://schemas.microsoft.com/office/drawing/2014/main" id="{BE173655-20A7-68EC-7215-E68E9232481A}"/>
              </a:ext>
            </a:extLst>
          </p:cNvPr>
          <p:cNvSpPr/>
          <p:nvPr/>
        </p:nvSpPr>
        <p:spPr>
          <a:xfrm>
            <a:off x="5580336" y="5012770"/>
            <a:ext cx="1306159" cy="412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60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모공의 크기</a:t>
            </a:r>
            <a:r>
              <a:rPr lang="en-US" altLang="ko-KR" sz="60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(20~50</a:t>
            </a:r>
            <a:r>
              <a:rPr lang="el-GR" altLang="ko-KR" sz="600" dirty="0">
                <a:latin typeface="Microsoft GothicNeo Light" panose="020B0300000101010101" pitchFamily="50" charset="-127"/>
                <a:ea typeface="페이퍼로지 4 Regular" pitchFamily="2" charset="-127"/>
                <a:cs typeface="Microsoft GothicNeo Light" panose="020B0300000101010101" pitchFamily="50" charset="-127"/>
              </a:rPr>
              <a:t>μ</a:t>
            </a:r>
            <a:r>
              <a:rPr lang="en-US" altLang="ko-KR" sz="600" dirty="0"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m) </a:t>
            </a:r>
            <a:r>
              <a:rPr lang="ko-KR" altLang="en-US" sz="600" dirty="0"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보다 </a:t>
            </a:r>
            <a:endParaRPr lang="en-US" altLang="ko-KR" sz="600" dirty="0">
              <a:solidFill>
                <a:srgbClr val="000000"/>
              </a:solidFill>
              <a:latin typeface="페이퍼로지 4 Regular" pitchFamily="2" charset="-127"/>
              <a:ea typeface="페이퍼로지 4 Regular" pitchFamily="2" charset="-127"/>
              <a:cs typeface="Microsoft GothicNeo Light" panose="020B0300000101010101" pitchFamily="50" charset="-127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60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작은 미세 입자</a:t>
            </a:r>
            <a:r>
              <a:rPr lang="en-US" altLang="ko-KR" sz="60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(100nm, 0.1</a:t>
            </a:r>
            <a:r>
              <a:rPr lang="el-GR" altLang="ko-KR" sz="600" dirty="0">
                <a:latin typeface="Microsoft GothicNeo Light" panose="020B0300000101010101" pitchFamily="50" charset="-127"/>
                <a:ea typeface="페이퍼로지 4 Regular" pitchFamily="2" charset="-127"/>
                <a:cs typeface="Microsoft GothicNeo Light" panose="020B0300000101010101" pitchFamily="50" charset="-127"/>
              </a:rPr>
              <a:t>μ</a:t>
            </a:r>
            <a:r>
              <a:rPr lang="en-US" altLang="ko-KR" sz="600" dirty="0"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m)</a:t>
            </a:r>
            <a:r>
              <a:rPr lang="ko-KR" altLang="en-US" sz="60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가 피부 깊숙이 활성 성분 전달</a:t>
            </a:r>
            <a:endParaRPr lang="en-US" altLang="ko-KR" sz="600" dirty="0">
              <a:solidFill>
                <a:srgbClr val="000000"/>
              </a:solidFill>
              <a:latin typeface="페이퍼로지 4 Regular" pitchFamily="2" charset="-127"/>
              <a:ea typeface="페이퍼로지 4 Regular" pitchFamily="2" charset="-127"/>
              <a:cs typeface="Microsoft GothicNeo Light" panose="020B0300000101010101" pitchFamily="50" charset="-127"/>
            </a:endParaRPr>
          </a:p>
        </p:txBody>
      </p:sp>
      <p:sp>
        <p:nvSpPr>
          <p:cNvPr id="4" name="concept-title">
            <a:extLst>
              <a:ext uri="{FF2B5EF4-FFF2-40B4-BE49-F238E27FC236}">
                <a16:creationId xmlns:a16="http://schemas.microsoft.com/office/drawing/2014/main" id="{6CE92C28-567B-3699-9D12-99434641A151}"/>
              </a:ext>
            </a:extLst>
          </p:cNvPr>
          <p:cNvSpPr>
            <a:spLocks noGrp="1"/>
          </p:cNvSpPr>
          <p:nvPr/>
        </p:nvSpPr>
        <p:spPr>
          <a:xfrm>
            <a:off x="3725495" y="2506697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en-US" sz="1800" b="0" dirty="0">
                <a:solidFill>
                  <a:srgbClr val="683447"/>
                </a:solidFill>
                <a:latin typeface="Paperlogy 7 Bold"/>
                <a:ea typeface="Paperlogy 7 Bold"/>
                <a:cs typeface="Paperlogy 7 Bold"/>
              </a:rPr>
              <a:t>PDRN</a:t>
            </a:r>
            <a:r>
              <a:rPr lang="en-US" dirty="0">
                <a:solidFill>
                  <a:srgbClr val="683447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en-US" altLang="ko-KR" dirty="0">
                <a:solidFill>
                  <a:srgbClr val="683447"/>
                </a:solidFill>
                <a:latin typeface="Paperlogy 7 Bold"/>
                <a:ea typeface="Paperlogy 7 Bold"/>
                <a:cs typeface="Paperlogy 7 Bold"/>
              </a:rPr>
              <a:t>·</a:t>
            </a:r>
            <a:r>
              <a:rPr lang="en-US" dirty="0">
                <a:solidFill>
                  <a:srgbClr val="683447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ko-KR" altLang="en-US" sz="1800" b="0" dirty="0">
                <a:solidFill>
                  <a:srgbClr val="683447"/>
                </a:solidFill>
                <a:latin typeface="Paperlogy 7 Bold"/>
                <a:ea typeface="Paperlogy 7 Bold"/>
                <a:cs typeface="Paperlogy 7 Bold"/>
              </a:rPr>
              <a:t>로즈 </a:t>
            </a:r>
            <a:r>
              <a:rPr lang="ko-KR" altLang="en-US" sz="1800" b="0" dirty="0" err="1">
                <a:solidFill>
                  <a:srgbClr val="683447"/>
                </a:solidFill>
                <a:latin typeface="Paperlogy 7 Bold"/>
                <a:ea typeface="Paperlogy 7 Bold"/>
                <a:cs typeface="Paperlogy 7 Bold"/>
              </a:rPr>
              <a:t>세라마이드의</a:t>
            </a:r>
            <a:r>
              <a:rPr lang="ko-KR" altLang="en-US" sz="1800" b="0" dirty="0">
                <a:solidFill>
                  <a:srgbClr val="683447"/>
                </a:solidFill>
                <a:latin typeface="Paperlogy 7 Bold"/>
                <a:ea typeface="Paperlogy 7 Bold"/>
                <a:cs typeface="Paperlogy 7 Bold"/>
              </a:rPr>
              <a:t> 장벽 케어</a:t>
            </a:r>
            <a:endParaRPr sz="1800" b="0" dirty="0">
              <a:solidFill>
                <a:srgbClr val="683447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20" name="concept-body">
            <a:extLst>
              <a:ext uri="{FF2B5EF4-FFF2-40B4-BE49-F238E27FC236}">
                <a16:creationId xmlns:a16="http://schemas.microsoft.com/office/drawing/2014/main" id="{7931D154-4355-BA75-2903-B85039B72E7D}"/>
              </a:ext>
            </a:extLst>
          </p:cNvPr>
          <p:cNvSpPr>
            <a:spLocks noGrp="1"/>
          </p:cNvSpPr>
          <p:nvPr/>
        </p:nvSpPr>
        <p:spPr>
          <a:xfrm>
            <a:off x="3725495" y="2979197"/>
            <a:ext cx="6298256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en-US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PDRN</a:t>
            </a:r>
            <a:r>
              <a:rPr lang="ko-KR" altLang="en-US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과 로즈 </a:t>
            </a:r>
            <a:r>
              <a:rPr lang="ko-KR" altLang="en-US" sz="1050" b="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세라마이드</a:t>
            </a:r>
            <a:r>
              <a:rPr lang="en-US" altLang="ko-KR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, </a:t>
            </a:r>
            <a:r>
              <a:rPr lang="ko-KR" altLang="en-US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아미노산 복합체가 피부의 보습감을 더하고 탄력과 피부 장벽을 함께 관리합니다</a:t>
            </a:r>
            <a:r>
              <a:rPr lang="en-US" altLang="ko-KR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 </a:t>
            </a:r>
            <a:endParaRPr sz="1050" b="0" dirty="0">
              <a:solidFill>
                <a:srgbClr val="26362F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22" name="concept-title">
            <a:extLst>
              <a:ext uri="{FF2B5EF4-FFF2-40B4-BE49-F238E27FC236}">
                <a16:creationId xmlns:a16="http://schemas.microsoft.com/office/drawing/2014/main" id="{BD0C63ED-168D-FA3C-68FD-C253EBB74376}"/>
              </a:ext>
            </a:extLst>
          </p:cNvPr>
          <p:cNvSpPr>
            <a:spLocks noGrp="1"/>
          </p:cNvSpPr>
          <p:nvPr/>
        </p:nvSpPr>
        <p:spPr>
          <a:xfrm>
            <a:off x="3725496" y="3484248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1800" b="0" dirty="0">
                <a:solidFill>
                  <a:srgbClr val="683447"/>
                </a:solidFill>
                <a:latin typeface="Paperlogy 7 Bold"/>
                <a:ea typeface="Paperlogy 7 Bold"/>
                <a:cs typeface="Paperlogy 7 Bold"/>
              </a:rPr>
              <a:t>미세 버블로 완성하는 광채 보습</a:t>
            </a:r>
            <a:endParaRPr sz="1800" b="0" dirty="0">
              <a:solidFill>
                <a:srgbClr val="683447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32" name="concept-body">
            <a:extLst>
              <a:ext uri="{FF2B5EF4-FFF2-40B4-BE49-F238E27FC236}">
                <a16:creationId xmlns:a16="http://schemas.microsoft.com/office/drawing/2014/main" id="{79DB3096-43C2-A5AB-912D-A73D63B30CD1}"/>
              </a:ext>
            </a:extLst>
          </p:cNvPr>
          <p:cNvSpPr>
            <a:spLocks noGrp="1"/>
          </p:cNvSpPr>
          <p:nvPr/>
        </p:nvSpPr>
        <p:spPr>
          <a:xfrm>
            <a:off x="3725496" y="3956748"/>
            <a:ext cx="6298256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미세 버블과 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10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종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히알루론산이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피부를 촉촉하게 감싸 윤기 있고 매끄러운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피부결로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마무리합니다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endParaRPr sz="1050" b="0" dirty="0">
              <a:solidFill>
                <a:srgbClr val="26362F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pic>
        <p:nvPicPr>
          <p:cNvPr id="8" name="EWG icon">
            <a:extLst>
              <a:ext uri="{FF2B5EF4-FFF2-40B4-BE49-F238E27FC236}">
                <a16:creationId xmlns:a16="http://schemas.microsoft.com/office/drawing/2014/main" id="{04D6DE16-8725-5FBD-7A60-2313F4C8CE4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66667"/>
          <a:stretch/>
        </p:blipFill>
        <p:spPr>
          <a:xfrm>
            <a:off x="9706332" y="652332"/>
            <a:ext cx="434363" cy="434363"/>
          </a:xfrm>
          <a:prstGeom prst="rect">
            <a:avLst/>
          </a:prstGeom>
        </p:spPr>
      </p:pic>
      <p:pic>
        <p:nvPicPr>
          <p:cNvPr id="25" name="Hwahae icon">
            <a:extLst>
              <a:ext uri="{FF2B5EF4-FFF2-40B4-BE49-F238E27FC236}">
                <a16:creationId xmlns:a16="http://schemas.microsoft.com/office/drawing/2014/main" id="{8BDBB9D4-02B2-CE53-CB32-C4A26FCDCBA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3333" r="33333"/>
          <a:stretch/>
        </p:blipFill>
        <p:spPr>
          <a:xfrm>
            <a:off x="10140695" y="652332"/>
            <a:ext cx="434363" cy="434363"/>
          </a:xfrm>
          <a:prstGeom prst="rect">
            <a:avLst/>
          </a:prstGeom>
        </p:spPr>
      </p:pic>
      <p:sp>
        <p:nvSpPr>
          <p:cNvPr id="34" name="pictogram-label-ewg">
            <a:extLst>
              <a:ext uri="{FF2B5EF4-FFF2-40B4-BE49-F238E27FC236}">
                <a16:creationId xmlns:a16="http://schemas.microsoft.com/office/drawing/2014/main" id="{E74AD238-18E1-7FB4-DB22-C41ED56DCA9F}"/>
              </a:ext>
            </a:extLst>
          </p:cNvPr>
          <p:cNvSpPr>
            <a:spLocks noGrp="1"/>
          </p:cNvSpPr>
          <p:nvPr/>
        </p:nvSpPr>
        <p:spPr>
          <a:xfrm>
            <a:off x="9706331" y="1174014"/>
            <a:ext cx="434363" cy="12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rPr>
              <a:t>EWG</a:t>
            </a:r>
          </a:p>
        </p:txBody>
      </p:sp>
      <p:sp>
        <p:nvSpPr>
          <p:cNvPr id="37" name="pictogram-label-hwahae">
            <a:extLst>
              <a:ext uri="{FF2B5EF4-FFF2-40B4-BE49-F238E27FC236}">
                <a16:creationId xmlns:a16="http://schemas.microsoft.com/office/drawing/2014/main" id="{BC296415-DB34-6635-7412-18DFDB64BAEB}"/>
              </a:ext>
            </a:extLst>
          </p:cNvPr>
          <p:cNvSpPr>
            <a:spLocks noGrp="1"/>
          </p:cNvSpPr>
          <p:nvPr/>
        </p:nvSpPr>
        <p:spPr>
          <a:xfrm>
            <a:off x="10140694" y="1174014"/>
            <a:ext cx="434363" cy="12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rPr>
              <a:t>화해</a:t>
            </a:r>
          </a:p>
        </p:txBody>
      </p:sp>
    </p:spTree>
    <p:extLst>
      <p:ext uri="{BB962C8B-B14F-4D97-AF65-F5344CB8AC3E}">
        <p14:creationId xmlns:p14="http://schemas.microsoft.com/office/powerpoint/2010/main" val="4083784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outer-border">
            <a:extLst>
              <a:ext uri="{FF2B5EF4-FFF2-40B4-BE49-F238E27FC236}">
                <a16:creationId xmlns:a16="http://schemas.microsoft.com/office/drawing/2014/main" id="{B5D461B8-1E34-64EF-9BA6-4CDF958D3393}"/>
              </a:ext>
            </a:extLst>
          </p:cNvPr>
          <p:cNvSpPr>
            <a:spLocks noGrp="1"/>
          </p:cNvSpPr>
          <p:nvPr/>
        </p:nvSpPr>
        <p:spPr>
          <a:xfrm>
            <a:off x="100238" y="105000"/>
            <a:ext cx="10491525" cy="7350000"/>
          </a:xfrm>
          <a:prstGeom prst="rect">
            <a:avLst/>
          </a:prstGeom>
          <a:noFill/>
          <a:ln w="10478">
            <a:solidFill>
              <a:srgbClr val="C9D5C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27" name="그림 6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" r="27"/>
          <a:stretch/>
        </p:blipFill>
        <p:spPr>
          <a:xfrm>
            <a:off x="100238" y="105000"/>
            <a:ext cx="3341250" cy="7350000"/>
          </a:xfrm>
          <a:prstGeom prst="rect">
            <a:avLst/>
          </a:prstGeom>
        </p:spPr>
      </p:pic>
      <p:sp>
        <p:nvSpPr>
          <p:cNvPr id="3" name="image-panel-divider">
            <a:extLst>
              <a:ext uri="{FF2B5EF4-FFF2-40B4-BE49-F238E27FC236}">
                <a16:creationId xmlns:a16="http://schemas.microsoft.com/office/drawing/2014/main" id="{D777BB76-77AA-7D46-4A68-E6245E8453C9}"/>
              </a:ext>
            </a:extLst>
          </p:cNvPr>
          <p:cNvSpPr>
            <a:spLocks noGrp="1"/>
          </p:cNvSpPr>
          <p:nvPr/>
        </p:nvSpPr>
        <p:spPr>
          <a:xfrm>
            <a:off x="3441488" y="105000"/>
            <a:ext cx="0" cy="7350000"/>
          </a:xfrm>
          <a:prstGeom prst="line">
            <a:avLst/>
          </a:prstGeom>
          <a:noFill/>
          <a:ln w="19050">
            <a:solidFill>
              <a:srgbClr val="4165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left-title-panel">
            <a:extLst>
              <a:ext uri="{FF2B5EF4-FFF2-40B4-BE49-F238E27FC236}">
                <a16:creationId xmlns:a16="http://schemas.microsoft.com/office/drawing/2014/main" id="{AECAF6D4-48F5-ED72-1B15-B827251476DD}"/>
              </a:ext>
            </a:extLst>
          </p:cNvPr>
          <p:cNvSpPr>
            <a:spLocks noGrp="1"/>
          </p:cNvSpPr>
          <p:nvPr/>
        </p:nvSpPr>
        <p:spPr>
          <a:xfrm>
            <a:off x="250594" y="294000"/>
            <a:ext cx="2923594" cy="1848000"/>
          </a:xfrm>
          <a:prstGeom prst="rect">
            <a:avLst/>
          </a:prstGeom>
          <a:solidFill>
            <a:srgbClr val="F1F6F1"/>
          </a:solidFill>
          <a:ln w="7620">
            <a:solidFill>
              <a:srgbClr val="A8BF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left-product-title">
            <a:extLst>
              <a:ext uri="{FF2B5EF4-FFF2-40B4-BE49-F238E27FC236}">
                <a16:creationId xmlns:a16="http://schemas.microsoft.com/office/drawing/2014/main" id="{B5D4A439-03CA-5E62-B16A-6ACE3152C681}"/>
              </a:ext>
            </a:extLst>
          </p:cNvPr>
          <p:cNvSpPr>
            <a:spLocks noGrp="1"/>
          </p:cNvSpPr>
          <p:nvPr/>
        </p:nvSpPr>
        <p:spPr>
          <a:xfrm>
            <a:off x="434363" y="808500"/>
            <a:ext cx="2422406" cy="77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buNone/>
              <a:defRPr sz="2250" b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2100" b="0" dirty="0" err="1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그린티</a:t>
            </a:r>
            <a:r>
              <a:rPr lang="en-US" sz="2100" b="0" dirty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ko-KR" altLang="en-US" sz="2100" b="0" dirty="0" err="1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퓨리파잉</a:t>
            </a:r>
            <a:endParaRPr lang="en-US" altLang="ko-KR" sz="2100" dirty="0">
              <a:solidFill>
                <a:srgbClr val="26362F"/>
              </a:solidFill>
              <a:latin typeface="Paperlogy 7 Bold"/>
              <a:ea typeface="Paperlogy 7 Bold"/>
              <a:cs typeface="Paperlogy 7 Bold"/>
            </a:endParaRPr>
          </a:p>
          <a:p>
            <a:pPr algn="l">
              <a:lnSpc>
                <a:spcPct val="92000"/>
              </a:lnSpc>
              <a:buNone/>
              <a:defRPr sz="2250" b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2100" dirty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팩 폼</a:t>
            </a:r>
            <a:endParaRPr sz="2100" b="0" dirty="0">
              <a:solidFill>
                <a:srgbClr val="26362F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6" name="left-title-rule">
            <a:extLst>
              <a:ext uri="{FF2B5EF4-FFF2-40B4-BE49-F238E27FC236}">
                <a16:creationId xmlns:a16="http://schemas.microsoft.com/office/drawing/2014/main" id="{B0FF652C-C33F-BBC9-8FB5-03946BFACE4E}"/>
              </a:ext>
            </a:extLst>
          </p:cNvPr>
          <p:cNvSpPr>
            <a:spLocks noGrp="1"/>
          </p:cNvSpPr>
          <p:nvPr/>
        </p:nvSpPr>
        <p:spPr>
          <a:xfrm>
            <a:off x="434363" y="1659000"/>
            <a:ext cx="517894" cy="0"/>
          </a:xfrm>
          <a:prstGeom prst="line">
            <a:avLst/>
          </a:prstGeom>
          <a:noFill/>
          <a:ln w="28575">
            <a:solidFill>
              <a:srgbClr val="4165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left-tagline">
            <a:extLst>
              <a:ext uri="{FF2B5EF4-FFF2-40B4-BE49-F238E27FC236}">
                <a16:creationId xmlns:a16="http://schemas.microsoft.com/office/drawing/2014/main" id="{E5456520-45ED-2212-E008-8515C0B88264}"/>
              </a:ext>
            </a:extLst>
          </p:cNvPr>
          <p:cNvSpPr>
            <a:spLocks noGrp="1"/>
          </p:cNvSpPr>
          <p:nvPr/>
        </p:nvSpPr>
        <p:spPr>
          <a:xfrm>
            <a:off x="434363" y="1774500"/>
            <a:ext cx="2388994" cy="23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sz="900" dirty="0">
                <a:solidFill>
                  <a:srgbClr val="41652E"/>
                </a:solidFill>
                <a:latin typeface="Paperlogy 5 Medium"/>
                <a:ea typeface="Paperlogy 5 Medium"/>
                <a:cs typeface="Paperlogy 5 Medium"/>
              </a:rPr>
              <a:t>Green</a:t>
            </a:r>
            <a:r>
              <a:rPr lang="ko-KR" altLang="en-US" sz="900" dirty="0">
                <a:solidFill>
                  <a:srgbClr val="41652E"/>
                </a:solidFill>
                <a:latin typeface="Paperlogy 5 Medium"/>
                <a:ea typeface="Paperlogy 5 Medium"/>
                <a:cs typeface="Paperlogy 5 Medium"/>
              </a:rPr>
              <a:t> </a:t>
            </a:r>
            <a:r>
              <a:rPr lang="en-US" altLang="ko-KR" sz="900" dirty="0">
                <a:solidFill>
                  <a:srgbClr val="41652E"/>
                </a:solidFill>
                <a:latin typeface="Paperlogy 5 Medium"/>
                <a:ea typeface="Paperlogy 5 Medium"/>
                <a:cs typeface="Paperlogy 5 Medium"/>
              </a:rPr>
              <a:t>Tea</a:t>
            </a:r>
            <a:r>
              <a:rPr lang="ko-KR" altLang="en-US" sz="900" dirty="0">
                <a:solidFill>
                  <a:srgbClr val="41652E"/>
                </a:solidFill>
                <a:latin typeface="Paperlogy 5 Medium"/>
                <a:ea typeface="Paperlogy 5 Medium"/>
                <a:cs typeface="Paperlogy 5 Medium"/>
              </a:rPr>
              <a:t> </a:t>
            </a:r>
            <a:r>
              <a:rPr lang="en-US" altLang="ko-KR" sz="900" dirty="0">
                <a:solidFill>
                  <a:srgbClr val="41652E"/>
                </a:solidFill>
                <a:latin typeface="Paperlogy 5 Medium"/>
                <a:ea typeface="Paperlogy 5 Medium"/>
                <a:cs typeface="Paperlogy 5 Medium"/>
              </a:rPr>
              <a:t>Purifying</a:t>
            </a:r>
            <a:r>
              <a:rPr lang="ko-KR" altLang="en-US" sz="900" dirty="0">
                <a:solidFill>
                  <a:srgbClr val="41652E"/>
                </a:solidFill>
                <a:latin typeface="Paperlogy 5 Medium"/>
                <a:ea typeface="Paperlogy 5 Medium"/>
                <a:cs typeface="Paperlogy 5 Medium"/>
              </a:rPr>
              <a:t> </a:t>
            </a:r>
            <a:r>
              <a:rPr lang="en-US" altLang="ko-KR" sz="900" dirty="0">
                <a:solidFill>
                  <a:srgbClr val="41652E"/>
                </a:solidFill>
                <a:latin typeface="Paperlogy 5 Medium"/>
                <a:ea typeface="Paperlogy 5 Medium"/>
                <a:cs typeface="Paperlogy 5 Medium"/>
              </a:rPr>
              <a:t>Pack</a:t>
            </a:r>
            <a:r>
              <a:rPr lang="ko-KR" altLang="en-US" sz="900" dirty="0">
                <a:solidFill>
                  <a:srgbClr val="41652E"/>
                </a:solidFill>
                <a:latin typeface="Paperlogy 5 Medium"/>
                <a:ea typeface="Paperlogy 5 Medium"/>
                <a:cs typeface="Paperlogy 5 Medium"/>
              </a:rPr>
              <a:t> </a:t>
            </a:r>
            <a:r>
              <a:rPr lang="en-US" altLang="ko-KR" sz="900" dirty="0">
                <a:solidFill>
                  <a:srgbClr val="41652E"/>
                </a:solidFill>
                <a:latin typeface="Paperlogy 5 Medium"/>
                <a:ea typeface="Paperlogy 5 Medium"/>
                <a:cs typeface="Paperlogy 5 Medium"/>
              </a:rPr>
              <a:t>Foam</a:t>
            </a:r>
            <a:endParaRPr sz="900" b="0" dirty="0">
              <a:solidFill>
                <a:srgbClr val="41652E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8" name="left-info-outline">
            <a:extLst>
              <a:ext uri="{FF2B5EF4-FFF2-40B4-BE49-F238E27FC236}">
                <a16:creationId xmlns:a16="http://schemas.microsoft.com/office/drawing/2014/main" id="{C5F323C1-E493-AF1A-F32D-CCCE798C8410}"/>
              </a:ext>
            </a:extLst>
          </p:cNvPr>
          <p:cNvSpPr>
            <a:spLocks noGrp="1"/>
          </p:cNvSpPr>
          <p:nvPr/>
        </p:nvSpPr>
        <p:spPr>
          <a:xfrm>
            <a:off x="200475" y="6720000"/>
            <a:ext cx="3140775" cy="609000"/>
          </a:xfrm>
          <a:prstGeom prst="rect">
            <a:avLst/>
          </a:prstGeom>
          <a:solidFill>
            <a:srgbClr val="244B3B">
              <a:alpha val="36000"/>
            </a:srgbClr>
          </a:solidFill>
          <a:ln w="6191">
            <a:solidFill>
              <a:srgbClr val="E6EEE7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left-info-label-1">
            <a:extLst>
              <a:ext uri="{FF2B5EF4-FFF2-40B4-BE49-F238E27FC236}">
                <a16:creationId xmlns:a16="http://schemas.microsoft.com/office/drawing/2014/main" id="{1B0448D2-71A0-3407-2B25-118925F48FCB}"/>
              </a:ext>
            </a:extLst>
          </p:cNvPr>
          <p:cNvSpPr>
            <a:spLocks noGrp="1"/>
          </p:cNvSpPr>
          <p:nvPr/>
        </p:nvSpPr>
        <p:spPr>
          <a:xfrm>
            <a:off x="258947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LAB NO.</a:t>
            </a:r>
          </a:p>
        </p:txBody>
      </p:sp>
      <p:sp>
        <p:nvSpPr>
          <p:cNvPr id="10" name="left-info-value-1">
            <a:extLst>
              <a:ext uri="{FF2B5EF4-FFF2-40B4-BE49-F238E27FC236}">
                <a16:creationId xmlns:a16="http://schemas.microsoft.com/office/drawing/2014/main" id="{1FA79C73-15B3-30E9-542B-0D6E6FB5A011}"/>
              </a:ext>
            </a:extLst>
          </p:cNvPr>
          <p:cNvSpPr>
            <a:spLocks noGrp="1"/>
          </p:cNvSpPr>
          <p:nvPr/>
        </p:nvSpPr>
        <p:spPr>
          <a:xfrm>
            <a:off x="258947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#260916-2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1" name="left-info-label-2">
            <a:extLst>
              <a:ext uri="{FF2B5EF4-FFF2-40B4-BE49-F238E27FC236}">
                <a16:creationId xmlns:a16="http://schemas.microsoft.com/office/drawing/2014/main" id="{C8F083C4-3381-33A9-7C9E-B9A4414A7566}"/>
              </a:ext>
            </a:extLst>
          </p:cNvPr>
          <p:cNvSpPr>
            <a:spLocks noGrp="1"/>
          </p:cNvSpPr>
          <p:nvPr/>
        </p:nvSpPr>
        <p:spPr>
          <a:xfrm>
            <a:off x="868725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기능성</a:t>
            </a:r>
          </a:p>
        </p:txBody>
      </p:sp>
      <p:sp>
        <p:nvSpPr>
          <p:cNvPr id="12" name="left-info-value-2">
            <a:extLst>
              <a:ext uri="{FF2B5EF4-FFF2-40B4-BE49-F238E27FC236}">
                <a16:creationId xmlns:a16="http://schemas.microsoft.com/office/drawing/2014/main" id="{8CF5C974-FD47-D67F-038C-979D35B4436C}"/>
              </a:ext>
            </a:extLst>
          </p:cNvPr>
          <p:cNvSpPr>
            <a:spLocks noGrp="1"/>
          </p:cNvSpPr>
          <p:nvPr/>
        </p:nvSpPr>
        <p:spPr>
          <a:xfrm>
            <a:off x="868725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여드름 완화</a:t>
            </a:r>
          </a:p>
        </p:txBody>
      </p:sp>
      <p:sp>
        <p:nvSpPr>
          <p:cNvPr id="13" name="left-info-label-3">
            <a:extLst>
              <a:ext uri="{FF2B5EF4-FFF2-40B4-BE49-F238E27FC236}">
                <a16:creationId xmlns:a16="http://schemas.microsoft.com/office/drawing/2014/main" id="{46152307-D6CB-F9E1-A288-F8EF4907979A}"/>
              </a:ext>
            </a:extLst>
          </p:cNvPr>
          <p:cNvSpPr>
            <a:spLocks noGrp="1"/>
          </p:cNvSpPr>
          <p:nvPr/>
        </p:nvSpPr>
        <p:spPr>
          <a:xfrm>
            <a:off x="1478503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제형</a:t>
            </a:r>
          </a:p>
        </p:txBody>
      </p:sp>
      <p:sp>
        <p:nvSpPr>
          <p:cNvPr id="14" name="left-info-value-3">
            <a:extLst>
              <a:ext uri="{FF2B5EF4-FFF2-40B4-BE49-F238E27FC236}">
                <a16:creationId xmlns:a16="http://schemas.microsoft.com/office/drawing/2014/main" id="{53E56A40-F5B1-3DDC-B712-C6831FAF5791}"/>
              </a:ext>
            </a:extLst>
          </p:cNvPr>
          <p:cNvSpPr>
            <a:spLocks noGrp="1"/>
          </p:cNvSpPr>
          <p:nvPr/>
        </p:nvSpPr>
        <p:spPr>
          <a:xfrm>
            <a:off x="1478503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녹색의</a:t>
            </a:r>
            <a:r>
              <a:rPr sz="615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 크림상</a:t>
            </a:r>
            <a:endParaRPr sz="615" b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5" name="left-info-label-4">
            <a:extLst>
              <a:ext uri="{FF2B5EF4-FFF2-40B4-BE49-F238E27FC236}">
                <a16:creationId xmlns:a16="http://schemas.microsoft.com/office/drawing/2014/main" id="{70AFF3CC-F88E-555F-4926-0EDF3D35FAAB}"/>
              </a:ext>
            </a:extLst>
          </p:cNvPr>
          <p:cNvSpPr>
            <a:spLocks noGrp="1"/>
          </p:cNvSpPr>
          <p:nvPr/>
        </p:nvSpPr>
        <p:spPr>
          <a:xfrm>
            <a:off x="2088281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제품군</a:t>
            </a:r>
          </a:p>
        </p:txBody>
      </p:sp>
      <p:sp>
        <p:nvSpPr>
          <p:cNvPr id="16" name="left-info-value-4">
            <a:extLst>
              <a:ext uri="{FF2B5EF4-FFF2-40B4-BE49-F238E27FC236}">
                <a16:creationId xmlns:a16="http://schemas.microsoft.com/office/drawing/2014/main" id="{1E811258-16F4-68F1-DB2B-6B3EC72145CD}"/>
              </a:ext>
            </a:extLst>
          </p:cNvPr>
          <p:cNvSpPr>
            <a:spLocks noGrp="1"/>
          </p:cNvSpPr>
          <p:nvPr/>
        </p:nvSpPr>
        <p:spPr>
          <a:xfrm>
            <a:off x="2088281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클렌저</a:t>
            </a:r>
          </a:p>
        </p:txBody>
      </p:sp>
      <p:sp>
        <p:nvSpPr>
          <p:cNvPr id="17" name="left-info-label-5">
            <a:extLst>
              <a:ext uri="{FF2B5EF4-FFF2-40B4-BE49-F238E27FC236}">
                <a16:creationId xmlns:a16="http://schemas.microsoft.com/office/drawing/2014/main" id="{69557C0B-CB4F-2493-9E96-F171E0D253FE}"/>
              </a:ext>
            </a:extLst>
          </p:cNvPr>
          <p:cNvSpPr>
            <a:spLocks noGrp="1"/>
          </p:cNvSpPr>
          <p:nvPr/>
        </p:nvSpPr>
        <p:spPr>
          <a:xfrm>
            <a:off x="2698059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패키지</a:t>
            </a:r>
          </a:p>
        </p:txBody>
      </p:sp>
      <p:sp>
        <p:nvSpPr>
          <p:cNvPr id="18" name="left-info-value-5">
            <a:extLst>
              <a:ext uri="{FF2B5EF4-FFF2-40B4-BE49-F238E27FC236}">
                <a16:creationId xmlns:a16="http://schemas.microsoft.com/office/drawing/2014/main" id="{646A51A1-757C-804F-F9B3-AA9D51BA6A50}"/>
              </a:ext>
            </a:extLst>
          </p:cNvPr>
          <p:cNvSpPr>
            <a:spLocks noGrp="1"/>
          </p:cNvSpPr>
          <p:nvPr/>
        </p:nvSpPr>
        <p:spPr>
          <a:xfrm>
            <a:off x="2698059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자</a:t>
            </a:r>
            <a:r>
              <a:rPr 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, </a:t>
            </a:r>
            <a:r>
              <a:rPr lang="ko-KR" alt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튜브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9" name="proposal-number">
            <a:extLst>
              <a:ext uri="{FF2B5EF4-FFF2-40B4-BE49-F238E27FC236}">
                <a16:creationId xmlns:a16="http://schemas.microsoft.com/office/drawing/2014/main" id="{BC7E9A17-3970-B7D1-B73F-ED8A61954C97}"/>
              </a:ext>
            </a:extLst>
          </p:cNvPr>
          <p:cNvSpPr>
            <a:spLocks noGrp="1"/>
          </p:cNvSpPr>
          <p:nvPr/>
        </p:nvSpPr>
        <p:spPr>
          <a:xfrm>
            <a:off x="9439031" y="336000"/>
            <a:ext cx="868725" cy="33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5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5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No. 0</a:t>
            </a:r>
            <a:r>
              <a:rPr lang="en-US" sz="15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8</a:t>
            </a:r>
            <a:endParaRPr sz="1500" b="0" dirty="0">
              <a:solidFill>
                <a:srgbClr val="315F4B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23" name="intro-accent-line">
            <a:extLst>
              <a:ext uri="{FF2B5EF4-FFF2-40B4-BE49-F238E27FC236}">
                <a16:creationId xmlns:a16="http://schemas.microsoft.com/office/drawing/2014/main" id="{3F28A2A7-AD6E-C0DD-B4BA-DA8825DAB97C}"/>
              </a:ext>
            </a:extLst>
          </p:cNvPr>
          <p:cNvSpPr>
            <a:spLocks noGrp="1"/>
          </p:cNvSpPr>
          <p:nvPr/>
        </p:nvSpPr>
        <p:spPr>
          <a:xfrm>
            <a:off x="3742200" y="451500"/>
            <a:ext cx="0" cy="672000"/>
          </a:xfrm>
          <a:prstGeom prst="line">
            <a:avLst/>
          </a:prstGeom>
          <a:noFill/>
          <a:ln w="19050">
            <a:solidFill>
              <a:srgbClr val="4165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intro-title">
            <a:extLst>
              <a:ext uri="{FF2B5EF4-FFF2-40B4-BE49-F238E27FC236}">
                <a16:creationId xmlns:a16="http://schemas.microsoft.com/office/drawing/2014/main" id="{09381782-A03C-2421-A284-BDE83D242BA2}"/>
              </a:ext>
            </a:extLst>
          </p:cNvPr>
          <p:cNvSpPr>
            <a:spLocks noGrp="1"/>
          </p:cNvSpPr>
          <p:nvPr/>
        </p:nvSpPr>
        <p:spPr>
          <a:xfrm>
            <a:off x="3931537" y="532000"/>
            <a:ext cx="5178938" cy="5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1275" b="0" dirty="0" err="1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얹으면</a:t>
            </a:r>
            <a:r>
              <a:rPr sz="1275" b="0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 팩! </a:t>
            </a:r>
            <a:r>
              <a:rPr sz="1275" b="0" dirty="0" err="1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문지르면</a:t>
            </a:r>
            <a:r>
              <a:rPr sz="1275" b="0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 폼!</a:t>
            </a:r>
          </a:p>
          <a:p>
            <a:pPr algn="l">
              <a:lnSpc>
                <a:spcPct val="112000"/>
              </a:lnSpc>
              <a:buNone/>
              <a:defRPr sz="1275" b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녹차 쿨링 팩</a:t>
            </a:r>
            <a:r>
              <a:rPr lang="en-US" altLang="ko-KR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-</a:t>
            </a:r>
            <a:r>
              <a:rPr lang="ko-KR" altLang="en-US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투</a:t>
            </a:r>
            <a:r>
              <a:rPr lang="en-US" altLang="ko-KR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-</a:t>
            </a:r>
            <a:r>
              <a:rPr lang="ko-KR" altLang="en-US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폼 클렌저</a:t>
            </a:r>
            <a:endParaRPr sz="1275" b="0" dirty="0">
              <a:solidFill>
                <a:srgbClr val="26362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26" name="concept-band">
            <a:extLst>
              <a:ext uri="{FF2B5EF4-FFF2-40B4-BE49-F238E27FC236}">
                <a16:creationId xmlns:a16="http://schemas.microsoft.com/office/drawing/2014/main" id="{80483F6C-0475-3CE5-3DC4-9D25D77D1F41}"/>
              </a:ext>
            </a:extLst>
          </p:cNvPr>
          <p:cNvSpPr>
            <a:spLocks noGrp="1"/>
          </p:cNvSpPr>
          <p:nvPr/>
        </p:nvSpPr>
        <p:spPr>
          <a:xfrm>
            <a:off x="3441488" y="1343999"/>
            <a:ext cx="7150275" cy="3028825"/>
          </a:xfrm>
          <a:prstGeom prst="rect">
            <a:avLst/>
          </a:prstGeom>
          <a:solidFill>
            <a:srgbClr val="F1F6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concept-band-accent">
            <a:extLst>
              <a:ext uri="{FF2B5EF4-FFF2-40B4-BE49-F238E27FC236}">
                <a16:creationId xmlns:a16="http://schemas.microsoft.com/office/drawing/2014/main" id="{A9F54E91-F42C-D001-4779-188CCE8E5EE4}"/>
              </a:ext>
            </a:extLst>
          </p:cNvPr>
          <p:cNvSpPr>
            <a:spLocks noGrp="1"/>
          </p:cNvSpPr>
          <p:nvPr/>
        </p:nvSpPr>
        <p:spPr>
          <a:xfrm>
            <a:off x="3441488" y="1343999"/>
            <a:ext cx="83531" cy="3028825"/>
          </a:xfrm>
          <a:prstGeom prst="rect">
            <a:avLst/>
          </a:prstGeom>
          <a:solidFill>
            <a:srgbClr val="41652E"/>
          </a:solidFill>
          <a:ln w="0">
            <a:solidFill>
              <a:srgbClr val="41652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concept-title">
            <a:extLst>
              <a:ext uri="{FF2B5EF4-FFF2-40B4-BE49-F238E27FC236}">
                <a16:creationId xmlns:a16="http://schemas.microsoft.com/office/drawing/2014/main" id="{3C35C4A4-AF11-5909-F6A0-66F21BBEF80E}"/>
              </a:ext>
            </a:extLst>
          </p:cNvPr>
          <p:cNvSpPr>
            <a:spLocks noGrp="1"/>
          </p:cNvSpPr>
          <p:nvPr/>
        </p:nvSpPr>
        <p:spPr>
          <a:xfrm>
            <a:off x="3725494" y="1575000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1800" b="0" dirty="0">
                <a:solidFill>
                  <a:srgbClr val="41652E"/>
                </a:solidFill>
                <a:latin typeface="Paperlogy 7 Bold"/>
                <a:ea typeface="Paperlogy 7 Bold"/>
                <a:cs typeface="Paperlogy 7 Bold"/>
              </a:rPr>
              <a:t>팩과 </a:t>
            </a:r>
            <a:r>
              <a:rPr lang="ko-KR" altLang="en-US" sz="1800" b="0" dirty="0" err="1">
                <a:solidFill>
                  <a:srgbClr val="41652E"/>
                </a:solidFill>
                <a:latin typeface="Paperlogy 7 Bold"/>
                <a:ea typeface="Paperlogy 7 Bold"/>
                <a:cs typeface="Paperlogy 7 Bold"/>
              </a:rPr>
              <a:t>클렌저를</a:t>
            </a:r>
            <a:r>
              <a:rPr lang="ko-KR" altLang="en-US" sz="1800" b="0" dirty="0">
                <a:solidFill>
                  <a:srgbClr val="41652E"/>
                </a:solidFill>
                <a:latin typeface="Paperlogy 7 Bold"/>
                <a:ea typeface="Paperlogy 7 Bold"/>
                <a:cs typeface="Paperlogy 7 Bold"/>
              </a:rPr>
              <a:t> 한 번에</a:t>
            </a:r>
            <a:endParaRPr sz="1800" b="0" dirty="0">
              <a:solidFill>
                <a:srgbClr val="41652E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29" name="concept-body">
            <a:extLst>
              <a:ext uri="{FF2B5EF4-FFF2-40B4-BE49-F238E27FC236}">
                <a16:creationId xmlns:a16="http://schemas.microsoft.com/office/drawing/2014/main" id="{70904B76-3131-7446-2833-F5DF23A7C0CD}"/>
              </a:ext>
            </a:extLst>
          </p:cNvPr>
          <p:cNvSpPr>
            <a:spLocks noGrp="1"/>
          </p:cNvSpPr>
          <p:nvPr/>
        </p:nvSpPr>
        <p:spPr>
          <a:xfrm>
            <a:off x="3725494" y="2047500"/>
            <a:ext cx="6298256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팩처럼 올려 집중 케어하고 문지르면 미세 거품으로 변해 데일리 세안까지 연결되는 차별화된 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2-in-1 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클렌징 제품입니다</a:t>
            </a:r>
            <a:r>
              <a:rPr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 </a:t>
            </a:r>
            <a:endParaRPr sz="1050" b="0" dirty="0">
              <a:solidFill>
                <a:srgbClr val="26362F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30" name="technology-section-title">
            <a:extLst>
              <a:ext uri="{FF2B5EF4-FFF2-40B4-BE49-F238E27FC236}">
                <a16:creationId xmlns:a16="http://schemas.microsoft.com/office/drawing/2014/main" id="{05C5D3C7-71F1-AE67-AD6C-36072F852C42}"/>
              </a:ext>
            </a:extLst>
          </p:cNvPr>
          <p:cNvSpPr>
            <a:spLocks noGrp="1"/>
          </p:cNvSpPr>
          <p:nvPr/>
        </p:nvSpPr>
        <p:spPr>
          <a:xfrm>
            <a:off x="3725494" y="4475580"/>
            <a:ext cx="3424781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125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rPr>
              <a:t>TECHNOLOGY &amp; MECHANISM</a:t>
            </a:r>
          </a:p>
        </p:txBody>
      </p:sp>
      <p:sp>
        <p:nvSpPr>
          <p:cNvPr id="31" name="technology-section-rule">
            <a:extLst>
              <a:ext uri="{FF2B5EF4-FFF2-40B4-BE49-F238E27FC236}">
                <a16:creationId xmlns:a16="http://schemas.microsoft.com/office/drawing/2014/main" id="{7393B62C-C921-F049-AC83-88C29C27CA35}"/>
              </a:ext>
            </a:extLst>
          </p:cNvPr>
          <p:cNvSpPr>
            <a:spLocks noGrp="1"/>
          </p:cNvSpPr>
          <p:nvPr/>
        </p:nvSpPr>
        <p:spPr>
          <a:xfrm>
            <a:off x="3714750" y="4733515"/>
            <a:ext cx="6486525" cy="0"/>
          </a:xfrm>
          <a:prstGeom prst="line">
            <a:avLst/>
          </a:prstGeom>
          <a:noFill/>
          <a:ln w="9525">
            <a:solidFill>
              <a:srgbClr val="B5C4A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profile-section-title">
            <a:extLst>
              <a:ext uri="{FF2B5EF4-FFF2-40B4-BE49-F238E27FC236}">
                <a16:creationId xmlns:a16="http://schemas.microsoft.com/office/drawing/2014/main" id="{7A43B66C-52C5-FB11-4177-3C89AB6287CC}"/>
              </a:ext>
            </a:extLst>
          </p:cNvPr>
          <p:cNvSpPr>
            <a:spLocks noGrp="1"/>
          </p:cNvSpPr>
          <p:nvPr/>
        </p:nvSpPr>
        <p:spPr>
          <a:xfrm>
            <a:off x="3725494" y="6215680"/>
            <a:ext cx="2088281" cy="2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13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130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rPr>
              <a:t>PRODUCT PROFILE</a:t>
            </a:r>
          </a:p>
        </p:txBody>
      </p:sp>
      <p:sp>
        <p:nvSpPr>
          <p:cNvPr id="66" name="footer-page">
            <a:extLst>
              <a:ext uri="{FF2B5EF4-FFF2-40B4-BE49-F238E27FC236}">
                <a16:creationId xmlns:a16="http://schemas.microsoft.com/office/drawing/2014/main" id="{260E5247-7E6B-AAFE-9BDD-3F38969AA8C8}"/>
              </a:ext>
            </a:extLst>
          </p:cNvPr>
          <p:cNvSpPr>
            <a:spLocks noGrp="1"/>
          </p:cNvSpPr>
          <p:nvPr/>
        </p:nvSpPr>
        <p:spPr>
          <a:xfrm>
            <a:off x="10244599" y="7293800"/>
            <a:ext cx="284006" cy="14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675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675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0</a:t>
            </a:r>
            <a:r>
              <a:rPr lang="en-US" sz="675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8</a:t>
            </a:r>
            <a:endParaRPr sz="675" b="0" dirty="0">
              <a:solidFill>
                <a:srgbClr val="315F4B"/>
              </a:solidFill>
              <a:latin typeface="Paperlogy 7 Bold"/>
              <a:ea typeface="Paperlogy 7 Bold"/>
              <a:cs typeface="Paperlogy 7 Bold"/>
            </a:endParaRPr>
          </a:p>
        </p:txBody>
      </p:sp>
      <p:graphicFrame>
        <p:nvGraphicFramePr>
          <p:cNvPr id="556" name="표 24"/>
          <p:cNvGraphicFramePr/>
          <p:nvPr>
            <p:extLst>
              <p:ext uri="{D42A27DB-BD31-4B8C-83A1-F6EECF244321}">
                <p14:modId xmlns:p14="http://schemas.microsoft.com/office/powerpoint/2010/main" val="1372977060"/>
              </p:ext>
            </p:extLst>
          </p:nvPr>
        </p:nvGraphicFramePr>
        <p:xfrm>
          <a:off x="3725493" y="6501279"/>
          <a:ext cx="6482026" cy="672000"/>
        </p:xfrm>
        <a:graphic>
          <a:graphicData uri="http://schemas.openxmlformats.org/drawingml/2006/table">
            <a:tbl>
              <a:tblPr/>
              <a:tblGrid>
                <a:gridCol w="3241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1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rgbClr val="FFFFFF"/>
                          </a:solidFill>
                          <a:latin typeface="Paperlogy 7 Bold"/>
                          <a:ea typeface="Paperlogy 7 Bold"/>
                          <a:cs typeface="Paperlogy 7 Bold"/>
                        </a:rPr>
                        <a:t>INGREDIENT</a:t>
                      </a:r>
                    </a:p>
                  </a:txBody>
                  <a:tcPr anchor="ctr">
                    <a:lnL w="12700">
                      <a:solidFill>
                        <a:srgbClr val="B5C4AD"/>
                      </a:solidFill>
                    </a:lnL>
                    <a:lnR w="12700">
                      <a:solidFill>
                        <a:srgbClr val="B5C4AD"/>
                      </a:solidFill>
                    </a:lnR>
                    <a:lnT w="12700">
                      <a:solidFill>
                        <a:srgbClr val="B5C4AD"/>
                      </a:solidFill>
                    </a:lnT>
                    <a:lnB w="12700">
                      <a:solidFill>
                        <a:srgbClr val="B5C4AD"/>
                      </a:solidFill>
                    </a:lnB>
                    <a:solidFill>
                      <a:srgbClr val="4165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rgbClr val="FFFFFF"/>
                          </a:solidFill>
                          <a:latin typeface="Paperlogy 7 Bold"/>
                          <a:ea typeface="Paperlogy 7 Bold"/>
                          <a:cs typeface="Paperlogy 7 Bold"/>
                        </a:rPr>
                        <a:t>HOW TO USE</a:t>
                      </a:r>
                    </a:p>
                  </a:txBody>
                  <a:tcPr anchor="ctr">
                    <a:lnL w="12700">
                      <a:solidFill>
                        <a:srgbClr val="B5C4AD"/>
                      </a:solidFill>
                    </a:lnL>
                    <a:lnR w="12700">
                      <a:solidFill>
                        <a:srgbClr val="B5C4AD"/>
                      </a:solidFill>
                    </a:lnR>
                    <a:lnT w="12700">
                      <a:solidFill>
                        <a:srgbClr val="B5C4AD"/>
                      </a:solidFill>
                    </a:lnT>
                    <a:lnB w="12700">
                      <a:solidFill>
                        <a:srgbClr val="B5C4AD"/>
                      </a:solidFill>
                    </a:lnB>
                    <a:solidFill>
                      <a:srgbClr val="4165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EGCG, </a:t>
                      </a:r>
                      <a:r>
                        <a:rPr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아미노산복합체</a:t>
                      </a:r>
                      <a:r>
                        <a:rPr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, </a:t>
                      </a:r>
                      <a:r>
                        <a:rPr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녹차씨오일</a:t>
                      </a:r>
                      <a:r>
                        <a:rPr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, 10종 </a:t>
                      </a:r>
                      <a:r>
                        <a:rPr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히알루론산</a:t>
                      </a:r>
                      <a:endParaRPr lang="en-US" sz="900" dirty="0">
                        <a:solidFill>
                          <a:srgbClr val="26362F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 anchor="ctr">
                    <a:lnL w="12700">
                      <a:solidFill>
                        <a:srgbClr val="B5C4AD"/>
                      </a:solidFill>
                    </a:lnL>
                    <a:lnR w="12700">
                      <a:solidFill>
                        <a:srgbClr val="B5C4AD"/>
                      </a:solidFill>
                    </a:lnR>
                    <a:lnT w="12700">
                      <a:solidFill>
                        <a:srgbClr val="B5C4AD"/>
                      </a:solidFill>
                    </a:lnT>
                    <a:lnB w="12700">
                      <a:solidFill>
                        <a:srgbClr val="B5C4AD"/>
                      </a:solidFill>
                    </a:lnB>
                    <a:solidFill>
                      <a:srgbClr val="F1F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얼굴</a:t>
                      </a:r>
                      <a:r>
                        <a:rPr lang="en-US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전체에</a:t>
                      </a:r>
                      <a:r>
                        <a:rPr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펴 </a:t>
                      </a:r>
                      <a:r>
                        <a:rPr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바른</a:t>
                      </a:r>
                      <a:r>
                        <a:rPr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후 약 10분간 </a:t>
                      </a:r>
                      <a:r>
                        <a:rPr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팩처럼</a:t>
                      </a:r>
                      <a:r>
                        <a:rPr lang="en-US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사용하고</a:t>
                      </a:r>
                      <a:r>
                        <a:rPr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,</a:t>
                      </a:r>
                    </a:p>
                    <a:p>
                      <a:pPr algn="ctr">
                        <a:buNone/>
                      </a:pPr>
                      <a:r>
                        <a:rPr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미온수로</a:t>
                      </a:r>
                      <a:r>
                        <a:rPr lang="en-US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부드럽게</a:t>
                      </a:r>
                      <a:r>
                        <a:rPr lang="en-US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헹궈줍니다</a:t>
                      </a:r>
                      <a:r>
                        <a:rPr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.</a:t>
                      </a:r>
                    </a:p>
                  </a:txBody>
                  <a:tcPr anchor="ctr">
                    <a:lnL w="12700">
                      <a:solidFill>
                        <a:srgbClr val="B5C4AD"/>
                      </a:solidFill>
                    </a:lnL>
                    <a:lnR w="12700">
                      <a:solidFill>
                        <a:srgbClr val="B5C4AD"/>
                      </a:solidFill>
                    </a:lnR>
                    <a:lnT w="12700">
                      <a:solidFill>
                        <a:srgbClr val="B5C4AD"/>
                      </a:solidFill>
                    </a:lnT>
                    <a:lnB w="12700">
                      <a:solidFill>
                        <a:srgbClr val="B5C4AD"/>
                      </a:solidFill>
                    </a:lnB>
                    <a:solidFill>
                      <a:srgbClr val="F1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0" name="타원 69">
            <a:extLst>
              <a:ext uri="{FF2B5EF4-FFF2-40B4-BE49-F238E27FC236}">
                <a16:creationId xmlns:a16="http://schemas.microsoft.com/office/drawing/2014/main" id="{85123724-7501-E08E-F25B-AABCAC518380}"/>
              </a:ext>
            </a:extLst>
          </p:cNvPr>
          <p:cNvSpPr>
            <a:spLocks noGrp="1"/>
          </p:cNvSpPr>
          <p:nvPr/>
        </p:nvSpPr>
        <p:spPr>
          <a:xfrm>
            <a:off x="4356904" y="4839973"/>
            <a:ext cx="54671" cy="54671"/>
          </a:xfrm>
          <a:prstGeom prst="ellipse">
            <a:avLst/>
          </a:prstGeom>
          <a:solidFill>
            <a:srgbClr val="CBE1BD"/>
          </a:solidFill>
          <a:ln w="6668">
            <a:solidFill>
              <a:srgbClr val="315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6B66B4D4-396D-3E88-4EB7-9E568EE3079A}"/>
              </a:ext>
            </a:extLst>
          </p:cNvPr>
          <p:cNvSpPr>
            <a:spLocks noGrp="1"/>
          </p:cNvSpPr>
          <p:nvPr/>
        </p:nvSpPr>
        <p:spPr>
          <a:xfrm>
            <a:off x="4372485" y="4855554"/>
            <a:ext cx="23509" cy="23509"/>
          </a:xfrm>
          <a:prstGeom prst="ellipse">
            <a:avLst/>
          </a:prstGeom>
          <a:solidFill>
            <a:srgbClr val="FFFFFF"/>
          </a:solidFill>
          <a:ln w="4763">
            <a:solidFill>
              <a:srgbClr val="7CAD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0A004CDD-D3DD-9BCC-1D23-92B6EBC5D71F}"/>
              </a:ext>
            </a:extLst>
          </p:cNvPr>
          <p:cNvSpPr>
            <a:spLocks noGrp="1"/>
          </p:cNvSpPr>
          <p:nvPr/>
        </p:nvSpPr>
        <p:spPr>
          <a:xfrm>
            <a:off x="4384619" y="4812114"/>
            <a:ext cx="480725" cy="104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393" b="0">
                <a:solidFill>
                  <a:srgbClr val="20372F"/>
                </a:solidFill>
                <a:latin typeface="Paperlogy"/>
                <a:ea typeface="Paperlogy"/>
                <a:cs typeface="Paperlogy"/>
              </a:defRPr>
            </a:pPr>
            <a:r>
              <a:rPr sz="550" b="0" dirty="0" err="1">
                <a:solidFill>
                  <a:srgbClr val="20372F"/>
                </a:solidFill>
                <a:latin typeface="페이퍼로지 6 SemiBold"/>
                <a:ea typeface="페이퍼로지 6 SemiBold"/>
                <a:cs typeface="페이퍼로지 6 SemiBold"/>
              </a:rPr>
              <a:t>미세거품</a:t>
            </a:r>
            <a:endParaRPr sz="550" b="0" dirty="0">
              <a:solidFill>
                <a:srgbClr val="20372F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76" name="자유형: 도형 75">
            <a:extLst>
              <a:ext uri="{FF2B5EF4-FFF2-40B4-BE49-F238E27FC236}">
                <a16:creationId xmlns:a16="http://schemas.microsoft.com/office/drawing/2014/main" id="{9EEE46BF-1EF7-5985-A7CB-3AF3A592BB40}"/>
              </a:ext>
            </a:extLst>
          </p:cNvPr>
          <p:cNvSpPr>
            <a:spLocks noGrp="1"/>
          </p:cNvSpPr>
          <p:nvPr/>
        </p:nvSpPr>
        <p:spPr>
          <a:xfrm>
            <a:off x="4843477" y="4839819"/>
            <a:ext cx="54671" cy="48106"/>
          </a:xfrm>
          <a:custGeom>
            <a:avLst/>
            <a:gdLst/>
            <a:ahLst/>
            <a:cxnLst/>
            <a:rect l="0" t="0" r="0" b="0"/>
            <a:pathLst>
              <a:path w="95250" h="66675">
                <a:moveTo>
                  <a:pt x="17145" y="0"/>
                </a:moveTo>
                <a:lnTo>
                  <a:pt x="68580" y="0"/>
                </a:lnTo>
                <a:lnTo>
                  <a:pt x="8573" y="14669"/>
                </a:lnTo>
                <a:lnTo>
                  <a:pt x="78105" y="28004"/>
                </a:lnTo>
                <a:lnTo>
                  <a:pt x="22860" y="41339"/>
                </a:lnTo>
                <a:lnTo>
                  <a:pt x="64770" y="54673"/>
                </a:lnTo>
                <a:lnTo>
                  <a:pt x="36195" y="66675"/>
                </a:lnTo>
                <a:lnTo>
                  <a:pt x="0" y="48006"/>
                </a:lnTo>
                <a:lnTo>
                  <a:pt x="26670" y="29337"/>
                </a:lnTo>
                <a:close/>
              </a:path>
            </a:pathLst>
          </a:custGeom>
          <a:solidFill>
            <a:srgbClr val="6D766F"/>
          </a:solidFill>
          <a:ln w="4763">
            <a:solidFill>
              <a:srgbClr val="4651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000F9D5D-C40B-DD3B-CC96-AFBFD80199FC}"/>
              </a:ext>
            </a:extLst>
          </p:cNvPr>
          <p:cNvSpPr>
            <a:spLocks noGrp="1"/>
          </p:cNvSpPr>
          <p:nvPr/>
        </p:nvSpPr>
        <p:spPr>
          <a:xfrm>
            <a:off x="4871193" y="4819202"/>
            <a:ext cx="785399" cy="9621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393" b="0">
                <a:solidFill>
                  <a:srgbClr val="20372F"/>
                </a:solidFill>
                <a:latin typeface="Paperlogy"/>
                <a:ea typeface="Paperlogy"/>
                <a:cs typeface="Paperlogy"/>
              </a:defRPr>
            </a:pPr>
            <a:r>
              <a:rPr sz="550" b="0">
                <a:solidFill>
                  <a:srgbClr val="20372F"/>
                </a:solidFill>
                <a:latin typeface="페이퍼로지 6 SemiBold"/>
                <a:ea typeface="페이퍼로지 6 SemiBold"/>
                <a:cs typeface="페이퍼로지 6 SemiBold"/>
              </a:rPr>
              <a:t>메이크업·피지 잔여물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96795A5C-9737-628D-2A37-390F85C1AB75}"/>
              </a:ext>
            </a:extLst>
          </p:cNvPr>
          <p:cNvSpPr>
            <a:spLocks noGrp="1"/>
          </p:cNvSpPr>
          <p:nvPr/>
        </p:nvSpPr>
        <p:spPr>
          <a:xfrm>
            <a:off x="5722621" y="4839819"/>
            <a:ext cx="54671" cy="48106"/>
          </a:xfrm>
          <a:prstGeom prst="rect">
            <a:avLst/>
          </a:prstGeom>
          <a:solidFill>
            <a:srgbClr val="FDDDB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F5B9958B-4D0C-0E47-CFE3-19D9ADDFB264}"/>
              </a:ext>
            </a:extLst>
          </p:cNvPr>
          <p:cNvSpPr>
            <a:spLocks noGrp="1"/>
          </p:cNvSpPr>
          <p:nvPr/>
        </p:nvSpPr>
        <p:spPr>
          <a:xfrm>
            <a:off x="5755804" y="4819202"/>
            <a:ext cx="458149" cy="9621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393" b="0">
                <a:solidFill>
                  <a:srgbClr val="20372F"/>
                </a:solidFill>
                <a:latin typeface="Paperlogy"/>
                <a:ea typeface="Paperlogy"/>
                <a:cs typeface="Paperlogy"/>
              </a:defRPr>
            </a:pPr>
            <a:r>
              <a:rPr sz="550" b="0">
                <a:solidFill>
                  <a:srgbClr val="20372F"/>
                </a:solidFill>
                <a:latin typeface="페이퍼로지 6 SemiBold"/>
                <a:ea typeface="페이퍼로지 6 SemiBold"/>
                <a:cs typeface="페이퍼로지 6 SemiBold"/>
              </a:rPr>
              <a:t>피부 단면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13CC15BB-07E9-F1F7-3E31-5147220A069D}"/>
              </a:ext>
            </a:extLst>
          </p:cNvPr>
          <p:cNvSpPr>
            <a:spLocks noGrp="1"/>
          </p:cNvSpPr>
          <p:nvPr/>
        </p:nvSpPr>
        <p:spPr>
          <a:xfrm>
            <a:off x="4219773" y="5081838"/>
            <a:ext cx="990959" cy="7397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442" b="1">
                <a:solidFill>
                  <a:srgbClr val="315F4B"/>
                </a:solidFill>
                <a:latin typeface="Paperlogy"/>
                <a:ea typeface="Paperlogy"/>
                <a:cs typeface="Paperlogy"/>
              </a:defRPr>
            </a:pPr>
            <a:r>
              <a:rPr sz="700" b="1">
                <a:solidFill>
                  <a:srgbClr val="315F4B"/>
                </a:solidFill>
                <a:latin typeface="페이퍼로지 6 SemiBold"/>
                <a:ea typeface="페이퍼로지 6 SemiBold"/>
                <a:cs typeface="페이퍼로지 6 SemiBold"/>
              </a:rPr>
              <a:t>01  잔여물 존재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CF6F69D2-9091-7F8D-87A8-50D28C8C96C8}"/>
              </a:ext>
            </a:extLst>
          </p:cNvPr>
          <p:cNvSpPr>
            <a:spLocks noGrp="1"/>
          </p:cNvSpPr>
          <p:nvPr/>
        </p:nvSpPr>
        <p:spPr>
          <a:xfrm>
            <a:off x="6363405" y="5081838"/>
            <a:ext cx="1078397" cy="7397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442" b="1">
                <a:solidFill>
                  <a:srgbClr val="315F4B"/>
                </a:solidFill>
                <a:latin typeface="Paperlogy"/>
                <a:ea typeface="Paperlogy"/>
                <a:cs typeface="Paperlogy"/>
              </a:defRPr>
            </a:pPr>
            <a:r>
              <a:rPr sz="700" b="1">
                <a:solidFill>
                  <a:srgbClr val="315F4B"/>
                </a:solidFill>
                <a:latin typeface="페이퍼로지 6 SemiBold"/>
                <a:ea typeface="페이퍼로지 6 SemiBold"/>
                <a:cs typeface="페이퍼로지 6 SemiBold"/>
              </a:rPr>
              <a:t>02  미세 거품 계면 흡착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3D061516-BA5D-A987-7056-A81C665A3FB4}"/>
              </a:ext>
            </a:extLst>
          </p:cNvPr>
          <p:cNvSpPr>
            <a:spLocks noGrp="1"/>
          </p:cNvSpPr>
          <p:nvPr/>
        </p:nvSpPr>
        <p:spPr>
          <a:xfrm>
            <a:off x="8537250" y="5081838"/>
            <a:ext cx="1078397" cy="7397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buNone/>
              <a:defRPr sz="442" b="1">
                <a:solidFill>
                  <a:srgbClr val="315F4B"/>
                </a:solidFill>
                <a:latin typeface="Paperlogy"/>
                <a:ea typeface="Paperlogy"/>
                <a:cs typeface="Paperlogy"/>
              </a:defRPr>
            </a:pPr>
            <a:r>
              <a:rPr sz="700" b="1">
                <a:solidFill>
                  <a:srgbClr val="315F4B"/>
                </a:solidFill>
                <a:latin typeface="페이퍼로지 6 SemiBold"/>
                <a:ea typeface="페이퍼로지 6 SemiBold"/>
                <a:cs typeface="페이퍼로지 6 SemiBold"/>
              </a:rPr>
              <a:t>03  세정 후 표면 정돈</a:t>
            </a: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C3E8C758-EB75-3093-EB61-22A829FB7246}"/>
              </a:ext>
            </a:extLst>
          </p:cNvPr>
          <p:cNvSpPr>
            <a:spLocks noGrp="1"/>
          </p:cNvSpPr>
          <p:nvPr/>
        </p:nvSpPr>
        <p:spPr>
          <a:xfrm>
            <a:off x="4217762" y="5353983"/>
            <a:ext cx="1202765" cy="27489"/>
          </a:xfrm>
          <a:prstGeom prst="rect">
            <a:avLst/>
          </a:prstGeom>
          <a:solidFill>
            <a:srgbClr val="1D4B3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A57C3B22-0AA3-DAD9-BBA3-E4530016C18E}"/>
              </a:ext>
            </a:extLst>
          </p:cNvPr>
          <p:cNvSpPr>
            <a:spLocks noGrp="1"/>
          </p:cNvSpPr>
          <p:nvPr/>
        </p:nvSpPr>
        <p:spPr>
          <a:xfrm>
            <a:off x="4217762" y="5381472"/>
            <a:ext cx="1202765" cy="96211"/>
          </a:xfrm>
          <a:prstGeom prst="rect">
            <a:avLst/>
          </a:prstGeom>
          <a:solidFill>
            <a:srgbClr val="F8EEE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0FB9C83A-274B-6166-207A-C27D9AA00B59}"/>
              </a:ext>
            </a:extLst>
          </p:cNvPr>
          <p:cNvSpPr>
            <a:spLocks noGrp="1"/>
          </p:cNvSpPr>
          <p:nvPr/>
        </p:nvSpPr>
        <p:spPr>
          <a:xfrm>
            <a:off x="4223229" y="5402089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FB5C0E91-F85D-6E8B-BBE1-E7ED76B2A534}"/>
              </a:ext>
            </a:extLst>
          </p:cNvPr>
          <p:cNvSpPr>
            <a:spLocks noGrp="1"/>
          </p:cNvSpPr>
          <p:nvPr/>
        </p:nvSpPr>
        <p:spPr>
          <a:xfrm>
            <a:off x="4321637" y="5408961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7E359C72-ADFE-27F5-BB20-4A7EF2DD9C86}"/>
              </a:ext>
            </a:extLst>
          </p:cNvPr>
          <p:cNvSpPr>
            <a:spLocks noGrp="1"/>
          </p:cNvSpPr>
          <p:nvPr/>
        </p:nvSpPr>
        <p:spPr>
          <a:xfrm>
            <a:off x="4420046" y="5402089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9AF94537-7642-86D8-109D-730EDD11C601}"/>
              </a:ext>
            </a:extLst>
          </p:cNvPr>
          <p:cNvSpPr>
            <a:spLocks noGrp="1"/>
          </p:cNvSpPr>
          <p:nvPr/>
        </p:nvSpPr>
        <p:spPr>
          <a:xfrm>
            <a:off x="4518454" y="5408961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사각형: 둥근 모서리 104">
            <a:extLst>
              <a:ext uri="{FF2B5EF4-FFF2-40B4-BE49-F238E27FC236}">
                <a16:creationId xmlns:a16="http://schemas.microsoft.com/office/drawing/2014/main" id="{7410EB8D-D177-4EA4-5EDB-B4F20C463C04}"/>
              </a:ext>
            </a:extLst>
          </p:cNvPr>
          <p:cNvSpPr>
            <a:spLocks noGrp="1"/>
          </p:cNvSpPr>
          <p:nvPr/>
        </p:nvSpPr>
        <p:spPr>
          <a:xfrm>
            <a:off x="4616862" y="5402089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49ACEA5A-9354-18A6-B939-9BAF206BDF27}"/>
              </a:ext>
            </a:extLst>
          </p:cNvPr>
          <p:cNvSpPr>
            <a:spLocks noGrp="1"/>
          </p:cNvSpPr>
          <p:nvPr/>
        </p:nvSpPr>
        <p:spPr>
          <a:xfrm>
            <a:off x="4715269" y="5408961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BC41EC60-9602-CFE3-1127-6A17537B754E}"/>
              </a:ext>
            </a:extLst>
          </p:cNvPr>
          <p:cNvSpPr>
            <a:spLocks noGrp="1"/>
          </p:cNvSpPr>
          <p:nvPr/>
        </p:nvSpPr>
        <p:spPr>
          <a:xfrm>
            <a:off x="4813678" y="5402089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0A692EC0-3673-8CCE-D8E8-4A9A0268DBF4}"/>
              </a:ext>
            </a:extLst>
          </p:cNvPr>
          <p:cNvSpPr>
            <a:spLocks noGrp="1"/>
          </p:cNvSpPr>
          <p:nvPr/>
        </p:nvSpPr>
        <p:spPr>
          <a:xfrm>
            <a:off x="4912086" y="5408961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" name="사각형: 둥근 모서리 112">
            <a:extLst>
              <a:ext uri="{FF2B5EF4-FFF2-40B4-BE49-F238E27FC236}">
                <a16:creationId xmlns:a16="http://schemas.microsoft.com/office/drawing/2014/main" id="{94A09961-6E4D-0937-A44C-8352625C4246}"/>
              </a:ext>
            </a:extLst>
          </p:cNvPr>
          <p:cNvSpPr>
            <a:spLocks noGrp="1"/>
          </p:cNvSpPr>
          <p:nvPr/>
        </p:nvSpPr>
        <p:spPr>
          <a:xfrm>
            <a:off x="5010494" y="5402089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3BDC25E7-B975-9969-F9CA-3F4811AEAC5E}"/>
              </a:ext>
            </a:extLst>
          </p:cNvPr>
          <p:cNvSpPr>
            <a:spLocks noGrp="1"/>
          </p:cNvSpPr>
          <p:nvPr/>
        </p:nvSpPr>
        <p:spPr>
          <a:xfrm>
            <a:off x="5108902" y="5408961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" name="사각형: 둥근 모서리 116">
            <a:extLst>
              <a:ext uri="{FF2B5EF4-FFF2-40B4-BE49-F238E27FC236}">
                <a16:creationId xmlns:a16="http://schemas.microsoft.com/office/drawing/2014/main" id="{C28769D0-1331-A9B8-543E-1EEEE31102A4}"/>
              </a:ext>
            </a:extLst>
          </p:cNvPr>
          <p:cNvSpPr>
            <a:spLocks noGrp="1"/>
          </p:cNvSpPr>
          <p:nvPr/>
        </p:nvSpPr>
        <p:spPr>
          <a:xfrm>
            <a:off x="5207310" y="5402089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FFC75DE6-D4CE-7DF2-780C-D51251E899E8}"/>
              </a:ext>
            </a:extLst>
          </p:cNvPr>
          <p:cNvSpPr>
            <a:spLocks noGrp="1"/>
          </p:cNvSpPr>
          <p:nvPr/>
        </p:nvSpPr>
        <p:spPr>
          <a:xfrm>
            <a:off x="5305718" y="5408961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B67E9708-329B-7F9A-2A16-A51F6706D3FD}"/>
              </a:ext>
            </a:extLst>
          </p:cNvPr>
          <p:cNvSpPr>
            <a:spLocks noGrp="1"/>
          </p:cNvSpPr>
          <p:nvPr/>
        </p:nvSpPr>
        <p:spPr>
          <a:xfrm>
            <a:off x="4217762" y="5477684"/>
            <a:ext cx="1202765" cy="164934"/>
          </a:xfrm>
          <a:prstGeom prst="rect">
            <a:avLst/>
          </a:prstGeom>
          <a:solidFill>
            <a:srgbClr val="FDDDB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6921F60C-EBDB-4D04-D2C6-C82D614B06C2}"/>
              </a:ext>
            </a:extLst>
          </p:cNvPr>
          <p:cNvSpPr>
            <a:spLocks noGrp="1"/>
          </p:cNvSpPr>
          <p:nvPr/>
        </p:nvSpPr>
        <p:spPr>
          <a:xfrm>
            <a:off x="4217762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6E231897-F8F1-6072-0BED-C0123E7EB76D}"/>
              </a:ext>
            </a:extLst>
          </p:cNvPr>
          <p:cNvSpPr>
            <a:spLocks noGrp="1"/>
          </p:cNvSpPr>
          <p:nvPr/>
        </p:nvSpPr>
        <p:spPr>
          <a:xfrm>
            <a:off x="4327105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4A08A3A8-71C9-2B3E-1ED4-2C28E76C18F0}"/>
              </a:ext>
            </a:extLst>
          </p:cNvPr>
          <p:cNvSpPr>
            <a:spLocks noGrp="1"/>
          </p:cNvSpPr>
          <p:nvPr/>
        </p:nvSpPr>
        <p:spPr>
          <a:xfrm>
            <a:off x="4436447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6060CF57-65EE-2110-C584-6975C385A606}"/>
              </a:ext>
            </a:extLst>
          </p:cNvPr>
          <p:cNvSpPr>
            <a:spLocks noGrp="1"/>
          </p:cNvSpPr>
          <p:nvPr/>
        </p:nvSpPr>
        <p:spPr>
          <a:xfrm>
            <a:off x="4545790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7E42089E-3F57-7216-E1EA-9C5FCBBAF91F}"/>
              </a:ext>
            </a:extLst>
          </p:cNvPr>
          <p:cNvSpPr>
            <a:spLocks noGrp="1"/>
          </p:cNvSpPr>
          <p:nvPr/>
        </p:nvSpPr>
        <p:spPr>
          <a:xfrm>
            <a:off x="4655131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B522EC55-6399-DBC3-D969-DAC76186116E}"/>
              </a:ext>
            </a:extLst>
          </p:cNvPr>
          <p:cNvSpPr>
            <a:spLocks noGrp="1"/>
          </p:cNvSpPr>
          <p:nvPr/>
        </p:nvSpPr>
        <p:spPr>
          <a:xfrm>
            <a:off x="4764474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C58835BD-233D-ADEA-7705-A265079FE2D9}"/>
              </a:ext>
            </a:extLst>
          </p:cNvPr>
          <p:cNvSpPr>
            <a:spLocks noGrp="1"/>
          </p:cNvSpPr>
          <p:nvPr/>
        </p:nvSpPr>
        <p:spPr>
          <a:xfrm>
            <a:off x="4873816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5A5E9932-F3E2-1978-54F8-35C6345DBDF7}"/>
              </a:ext>
            </a:extLst>
          </p:cNvPr>
          <p:cNvSpPr>
            <a:spLocks noGrp="1"/>
          </p:cNvSpPr>
          <p:nvPr/>
        </p:nvSpPr>
        <p:spPr>
          <a:xfrm>
            <a:off x="4983159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EB6F3AE4-59E7-F180-15E7-D67A4F5FB213}"/>
              </a:ext>
            </a:extLst>
          </p:cNvPr>
          <p:cNvSpPr>
            <a:spLocks noGrp="1"/>
          </p:cNvSpPr>
          <p:nvPr/>
        </p:nvSpPr>
        <p:spPr>
          <a:xfrm>
            <a:off x="5092500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BCE096A9-0808-8F1A-994D-D93D15DA0C6A}"/>
              </a:ext>
            </a:extLst>
          </p:cNvPr>
          <p:cNvSpPr>
            <a:spLocks noGrp="1"/>
          </p:cNvSpPr>
          <p:nvPr/>
        </p:nvSpPr>
        <p:spPr>
          <a:xfrm>
            <a:off x="5201843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4" name="타원 143">
            <a:extLst>
              <a:ext uri="{FF2B5EF4-FFF2-40B4-BE49-F238E27FC236}">
                <a16:creationId xmlns:a16="http://schemas.microsoft.com/office/drawing/2014/main" id="{B6346321-5ADE-6F07-8208-504D9F10F97D}"/>
              </a:ext>
            </a:extLst>
          </p:cNvPr>
          <p:cNvSpPr>
            <a:spLocks noGrp="1"/>
          </p:cNvSpPr>
          <p:nvPr/>
        </p:nvSpPr>
        <p:spPr>
          <a:xfrm>
            <a:off x="5311185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6" name="타원 145">
            <a:extLst>
              <a:ext uri="{FF2B5EF4-FFF2-40B4-BE49-F238E27FC236}">
                <a16:creationId xmlns:a16="http://schemas.microsoft.com/office/drawing/2014/main" id="{A4383D49-455D-501A-84B6-35FC78FA360E}"/>
              </a:ext>
            </a:extLst>
          </p:cNvPr>
          <p:cNvSpPr>
            <a:spLocks noGrp="1"/>
          </p:cNvSpPr>
          <p:nvPr/>
        </p:nvSpPr>
        <p:spPr>
          <a:xfrm>
            <a:off x="4272433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8" name="타원 147">
            <a:extLst>
              <a:ext uri="{FF2B5EF4-FFF2-40B4-BE49-F238E27FC236}">
                <a16:creationId xmlns:a16="http://schemas.microsoft.com/office/drawing/2014/main" id="{04010AD6-77BC-E054-14FA-CF0E1F8D25C7}"/>
              </a:ext>
            </a:extLst>
          </p:cNvPr>
          <p:cNvSpPr>
            <a:spLocks noGrp="1"/>
          </p:cNvSpPr>
          <p:nvPr/>
        </p:nvSpPr>
        <p:spPr>
          <a:xfrm>
            <a:off x="4381776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0" name="타원 149">
            <a:extLst>
              <a:ext uri="{FF2B5EF4-FFF2-40B4-BE49-F238E27FC236}">
                <a16:creationId xmlns:a16="http://schemas.microsoft.com/office/drawing/2014/main" id="{C85336C1-C057-5D70-200F-FACD6075F970}"/>
              </a:ext>
            </a:extLst>
          </p:cNvPr>
          <p:cNvSpPr>
            <a:spLocks noGrp="1"/>
          </p:cNvSpPr>
          <p:nvPr/>
        </p:nvSpPr>
        <p:spPr>
          <a:xfrm>
            <a:off x="4491118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F9F9C4F1-B565-06D0-989A-787437B4DA9C}"/>
              </a:ext>
            </a:extLst>
          </p:cNvPr>
          <p:cNvSpPr>
            <a:spLocks noGrp="1"/>
          </p:cNvSpPr>
          <p:nvPr/>
        </p:nvSpPr>
        <p:spPr>
          <a:xfrm>
            <a:off x="4600461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7A941C53-945E-0A23-6822-7FE52C4D4508}"/>
              </a:ext>
            </a:extLst>
          </p:cNvPr>
          <p:cNvSpPr>
            <a:spLocks noGrp="1"/>
          </p:cNvSpPr>
          <p:nvPr/>
        </p:nvSpPr>
        <p:spPr>
          <a:xfrm>
            <a:off x="4709802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7D8DD206-1101-CDFA-D7B8-DB021538BBD7}"/>
              </a:ext>
            </a:extLst>
          </p:cNvPr>
          <p:cNvSpPr>
            <a:spLocks noGrp="1"/>
          </p:cNvSpPr>
          <p:nvPr/>
        </p:nvSpPr>
        <p:spPr>
          <a:xfrm>
            <a:off x="4819145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8" name="타원 157">
            <a:extLst>
              <a:ext uri="{FF2B5EF4-FFF2-40B4-BE49-F238E27FC236}">
                <a16:creationId xmlns:a16="http://schemas.microsoft.com/office/drawing/2014/main" id="{6B9F46F1-8265-AD46-ADEB-4608B4AF6D07}"/>
              </a:ext>
            </a:extLst>
          </p:cNvPr>
          <p:cNvSpPr>
            <a:spLocks noGrp="1"/>
          </p:cNvSpPr>
          <p:nvPr/>
        </p:nvSpPr>
        <p:spPr>
          <a:xfrm>
            <a:off x="4928487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E72FA9D1-1622-D77F-B5A0-93F11D328116}"/>
              </a:ext>
            </a:extLst>
          </p:cNvPr>
          <p:cNvSpPr>
            <a:spLocks noGrp="1"/>
          </p:cNvSpPr>
          <p:nvPr/>
        </p:nvSpPr>
        <p:spPr>
          <a:xfrm>
            <a:off x="5037830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2" name="타원 161">
            <a:extLst>
              <a:ext uri="{FF2B5EF4-FFF2-40B4-BE49-F238E27FC236}">
                <a16:creationId xmlns:a16="http://schemas.microsoft.com/office/drawing/2014/main" id="{05117220-B50C-35A4-2C9D-8F268BA28871}"/>
              </a:ext>
            </a:extLst>
          </p:cNvPr>
          <p:cNvSpPr>
            <a:spLocks noGrp="1"/>
          </p:cNvSpPr>
          <p:nvPr/>
        </p:nvSpPr>
        <p:spPr>
          <a:xfrm>
            <a:off x="5147171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4" name="타원 163">
            <a:extLst>
              <a:ext uri="{FF2B5EF4-FFF2-40B4-BE49-F238E27FC236}">
                <a16:creationId xmlns:a16="http://schemas.microsoft.com/office/drawing/2014/main" id="{57DB4F46-3843-33B2-A759-A6D90AA52E1C}"/>
              </a:ext>
            </a:extLst>
          </p:cNvPr>
          <p:cNvSpPr>
            <a:spLocks noGrp="1"/>
          </p:cNvSpPr>
          <p:nvPr/>
        </p:nvSpPr>
        <p:spPr>
          <a:xfrm>
            <a:off x="5256514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3EA49681-CEF7-8EAA-DA80-BB27DB2273FB}"/>
              </a:ext>
            </a:extLst>
          </p:cNvPr>
          <p:cNvSpPr>
            <a:spLocks noGrp="1"/>
          </p:cNvSpPr>
          <p:nvPr/>
        </p:nvSpPr>
        <p:spPr>
          <a:xfrm>
            <a:off x="4217762" y="5642617"/>
            <a:ext cx="1202765" cy="199295"/>
          </a:xfrm>
          <a:prstGeom prst="rect">
            <a:avLst/>
          </a:prstGeom>
          <a:solidFill>
            <a:srgbClr val="F4BC8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8" name="타원 167">
            <a:extLst>
              <a:ext uri="{FF2B5EF4-FFF2-40B4-BE49-F238E27FC236}">
                <a16:creationId xmlns:a16="http://schemas.microsoft.com/office/drawing/2014/main" id="{A2585A53-AA9E-479C-E8BF-B7CA44F44482}"/>
              </a:ext>
            </a:extLst>
          </p:cNvPr>
          <p:cNvSpPr>
            <a:spLocks noGrp="1"/>
          </p:cNvSpPr>
          <p:nvPr/>
        </p:nvSpPr>
        <p:spPr>
          <a:xfrm>
            <a:off x="4256032" y="5697595"/>
            <a:ext cx="98408" cy="96211"/>
          </a:xfrm>
          <a:prstGeom prst="ellipse">
            <a:avLst/>
          </a:prstGeom>
          <a:solidFill>
            <a:srgbClr val="EFAD73"/>
          </a:solidFill>
          <a:ln w="3810">
            <a:solidFill>
              <a:srgbClr val="D998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0" name="타원 169">
            <a:extLst>
              <a:ext uri="{FF2B5EF4-FFF2-40B4-BE49-F238E27FC236}">
                <a16:creationId xmlns:a16="http://schemas.microsoft.com/office/drawing/2014/main" id="{598B5FCF-2D65-CDB5-CE7B-FD5C16958D4C}"/>
              </a:ext>
            </a:extLst>
          </p:cNvPr>
          <p:cNvSpPr>
            <a:spLocks noGrp="1"/>
          </p:cNvSpPr>
          <p:nvPr/>
        </p:nvSpPr>
        <p:spPr>
          <a:xfrm>
            <a:off x="4403644" y="5725084"/>
            <a:ext cx="98408" cy="96211"/>
          </a:xfrm>
          <a:prstGeom prst="ellipse">
            <a:avLst/>
          </a:prstGeom>
          <a:solidFill>
            <a:srgbClr val="EFAD73"/>
          </a:solidFill>
          <a:ln w="3810">
            <a:solidFill>
              <a:srgbClr val="D998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2" name="타원 171">
            <a:extLst>
              <a:ext uri="{FF2B5EF4-FFF2-40B4-BE49-F238E27FC236}">
                <a16:creationId xmlns:a16="http://schemas.microsoft.com/office/drawing/2014/main" id="{9BFD0777-ECFB-A973-BDBB-79C86982FB61}"/>
              </a:ext>
            </a:extLst>
          </p:cNvPr>
          <p:cNvSpPr>
            <a:spLocks noGrp="1"/>
          </p:cNvSpPr>
          <p:nvPr/>
        </p:nvSpPr>
        <p:spPr>
          <a:xfrm>
            <a:off x="4551257" y="5697595"/>
            <a:ext cx="98408" cy="96211"/>
          </a:xfrm>
          <a:prstGeom prst="ellipse">
            <a:avLst/>
          </a:prstGeom>
          <a:solidFill>
            <a:srgbClr val="EFAD73"/>
          </a:solidFill>
          <a:ln w="3810">
            <a:solidFill>
              <a:srgbClr val="D998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4" name="타원 173">
            <a:extLst>
              <a:ext uri="{FF2B5EF4-FFF2-40B4-BE49-F238E27FC236}">
                <a16:creationId xmlns:a16="http://schemas.microsoft.com/office/drawing/2014/main" id="{177C7CA5-65CB-281C-6384-75B2906FF7DB}"/>
              </a:ext>
            </a:extLst>
          </p:cNvPr>
          <p:cNvSpPr>
            <a:spLocks noGrp="1"/>
          </p:cNvSpPr>
          <p:nvPr/>
        </p:nvSpPr>
        <p:spPr>
          <a:xfrm>
            <a:off x="4698868" y="5725084"/>
            <a:ext cx="98408" cy="96211"/>
          </a:xfrm>
          <a:prstGeom prst="ellipse">
            <a:avLst/>
          </a:prstGeom>
          <a:solidFill>
            <a:srgbClr val="EFAD73"/>
          </a:solidFill>
          <a:ln w="3810">
            <a:solidFill>
              <a:srgbClr val="D998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540B2BE2-1675-2FDC-F22F-CB956A57DE2D}"/>
              </a:ext>
            </a:extLst>
          </p:cNvPr>
          <p:cNvSpPr>
            <a:spLocks noGrp="1"/>
          </p:cNvSpPr>
          <p:nvPr/>
        </p:nvSpPr>
        <p:spPr>
          <a:xfrm>
            <a:off x="4846480" y="5697595"/>
            <a:ext cx="98408" cy="96211"/>
          </a:xfrm>
          <a:prstGeom prst="ellipse">
            <a:avLst/>
          </a:prstGeom>
          <a:solidFill>
            <a:srgbClr val="EFAD73"/>
          </a:solidFill>
          <a:ln w="3810">
            <a:solidFill>
              <a:srgbClr val="D998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8" name="타원 177">
            <a:extLst>
              <a:ext uri="{FF2B5EF4-FFF2-40B4-BE49-F238E27FC236}">
                <a16:creationId xmlns:a16="http://schemas.microsoft.com/office/drawing/2014/main" id="{7A166F0F-A9D4-CDE9-CC06-3F7B0E65D30C}"/>
              </a:ext>
            </a:extLst>
          </p:cNvPr>
          <p:cNvSpPr>
            <a:spLocks noGrp="1"/>
          </p:cNvSpPr>
          <p:nvPr/>
        </p:nvSpPr>
        <p:spPr>
          <a:xfrm>
            <a:off x="4994093" y="5725084"/>
            <a:ext cx="98408" cy="96211"/>
          </a:xfrm>
          <a:prstGeom prst="ellipse">
            <a:avLst/>
          </a:prstGeom>
          <a:solidFill>
            <a:srgbClr val="EFAD73"/>
          </a:solidFill>
          <a:ln w="3810">
            <a:solidFill>
              <a:srgbClr val="D998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0" name="타원 179">
            <a:extLst>
              <a:ext uri="{FF2B5EF4-FFF2-40B4-BE49-F238E27FC236}">
                <a16:creationId xmlns:a16="http://schemas.microsoft.com/office/drawing/2014/main" id="{3530B0CA-139E-821E-F04C-610EEE5456B9}"/>
              </a:ext>
            </a:extLst>
          </p:cNvPr>
          <p:cNvSpPr>
            <a:spLocks noGrp="1"/>
          </p:cNvSpPr>
          <p:nvPr/>
        </p:nvSpPr>
        <p:spPr>
          <a:xfrm>
            <a:off x="5141704" y="5697595"/>
            <a:ext cx="98408" cy="96211"/>
          </a:xfrm>
          <a:prstGeom prst="ellipse">
            <a:avLst/>
          </a:prstGeom>
          <a:solidFill>
            <a:srgbClr val="EFAD73"/>
          </a:solidFill>
          <a:ln w="3810">
            <a:solidFill>
              <a:srgbClr val="D998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2" name="타원 181">
            <a:extLst>
              <a:ext uri="{FF2B5EF4-FFF2-40B4-BE49-F238E27FC236}">
                <a16:creationId xmlns:a16="http://schemas.microsoft.com/office/drawing/2014/main" id="{E31056D0-72EF-88AC-D3E7-0CE4AA2A914D}"/>
              </a:ext>
            </a:extLst>
          </p:cNvPr>
          <p:cNvSpPr>
            <a:spLocks noGrp="1"/>
          </p:cNvSpPr>
          <p:nvPr/>
        </p:nvSpPr>
        <p:spPr>
          <a:xfrm>
            <a:off x="5289317" y="5725084"/>
            <a:ext cx="98408" cy="96211"/>
          </a:xfrm>
          <a:prstGeom prst="ellipse">
            <a:avLst/>
          </a:prstGeom>
          <a:solidFill>
            <a:srgbClr val="EFAD73"/>
          </a:solidFill>
          <a:ln w="3810">
            <a:solidFill>
              <a:srgbClr val="D998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4" name="사다리꼴 183">
            <a:extLst>
              <a:ext uri="{FF2B5EF4-FFF2-40B4-BE49-F238E27FC236}">
                <a16:creationId xmlns:a16="http://schemas.microsoft.com/office/drawing/2014/main" id="{BD7B5ADE-A016-9030-B95F-403AAC648244}"/>
              </a:ext>
            </a:extLst>
          </p:cNvPr>
          <p:cNvSpPr>
            <a:spLocks noGrp="1"/>
          </p:cNvSpPr>
          <p:nvPr/>
        </p:nvSpPr>
        <p:spPr>
          <a:xfrm rot="10800000">
            <a:off x="4409111" y="5408961"/>
            <a:ext cx="98408" cy="206167"/>
          </a:xfrm>
          <a:prstGeom prst="trapezoid">
            <a:avLst/>
          </a:prstGeom>
          <a:solidFill>
            <a:srgbClr val="FBF6EF"/>
          </a:solidFill>
          <a:ln w="5715">
            <a:solidFill>
              <a:srgbClr val="E7B6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6" name="이등변 삼각형 185">
            <a:extLst>
              <a:ext uri="{FF2B5EF4-FFF2-40B4-BE49-F238E27FC236}">
                <a16:creationId xmlns:a16="http://schemas.microsoft.com/office/drawing/2014/main" id="{73BD3116-8435-A041-2CC4-DF394341A811}"/>
              </a:ext>
            </a:extLst>
          </p:cNvPr>
          <p:cNvSpPr>
            <a:spLocks noGrp="1"/>
          </p:cNvSpPr>
          <p:nvPr/>
        </p:nvSpPr>
        <p:spPr>
          <a:xfrm rot="10800000">
            <a:off x="4426825" y="5457067"/>
            <a:ext cx="62981" cy="158062"/>
          </a:xfrm>
          <a:prstGeom prst="triangle">
            <a:avLst/>
          </a:prstGeom>
          <a:solidFill>
            <a:srgbClr val="F0C89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8" name="자유형: 도형 187">
            <a:extLst>
              <a:ext uri="{FF2B5EF4-FFF2-40B4-BE49-F238E27FC236}">
                <a16:creationId xmlns:a16="http://schemas.microsoft.com/office/drawing/2014/main" id="{386232F2-89C5-1B46-9B30-D006CF06ABBE}"/>
              </a:ext>
            </a:extLst>
          </p:cNvPr>
          <p:cNvSpPr>
            <a:spLocks noGrp="1"/>
          </p:cNvSpPr>
          <p:nvPr/>
        </p:nvSpPr>
        <p:spPr>
          <a:xfrm>
            <a:off x="4437650" y="5463939"/>
            <a:ext cx="41332" cy="123700"/>
          </a:xfrm>
          <a:custGeom>
            <a:avLst/>
            <a:gdLst/>
            <a:ahLst/>
            <a:cxnLst/>
            <a:rect l="0" t="0" r="0" b="0"/>
            <a:pathLst>
              <a:path w="72009" h="171450">
                <a:moveTo>
                  <a:pt x="12962" y="0"/>
                </a:moveTo>
                <a:lnTo>
                  <a:pt x="51846" y="0"/>
                </a:lnTo>
                <a:lnTo>
                  <a:pt x="6481" y="37719"/>
                </a:lnTo>
                <a:lnTo>
                  <a:pt x="59047" y="72009"/>
                </a:lnTo>
                <a:lnTo>
                  <a:pt x="17282" y="106299"/>
                </a:lnTo>
                <a:lnTo>
                  <a:pt x="48966" y="140589"/>
                </a:lnTo>
                <a:lnTo>
                  <a:pt x="27363" y="171450"/>
                </a:lnTo>
                <a:lnTo>
                  <a:pt x="0" y="123444"/>
                </a:lnTo>
                <a:lnTo>
                  <a:pt x="20163" y="75438"/>
                </a:lnTo>
                <a:close/>
              </a:path>
            </a:pathLst>
          </a:custGeom>
          <a:solidFill>
            <a:srgbClr val="6D766F"/>
          </a:solidFill>
          <a:ln w="4763">
            <a:solidFill>
              <a:srgbClr val="4651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0" name="사다리꼴 189">
            <a:extLst>
              <a:ext uri="{FF2B5EF4-FFF2-40B4-BE49-F238E27FC236}">
                <a16:creationId xmlns:a16="http://schemas.microsoft.com/office/drawing/2014/main" id="{666D4A13-7B76-C286-6CCC-B592B3578D86}"/>
              </a:ext>
            </a:extLst>
          </p:cNvPr>
          <p:cNvSpPr>
            <a:spLocks noGrp="1"/>
          </p:cNvSpPr>
          <p:nvPr/>
        </p:nvSpPr>
        <p:spPr>
          <a:xfrm rot="10800000">
            <a:off x="4769941" y="5408961"/>
            <a:ext cx="98408" cy="206167"/>
          </a:xfrm>
          <a:prstGeom prst="trapezoid">
            <a:avLst/>
          </a:prstGeom>
          <a:solidFill>
            <a:srgbClr val="FBF6EF"/>
          </a:solidFill>
          <a:ln w="5715">
            <a:solidFill>
              <a:srgbClr val="E7B6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2" name="이등변 삼각형 191">
            <a:extLst>
              <a:ext uri="{FF2B5EF4-FFF2-40B4-BE49-F238E27FC236}">
                <a16:creationId xmlns:a16="http://schemas.microsoft.com/office/drawing/2014/main" id="{C1D4BE2B-F945-8928-94F5-9C4EB9D33E6E}"/>
              </a:ext>
            </a:extLst>
          </p:cNvPr>
          <p:cNvSpPr>
            <a:spLocks noGrp="1"/>
          </p:cNvSpPr>
          <p:nvPr/>
        </p:nvSpPr>
        <p:spPr>
          <a:xfrm rot="10800000">
            <a:off x="4787654" y="5457067"/>
            <a:ext cx="62981" cy="158062"/>
          </a:xfrm>
          <a:prstGeom prst="triangle">
            <a:avLst/>
          </a:prstGeom>
          <a:solidFill>
            <a:srgbClr val="F0C89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94" name="자유형: 도형 193">
            <a:extLst>
              <a:ext uri="{FF2B5EF4-FFF2-40B4-BE49-F238E27FC236}">
                <a16:creationId xmlns:a16="http://schemas.microsoft.com/office/drawing/2014/main" id="{49B094DB-C13B-8CA7-2690-B0570D815B3A}"/>
              </a:ext>
            </a:extLst>
          </p:cNvPr>
          <p:cNvSpPr>
            <a:spLocks noGrp="1"/>
          </p:cNvSpPr>
          <p:nvPr/>
        </p:nvSpPr>
        <p:spPr>
          <a:xfrm>
            <a:off x="4798479" y="5463939"/>
            <a:ext cx="41332" cy="123700"/>
          </a:xfrm>
          <a:custGeom>
            <a:avLst/>
            <a:gdLst/>
            <a:ahLst/>
            <a:cxnLst/>
            <a:rect l="0" t="0" r="0" b="0"/>
            <a:pathLst>
              <a:path w="72009" h="171450">
                <a:moveTo>
                  <a:pt x="12962" y="0"/>
                </a:moveTo>
                <a:lnTo>
                  <a:pt x="51846" y="0"/>
                </a:lnTo>
                <a:lnTo>
                  <a:pt x="6481" y="37719"/>
                </a:lnTo>
                <a:lnTo>
                  <a:pt x="59047" y="72009"/>
                </a:lnTo>
                <a:lnTo>
                  <a:pt x="17282" y="106299"/>
                </a:lnTo>
                <a:lnTo>
                  <a:pt x="48966" y="140589"/>
                </a:lnTo>
                <a:lnTo>
                  <a:pt x="27363" y="171450"/>
                </a:lnTo>
                <a:lnTo>
                  <a:pt x="0" y="123444"/>
                </a:lnTo>
                <a:lnTo>
                  <a:pt x="20163" y="75438"/>
                </a:lnTo>
                <a:close/>
              </a:path>
            </a:pathLst>
          </a:custGeom>
          <a:solidFill>
            <a:srgbClr val="6D766F"/>
          </a:solidFill>
          <a:ln w="4763">
            <a:solidFill>
              <a:srgbClr val="4651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6" name="사다리꼴 195">
            <a:extLst>
              <a:ext uri="{FF2B5EF4-FFF2-40B4-BE49-F238E27FC236}">
                <a16:creationId xmlns:a16="http://schemas.microsoft.com/office/drawing/2014/main" id="{AB39ECA4-AE75-A920-604E-2532298645A1}"/>
              </a:ext>
            </a:extLst>
          </p:cNvPr>
          <p:cNvSpPr>
            <a:spLocks noGrp="1"/>
          </p:cNvSpPr>
          <p:nvPr/>
        </p:nvSpPr>
        <p:spPr>
          <a:xfrm rot="10800000">
            <a:off x="5130770" y="5408961"/>
            <a:ext cx="98408" cy="206167"/>
          </a:xfrm>
          <a:prstGeom prst="trapezoid">
            <a:avLst/>
          </a:prstGeom>
          <a:solidFill>
            <a:srgbClr val="FBF6EF"/>
          </a:solidFill>
          <a:ln w="5715">
            <a:solidFill>
              <a:srgbClr val="E7B6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8" name="이등변 삼각형 197">
            <a:extLst>
              <a:ext uri="{FF2B5EF4-FFF2-40B4-BE49-F238E27FC236}">
                <a16:creationId xmlns:a16="http://schemas.microsoft.com/office/drawing/2014/main" id="{8D1A9591-A51C-A67D-957F-253E69B2B549}"/>
              </a:ext>
            </a:extLst>
          </p:cNvPr>
          <p:cNvSpPr>
            <a:spLocks noGrp="1"/>
          </p:cNvSpPr>
          <p:nvPr/>
        </p:nvSpPr>
        <p:spPr>
          <a:xfrm rot="10800000">
            <a:off x="5148484" y="5457067"/>
            <a:ext cx="62981" cy="158062"/>
          </a:xfrm>
          <a:prstGeom prst="triangle">
            <a:avLst/>
          </a:prstGeom>
          <a:solidFill>
            <a:srgbClr val="F0C89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" name="자유형: 도형 199">
            <a:extLst>
              <a:ext uri="{FF2B5EF4-FFF2-40B4-BE49-F238E27FC236}">
                <a16:creationId xmlns:a16="http://schemas.microsoft.com/office/drawing/2014/main" id="{7868E799-9C25-D6B9-A948-BF59AC074669}"/>
              </a:ext>
            </a:extLst>
          </p:cNvPr>
          <p:cNvSpPr>
            <a:spLocks noGrp="1"/>
          </p:cNvSpPr>
          <p:nvPr/>
        </p:nvSpPr>
        <p:spPr>
          <a:xfrm>
            <a:off x="5159309" y="5463939"/>
            <a:ext cx="41332" cy="123700"/>
          </a:xfrm>
          <a:custGeom>
            <a:avLst/>
            <a:gdLst/>
            <a:ahLst/>
            <a:cxnLst/>
            <a:rect l="0" t="0" r="0" b="0"/>
            <a:pathLst>
              <a:path w="72009" h="171450">
                <a:moveTo>
                  <a:pt x="12962" y="0"/>
                </a:moveTo>
                <a:lnTo>
                  <a:pt x="51846" y="0"/>
                </a:lnTo>
                <a:lnTo>
                  <a:pt x="6481" y="37719"/>
                </a:lnTo>
                <a:lnTo>
                  <a:pt x="59047" y="72009"/>
                </a:lnTo>
                <a:lnTo>
                  <a:pt x="17282" y="106299"/>
                </a:lnTo>
                <a:lnTo>
                  <a:pt x="48966" y="140589"/>
                </a:lnTo>
                <a:lnTo>
                  <a:pt x="27363" y="171450"/>
                </a:lnTo>
                <a:lnTo>
                  <a:pt x="0" y="123444"/>
                </a:lnTo>
                <a:lnTo>
                  <a:pt x="20163" y="75438"/>
                </a:lnTo>
                <a:close/>
              </a:path>
            </a:pathLst>
          </a:custGeom>
          <a:solidFill>
            <a:srgbClr val="6D766F"/>
          </a:solidFill>
          <a:ln w="4763">
            <a:solidFill>
              <a:srgbClr val="4651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D679E5EC-A7AB-7CDE-417E-ADF4313E87B8}"/>
              </a:ext>
            </a:extLst>
          </p:cNvPr>
          <p:cNvSpPr>
            <a:spLocks noGrp="1"/>
          </p:cNvSpPr>
          <p:nvPr/>
        </p:nvSpPr>
        <p:spPr>
          <a:xfrm>
            <a:off x="6361395" y="5353983"/>
            <a:ext cx="1202765" cy="27489"/>
          </a:xfrm>
          <a:prstGeom prst="rect">
            <a:avLst/>
          </a:prstGeom>
          <a:solidFill>
            <a:srgbClr val="1D4B3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EDECCE55-AFA5-207A-174A-8329192A4DAB}"/>
              </a:ext>
            </a:extLst>
          </p:cNvPr>
          <p:cNvSpPr>
            <a:spLocks noGrp="1"/>
          </p:cNvSpPr>
          <p:nvPr/>
        </p:nvSpPr>
        <p:spPr>
          <a:xfrm>
            <a:off x="6361395" y="5381472"/>
            <a:ext cx="1202765" cy="96211"/>
          </a:xfrm>
          <a:prstGeom prst="rect">
            <a:avLst/>
          </a:prstGeom>
          <a:solidFill>
            <a:srgbClr val="F8EEE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사각형: 둥근 모서리 205">
            <a:extLst>
              <a:ext uri="{FF2B5EF4-FFF2-40B4-BE49-F238E27FC236}">
                <a16:creationId xmlns:a16="http://schemas.microsoft.com/office/drawing/2014/main" id="{EF9B34BD-7F5C-583C-90D4-CD1CB471C4D8}"/>
              </a:ext>
            </a:extLst>
          </p:cNvPr>
          <p:cNvSpPr>
            <a:spLocks noGrp="1"/>
          </p:cNvSpPr>
          <p:nvPr/>
        </p:nvSpPr>
        <p:spPr>
          <a:xfrm>
            <a:off x="6366862" y="5402089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8" name="사각형: 둥근 모서리 207">
            <a:extLst>
              <a:ext uri="{FF2B5EF4-FFF2-40B4-BE49-F238E27FC236}">
                <a16:creationId xmlns:a16="http://schemas.microsoft.com/office/drawing/2014/main" id="{806B4B40-85DE-4F25-37A4-97F0F689E898}"/>
              </a:ext>
            </a:extLst>
          </p:cNvPr>
          <p:cNvSpPr>
            <a:spLocks noGrp="1"/>
          </p:cNvSpPr>
          <p:nvPr/>
        </p:nvSpPr>
        <p:spPr>
          <a:xfrm>
            <a:off x="6465270" y="5408961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0" name="사각형: 둥근 모서리 209">
            <a:extLst>
              <a:ext uri="{FF2B5EF4-FFF2-40B4-BE49-F238E27FC236}">
                <a16:creationId xmlns:a16="http://schemas.microsoft.com/office/drawing/2014/main" id="{F2E66DEA-8D3A-6ADD-2A13-49F5EC71AFBB}"/>
              </a:ext>
            </a:extLst>
          </p:cNvPr>
          <p:cNvSpPr>
            <a:spLocks noGrp="1"/>
          </p:cNvSpPr>
          <p:nvPr/>
        </p:nvSpPr>
        <p:spPr>
          <a:xfrm>
            <a:off x="6563678" y="5402089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5799896B-558D-2E6A-6FB5-9ECB421100EB}"/>
              </a:ext>
            </a:extLst>
          </p:cNvPr>
          <p:cNvSpPr>
            <a:spLocks noGrp="1"/>
          </p:cNvSpPr>
          <p:nvPr/>
        </p:nvSpPr>
        <p:spPr>
          <a:xfrm>
            <a:off x="6662086" y="5408961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4" name="사각형: 둥근 모서리 213">
            <a:extLst>
              <a:ext uri="{FF2B5EF4-FFF2-40B4-BE49-F238E27FC236}">
                <a16:creationId xmlns:a16="http://schemas.microsoft.com/office/drawing/2014/main" id="{A8E4162F-9774-934F-1047-8D017BF2A893}"/>
              </a:ext>
            </a:extLst>
          </p:cNvPr>
          <p:cNvSpPr>
            <a:spLocks noGrp="1"/>
          </p:cNvSpPr>
          <p:nvPr/>
        </p:nvSpPr>
        <p:spPr>
          <a:xfrm>
            <a:off x="6760494" y="5402089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6" name="사각형: 둥근 모서리 215">
            <a:extLst>
              <a:ext uri="{FF2B5EF4-FFF2-40B4-BE49-F238E27FC236}">
                <a16:creationId xmlns:a16="http://schemas.microsoft.com/office/drawing/2014/main" id="{321DAF6C-21AD-3412-A3B8-088554FE0F4C}"/>
              </a:ext>
            </a:extLst>
          </p:cNvPr>
          <p:cNvSpPr>
            <a:spLocks noGrp="1"/>
          </p:cNvSpPr>
          <p:nvPr/>
        </p:nvSpPr>
        <p:spPr>
          <a:xfrm>
            <a:off x="6858902" y="5408961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8" name="사각형: 둥근 모서리 217">
            <a:extLst>
              <a:ext uri="{FF2B5EF4-FFF2-40B4-BE49-F238E27FC236}">
                <a16:creationId xmlns:a16="http://schemas.microsoft.com/office/drawing/2014/main" id="{7071A177-441C-435B-1DE5-0C4BA57FD6B0}"/>
              </a:ext>
            </a:extLst>
          </p:cNvPr>
          <p:cNvSpPr>
            <a:spLocks noGrp="1"/>
          </p:cNvSpPr>
          <p:nvPr/>
        </p:nvSpPr>
        <p:spPr>
          <a:xfrm>
            <a:off x="6957310" y="5402089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0" name="사각형: 둥근 모서리 219">
            <a:extLst>
              <a:ext uri="{FF2B5EF4-FFF2-40B4-BE49-F238E27FC236}">
                <a16:creationId xmlns:a16="http://schemas.microsoft.com/office/drawing/2014/main" id="{E58E2917-5007-7647-F92C-0C08D2E23C07}"/>
              </a:ext>
            </a:extLst>
          </p:cNvPr>
          <p:cNvSpPr>
            <a:spLocks noGrp="1"/>
          </p:cNvSpPr>
          <p:nvPr/>
        </p:nvSpPr>
        <p:spPr>
          <a:xfrm>
            <a:off x="7055718" y="5408961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2" name="사각형: 둥근 모서리 221">
            <a:extLst>
              <a:ext uri="{FF2B5EF4-FFF2-40B4-BE49-F238E27FC236}">
                <a16:creationId xmlns:a16="http://schemas.microsoft.com/office/drawing/2014/main" id="{BC616B55-06C6-EED3-55F2-FFB65AF329EF}"/>
              </a:ext>
            </a:extLst>
          </p:cNvPr>
          <p:cNvSpPr>
            <a:spLocks noGrp="1"/>
          </p:cNvSpPr>
          <p:nvPr/>
        </p:nvSpPr>
        <p:spPr>
          <a:xfrm>
            <a:off x="7154126" y="5402089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4" name="사각형: 둥근 모서리 223">
            <a:extLst>
              <a:ext uri="{FF2B5EF4-FFF2-40B4-BE49-F238E27FC236}">
                <a16:creationId xmlns:a16="http://schemas.microsoft.com/office/drawing/2014/main" id="{6431864C-B76F-0DAA-80CC-01FA021819E1}"/>
              </a:ext>
            </a:extLst>
          </p:cNvPr>
          <p:cNvSpPr>
            <a:spLocks noGrp="1"/>
          </p:cNvSpPr>
          <p:nvPr/>
        </p:nvSpPr>
        <p:spPr>
          <a:xfrm>
            <a:off x="7252534" y="5408961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6" name="사각형: 둥근 모서리 225">
            <a:extLst>
              <a:ext uri="{FF2B5EF4-FFF2-40B4-BE49-F238E27FC236}">
                <a16:creationId xmlns:a16="http://schemas.microsoft.com/office/drawing/2014/main" id="{604B345A-2683-2BB0-3F7B-CB93F0E46A3B}"/>
              </a:ext>
            </a:extLst>
          </p:cNvPr>
          <p:cNvSpPr>
            <a:spLocks noGrp="1"/>
          </p:cNvSpPr>
          <p:nvPr/>
        </p:nvSpPr>
        <p:spPr>
          <a:xfrm>
            <a:off x="7350942" y="5402089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8" name="사각형: 둥근 모서리 227">
            <a:extLst>
              <a:ext uri="{FF2B5EF4-FFF2-40B4-BE49-F238E27FC236}">
                <a16:creationId xmlns:a16="http://schemas.microsoft.com/office/drawing/2014/main" id="{F6439537-37F5-3FCC-7F31-53F923F330B5}"/>
              </a:ext>
            </a:extLst>
          </p:cNvPr>
          <p:cNvSpPr>
            <a:spLocks noGrp="1"/>
          </p:cNvSpPr>
          <p:nvPr/>
        </p:nvSpPr>
        <p:spPr>
          <a:xfrm>
            <a:off x="7449350" y="5408961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DFD4078A-8EB6-F62C-6CA0-5135F32BC018}"/>
              </a:ext>
            </a:extLst>
          </p:cNvPr>
          <p:cNvSpPr>
            <a:spLocks noGrp="1"/>
          </p:cNvSpPr>
          <p:nvPr/>
        </p:nvSpPr>
        <p:spPr>
          <a:xfrm>
            <a:off x="6361395" y="5477684"/>
            <a:ext cx="1202765" cy="164934"/>
          </a:xfrm>
          <a:prstGeom prst="rect">
            <a:avLst/>
          </a:prstGeom>
          <a:solidFill>
            <a:srgbClr val="FDDDB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타원 231">
            <a:extLst>
              <a:ext uri="{FF2B5EF4-FFF2-40B4-BE49-F238E27FC236}">
                <a16:creationId xmlns:a16="http://schemas.microsoft.com/office/drawing/2014/main" id="{9F0A41AB-0988-7BDD-046A-F492436FF5A6}"/>
              </a:ext>
            </a:extLst>
          </p:cNvPr>
          <p:cNvSpPr>
            <a:spLocks noGrp="1"/>
          </p:cNvSpPr>
          <p:nvPr/>
        </p:nvSpPr>
        <p:spPr>
          <a:xfrm>
            <a:off x="6361395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4" name="타원 233">
            <a:extLst>
              <a:ext uri="{FF2B5EF4-FFF2-40B4-BE49-F238E27FC236}">
                <a16:creationId xmlns:a16="http://schemas.microsoft.com/office/drawing/2014/main" id="{E0F10AF7-569C-B23C-6470-C07DC30BF059}"/>
              </a:ext>
            </a:extLst>
          </p:cNvPr>
          <p:cNvSpPr>
            <a:spLocks noGrp="1"/>
          </p:cNvSpPr>
          <p:nvPr/>
        </p:nvSpPr>
        <p:spPr>
          <a:xfrm>
            <a:off x="6470737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6" name="타원 235">
            <a:extLst>
              <a:ext uri="{FF2B5EF4-FFF2-40B4-BE49-F238E27FC236}">
                <a16:creationId xmlns:a16="http://schemas.microsoft.com/office/drawing/2014/main" id="{C42EBEBA-8CAC-67A4-269C-1F326D8064B6}"/>
              </a:ext>
            </a:extLst>
          </p:cNvPr>
          <p:cNvSpPr>
            <a:spLocks noGrp="1"/>
          </p:cNvSpPr>
          <p:nvPr/>
        </p:nvSpPr>
        <p:spPr>
          <a:xfrm>
            <a:off x="6580080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8" name="타원 237">
            <a:extLst>
              <a:ext uri="{FF2B5EF4-FFF2-40B4-BE49-F238E27FC236}">
                <a16:creationId xmlns:a16="http://schemas.microsoft.com/office/drawing/2014/main" id="{6D9BD540-D503-30C0-603F-BDBD4F4D9A14}"/>
              </a:ext>
            </a:extLst>
          </p:cNvPr>
          <p:cNvSpPr>
            <a:spLocks noGrp="1"/>
          </p:cNvSpPr>
          <p:nvPr/>
        </p:nvSpPr>
        <p:spPr>
          <a:xfrm>
            <a:off x="6689421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0" name="타원 239">
            <a:extLst>
              <a:ext uri="{FF2B5EF4-FFF2-40B4-BE49-F238E27FC236}">
                <a16:creationId xmlns:a16="http://schemas.microsoft.com/office/drawing/2014/main" id="{5AA6B160-1576-DE2A-0309-43402F232F03}"/>
              </a:ext>
            </a:extLst>
          </p:cNvPr>
          <p:cNvSpPr>
            <a:spLocks noGrp="1"/>
          </p:cNvSpPr>
          <p:nvPr/>
        </p:nvSpPr>
        <p:spPr>
          <a:xfrm>
            <a:off x="6798764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2" name="타원 241">
            <a:extLst>
              <a:ext uri="{FF2B5EF4-FFF2-40B4-BE49-F238E27FC236}">
                <a16:creationId xmlns:a16="http://schemas.microsoft.com/office/drawing/2014/main" id="{C6D76BAA-AFA0-9A72-18C6-C113844808F2}"/>
              </a:ext>
            </a:extLst>
          </p:cNvPr>
          <p:cNvSpPr>
            <a:spLocks noGrp="1"/>
          </p:cNvSpPr>
          <p:nvPr/>
        </p:nvSpPr>
        <p:spPr>
          <a:xfrm>
            <a:off x="6908106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4" name="타원 243">
            <a:extLst>
              <a:ext uri="{FF2B5EF4-FFF2-40B4-BE49-F238E27FC236}">
                <a16:creationId xmlns:a16="http://schemas.microsoft.com/office/drawing/2014/main" id="{F49DB469-D07C-D3B4-E32A-06F411205D36}"/>
              </a:ext>
            </a:extLst>
          </p:cNvPr>
          <p:cNvSpPr>
            <a:spLocks noGrp="1"/>
          </p:cNvSpPr>
          <p:nvPr/>
        </p:nvSpPr>
        <p:spPr>
          <a:xfrm>
            <a:off x="7017449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6" name="타원 245">
            <a:extLst>
              <a:ext uri="{FF2B5EF4-FFF2-40B4-BE49-F238E27FC236}">
                <a16:creationId xmlns:a16="http://schemas.microsoft.com/office/drawing/2014/main" id="{8B4FB01D-88DF-B31A-1A7D-085283871C59}"/>
              </a:ext>
            </a:extLst>
          </p:cNvPr>
          <p:cNvSpPr>
            <a:spLocks noGrp="1"/>
          </p:cNvSpPr>
          <p:nvPr/>
        </p:nvSpPr>
        <p:spPr>
          <a:xfrm>
            <a:off x="7126790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8" name="타원 247">
            <a:extLst>
              <a:ext uri="{FF2B5EF4-FFF2-40B4-BE49-F238E27FC236}">
                <a16:creationId xmlns:a16="http://schemas.microsoft.com/office/drawing/2014/main" id="{0858BDF9-28D1-01B3-1052-D355ED71E09E}"/>
              </a:ext>
            </a:extLst>
          </p:cNvPr>
          <p:cNvSpPr>
            <a:spLocks noGrp="1"/>
          </p:cNvSpPr>
          <p:nvPr/>
        </p:nvSpPr>
        <p:spPr>
          <a:xfrm>
            <a:off x="7236133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0" name="타원 249">
            <a:extLst>
              <a:ext uri="{FF2B5EF4-FFF2-40B4-BE49-F238E27FC236}">
                <a16:creationId xmlns:a16="http://schemas.microsoft.com/office/drawing/2014/main" id="{79637EBC-07FE-85B8-39D5-E8041ECB9A41}"/>
              </a:ext>
            </a:extLst>
          </p:cNvPr>
          <p:cNvSpPr>
            <a:spLocks noGrp="1"/>
          </p:cNvSpPr>
          <p:nvPr/>
        </p:nvSpPr>
        <p:spPr>
          <a:xfrm>
            <a:off x="7345475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2" name="타원 251">
            <a:extLst>
              <a:ext uri="{FF2B5EF4-FFF2-40B4-BE49-F238E27FC236}">
                <a16:creationId xmlns:a16="http://schemas.microsoft.com/office/drawing/2014/main" id="{1CA32C9E-ECA5-BF59-FF24-4FF03C9A79E9}"/>
              </a:ext>
            </a:extLst>
          </p:cNvPr>
          <p:cNvSpPr>
            <a:spLocks noGrp="1"/>
          </p:cNvSpPr>
          <p:nvPr/>
        </p:nvSpPr>
        <p:spPr>
          <a:xfrm>
            <a:off x="7454817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4" name="타원 253">
            <a:extLst>
              <a:ext uri="{FF2B5EF4-FFF2-40B4-BE49-F238E27FC236}">
                <a16:creationId xmlns:a16="http://schemas.microsoft.com/office/drawing/2014/main" id="{3F0644AD-0BA7-2660-57FF-7B93F2426C22}"/>
              </a:ext>
            </a:extLst>
          </p:cNvPr>
          <p:cNvSpPr>
            <a:spLocks noGrp="1"/>
          </p:cNvSpPr>
          <p:nvPr/>
        </p:nvSpPr>
        <p:spPr>
          <a:xfrm>
            <a:off x="6416066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6" name="타원 255">
            <a:extLst>
              <a:ext uri="{FF2B5EF4-FFF2-40B4-BE49-F238E27FC236}">
                <a16:creationId xmlns:a16="http://schemas.microsoft.com/office/drawing/2014/main" id="{E45E3D9D-1894-AA53-A547-699642719B37}"/>
              </a:ext>
            </a:extLst>
          </p:cNvPr>
          <p:cNvSpPr>
            <a:spLocks noGrp="1"/>
          </p:cNvSpPr>
          <p:nvPr/>
        </p:nvSpPr>
        <p:spPr>
          <a:xfrm>
            <a:off x="6525409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8" name="타원 257">
            <a:extLst>
              <a:ext uri="{FF2B5EF4-FFF2-40B4-BE49-F238E27FC236}">
                <a16:creationId xmlns:a16="http://schemas.microsoft.com/office/drawing/2014/main" id="{12D09F80-677A-2591-7A13-6C0B0CEE194A}"/>
              </a:ext>
            </a:extLst>
          </p:cNvPr>
          <p:cNvSpPr>
            <a:spLocks noGrp="1"/>
          </p:cNvSpPr>
          <p:nvPr/>
        </p:nvSpPr>
        <p:spPr>
          <a:xfrm>
            <a:off x="6634750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0" name="타원 259">
            <a:extLst>
              <a:ext uri="{FF2B5EF4-FFF2-40B4-BE49-F238E27FC236}">
                <a16:creationId xmlns:a16="http://schemas.microsoft.com/office/drawing/2014/main" id="{D92B9EB3-BDD9-105D-156F-4CFD3B0ACECB}"/>
              </a:ext>
            </a:extLst>
          </p:cNvPr>
          <p:cNvSpPr>
            <a:spLocks noGrp="1"/>
          </p:cNvSpPr>
          <p:nvPr/>
        </p:nvSpPr>
        <p:spPr>
          <a:xfrm>
            <a:off x="6744093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2" name="타원 261">
            <a:extLst>
              <a:ext uri="{FF2B5EF4-FFF2-40B4-BE49-F238E27FC236}">
                <a16:creationId xmlns:a16="http://schemas.microsoft.com/office/drawing/2014/main" id="{68A79CD8-854A-E34B-87ED-3D8FBB315807}"/>
              </a:ext>
            </a:extLst>
          </p:cNvPr>
          <p:cNvSpPr>
            <a:spLocks noGrp="1"/>
          </p:cNvSpPr>
          <p:nvPr/>
        </p:nvSpPr>
        <p:spPr>
          <a:xfrm>
            <a:off x="6853435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4" name="타원 263">
            <a:extLst>
              <a:ext uri="{FF2B5EF4-FFF2-40B4-BE49-F238E27FC236}">
                <a16:creationId xmlns:a16="http://schemas.microsoft.com/office/drawing/2014/main" id="{DA31A76A-382C-C954-493B-E40157CD94FC}"/>
              </a:ext>
            </a:extLst>
          </p:cNvPr>
          <p:cNvSpPr>
            <a:spLocks noGrp="1"/>
          </p:cNvSpPr>
          <p:nvPr/>
        </p:nvSpPr>
        <p:spPr>
          <a:xfrm>
            <a:off x="6962778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6" name="타원 265">
            <a:extLst>
              <a:ext uri="{FF2B5EF4-FFF2-40B4-BE49-F238E27FC236}">
                <a16:creationId xmlns:a16="http://schemas.microsoft.com/office/drawing/2014/main" id="{7113F02D-9BFF-0F80-46DC-EAB9B1852A47}"/>
              </a:ext>
            </a:extLst>
          </p:cNvPr>
          <p:cNvSpPr>
            <a:spLocks noGrp="1"/>
          </p:cNvSpPr>
          <p:nvPr/>
        </p:nvSpPr>
        <p:spPr>
          <a:xfrm>
            <a:off x="7072119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8" name="타원 267">
            <a:extLst>
              <a:ext uri="{FF2B5EF4-FFF2-40B4-BE49-F238E27FC236}">
                <a16:creationId xmlns:a16="http://schemas.microsoft.com/office/drawing/2014/main" id="{41C558B0-10C5-662C-043A-944229FA6DEF}"/>
              </a:ext>
            </a:extLst>
          </p:cNvPr>
          <p:cNvSpPr>
            <a:spLocks noGrp="1"/>
          </p:cNvSpPr>
          <p:nvPr/>
        </p:nvSpPr>
        <p:spPr>
          <a:xfrm>
            <a:off x="7181462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0" name="타원 269">
            <a:extLst>
              <a:ext uri="{FF2B5EF4-FFF2-40B4-BE49-F238E27FC236}">
                <a16:creationId xmlns:a16="http://schemas.microsoft.com/office/drawing/2014/main" id="{3065B965-F7E8-04AC-C716-DAB5D75DFCAA}"/>
              </a:ext>
            </a:extLst>
          </p:cNvPr>
          <p:cNvSpPr>
            <a:spLocks noGrp="1"/>
          </p:cNvSpPr>
          <p:nvPr/>
        </p:nvSpPr>
        <p:spPr>
          <a:xfrm>
            <a:off x="7290804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74E3A992-5515-AA5A-18B3-7E30FA2CC2E6}"/>
              </a:ext>
            </a:extLst>
          </p:cNvPr>
          <p:cNvSpPr>
            <a:spLocks noGrp="1"/>
          </p:cNvSpPr>
          <p:nvPr/>
        </p:nvSpPr>
        <p:spPr>
          <a:xfrm>
            <a:off x="7400147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4" name="직사각형 273">
            <a:extLst>
              <a:ext uri="{FF2B5EF4-FFF2-40B4-BE49-F238E27FC236}">
                <a16:creationId xmlns:a16="http://schemas.microsoft.com/office/drawing/2014/main" id="{B3DBC047-E9CC-CE6D-138C-E0D7580FF658}"/>
              </a:ext>
            </a:extLst>
          </p:cNvPr>
          <p:cNvSpPr>
            <a:spLocks noGrp="1"/>
          </p:cNvSpPr>
          <p:nvPr/>
        </p:nvSpPr>
        <p:spPr>
          <a:xfrm>
            <a:off x="6361395" y="5642617"/>
            <a:ext cx="1202765" cy="199295"/>
          </a:xfrm>
          <a:prstGeom prst="rect">
            <a:avLst/>
          </a:prstGeom>
          <a:solidFill>
            <a:srgbClr val="F4BC8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76" name="타원 275">
            <a:extLst>
              <a:ext uri="{FF2B5EF4-FFF2-40B4-BE49-F238E27FC236}">
                <a16:creationId xmlns:a16="http://schemas.microsoft.com/office/drawing/2014/main" id="{3EDA6E66-F8E4-4898-1207-6A6EA119A77A}"/>
              </a:ext>
            </a:extLst>
          </p:cNvPr>
          <p:cNvSpPr>
            <a:spLocks noGrp="1"/>
          </p:cNvSpPr>
          <p:nvPr/>
        </p:nvSpPr>
        <p:spPr>
          <a:xfrm>
            <a:off x="6399665" y="5697595"/>
            <a:ext cx="98408" cy="96211"/>
          </a:xfrm>
          <a:prstGeom prst="ellipse">
            <a:avLst/>
          </a:prstGeom>
          <a:solidFill>
            <a:srgbClr val="EFAD73"/>
          </a:solidFill>
          <a:ln w="3810">
            <a:solidFill>
              <a:srgbClr val="D998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8" name="타원 277">
            <a:extLst>
              <a:ext uri="{FF2B5EF4-FFF2-40B4-BE49-F238E27FC236}">
                <a16:creationId xmlns:a16="http://schemas.microsoft.com/office/drawing/2014/main" id="{0F51EA45-D0A1-E613-DDE3-56F453C82A73}"/>
              </a:ext>
            </a:extLst>
          </p:cNvPr>
          <p:cNvSpPr>
            <a:spLocks noGrp="1"/>
          </p:cNvSpPr>
          <p:nvPr/>
        </p:nvSpPr>
        <p:spPr>
          <a:xfrm>
            <a:off x="6547277" y="5725084"/>
            <a:ext cx="98408" cy="96211"/>
          </a:xfrm>
          <a:prstGeom prst="ellipse">
            <a:avLst/>
          </a:prstGeom>
          <a:solidFill>
            <a:srgbClr val="EFAD73"/>
          </a:solidFill>
          <a:ln w="3810">
            <a:solidFill>
              <a:srgbClr val="D998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0" name="타원 279">
            <a:extLst>
              <a:ext uri="{FF2B5EF4-FFF2-40B4-BE49-F238E27FC236}">
                <a16:creationId xmlns:a16="http://schemas.microsoft.com/office/drawing/2014/main" id="{D0E80BF7-CA2B-764F-7035-63EBD7DFCBEE}"/>
              </a:ext>
            </a:extLst>
          </p:cNvPr>
          <p:cNvSpPr>
            <a:spLocks noGrp="1"/>
          </p:cNvSpPr>
          <p:nvPr/>
        </p:nvSpPr>
        <p:spPr>
          <a:xfrm>
            <a:off x="6694888" y="5697595"/>
            <a:ext cx="98408" cy="96211"/>
          </a:xfrm>
          <a:prstGeom prst="ellipse">
            <a:avLst/>
          </a:prstGeom>
          <a:solidFill>
            <a:srgbClr val="EFAD73"/>
          </a:solidFill>
          <a:ln w="3810">
            <a:solidFill>
              <a:srgbClr val="D998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2" name="타원 281">
            <a:extLst>
              <a:ext uri="{FF2B5EF4-FFF2-40B4-BE49-F238E27FC236}">
                <a16:creationId xmlns:a16="http://schemas.microsoft.com/office/drawing/2014/main" id="{EB179CF3-1447-F3FB-960F-5EB4ECD0F0B3}"/>
              </a:ext>
            </a:extLst>
          </p:cNvPr>
          <p:cNvSpPr>
            <a:spLocks noGrp="1"/>
          </p:cNvSpPr>
          <p:nvPr/>
        </p:nvSpPr>
        <p:spPr>
          <a:xfrm>
            <a:off x="6842501" y="5725084"/>
            <a:ext cx="98408" cy="96211"/>
          </a:xfrm>
          <a:prstGeom prst="ellipse">
            <a:avLst/>
          </a:prstGeom>
          <a:solidFill>
            <a:srgbClr val="EFAD73"/>
          </a:solidFill>
          <a:ln w="3810">
            <a:solidFill>
              <a:srgbClr val="D998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4" name="타원 283">
            <a:extLst>
              <a:ext uri="{FF2B5EF4-FFF2-40B4-BE49-F238E27FC236}">
                <a16:creationId xmlns:a16="http://schemas.microsoft.com/office/drawing/2014/main" id="{8F8CA377-AE69-3812-03A0-97FE0E067BAC}"/>
              </a:ext>
            </a:extLst>
          </p:cNvPr>
          <p:cNvSpPr>
            <a:spLocks noGrp="1"/>
          </p:cNvSpPr>
          <p:nvPr/>
        </p:nvSpPr>
        <p:spPr>
          <a:xfrm>
            <a:off x="6990113" y="5697595"/>
            <a:ext cx="98408" cy="96211"/>
          </a:xfrm>
          <a:prstGeom prst="ellipse">
            <a:avLst/>
          </a:prstGeom>
          <a:solidFill>
            <a:srgbClr val="EFAD73"/>
          </a:solidFill>
          <a:ln w="3810">
            <a:solidFill>
              <a:srgbClr val="D998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6" name="타원 285">
            <a:extLst>
              <a:ext uri="{FF2B5EF4-FFF2-40B4-BE49-F238E27FC236}">
                <a16:creationId xmlns:a16="http://schemas.microsoft.com/office/drawing/2014/main" id="{E4ABA6AF-0C4A-58A6-C905-B6CF5A9AD8F5}"/>
              </a:ext>
            </a:extLst>
          </p:cNvPr>
          <p:cNvSpPr>
            <a:spLocks noGrp="1"/>
          </p:cNvSpPr>
          <p:nvPr/>
        </p:nvSpPr>
        <p:spPr>
          <a:xfrm>
            <a:off x="7137725" y="5725084"/>
            <a:ext cx="98408" cy="96211"/>
          </a:xfrm>
          <a:prstGeom prst="ellipse">
            <a:avLst/>
          </a:prstGeom>
          <a:solidFill>
            <a:srgbClr val="EFAD73"/>
          </a:solidFill>
          <a:ln w="3810">
            <a:solidFill>
              <a:srgbClr val="D998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8" name="타원 287">
            <a:extLst>
              <a:ext uri="{FF2B5EF4-FFF2-40B4-BE49-F238E27FC236}">
                <a16:creationId xmlns:a16="http://schemas.microsoft.com/office/drawing/2014/main" id="{5F671D20-56BA-4733-1B2A-B9C398D6A91F}"/>
              </a:ext>
            </a:extLst>
          </p:cNvPr>
          <p:cNvSpPr>
            <a:spLocks noGrp="1"/>
          </p:cNvSpPr>
          <p:nvPr/>
        </p:nvSpPr>
        <p:spPr>
          <a:xfrm>
            <a:off x="7285337" y="5697595"/>
            <a:ext cx="98408" cy="96211"/>
          </a:xfrm>
          <a:prstGeom prst="ellipse">
            <a:avLst/>
          </a:prstGeom>
          <a:solidFill>
            <a:srgbClr val="EFAD73"/>
          </a:solidFill>
          <a:ln w="3810">
            <a:solidFill>
              <a:srgbClr val="D998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0" name="타원 289">
            <a:extLst>
              <a:ext uri="{FF2B5EF4-FFF2-40B4-BE49-F238E27FC236}">
                <a16:creationId xmlns:a16="http://schemas.microsoft.com/office/drawing/2014/main" id="{B0B47DBD-C737-F2FB-6C2B-70B41499154A}"/>
              </a:ext>
            </a:extLst>
          </p:cNvPr>
          <p:cNvSpPr>
            <a:spLocks noGrp="1"/>
          </p:cNvSpPr>
          <p:nvPr/>
        </p:nvSpPr>
        <p:spPr>
          <a:xfrm>
            <a:off x="7432949" y="5725084"/>
            <a:ext cx="98408" cy="96211"/>
          </a:xfrm>
          <a:prstGeom prst="ellipse">
            <a:avLst/>
          </a:prstGeom>
          <a:solidFill>
            <a:srgbClr val="EFAD73"/>
          </a:solidFill>
          <a:ln w="3810">
            <a:solidFill>
              <a:srgbClr val="D998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2" name="사다리꼴 291">
            <a:extLst>
              <a:ext uri="{FF2B5EF4-FFF2-40B4-BE49-F238E27FC236}">
                <a16:creationId xmlns:a16="http://schemas.microsoft.com/office/drawing/2014/main" id="{4889DE0E-6D3C-D74B-56A9-1BECC44C3A35}"/>
              </a:ext>
            </a:extLst>
          </p:cNvPr>
          <p:cNvSpPr>
            <a:spLocks noGrp="1"/>
          </p:cNvSpPr>
          <p:nvPr/>
        </p:nvSpPr>
        <p:spPr>
          <a:xfrm rot="10800000">
            <a:off x="6552744" y="5408961"/>
            <a:ext cx="98408" cy="206167"/>
          </a:xfrm>
          <a:prstGeom prst="trapezoid">
            <a:avLst/>
          </a:prstGeom>
          <a:solidFill>
            <a:srgbClr val="FBF6EF"/>
          </a:solidFill>
          <a:ln w="5715">
            <a:solidFill>
              <a:srgbClr val="E7B6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4" name="이등변 삼각형 293">
            <a:extLst>
              <a:ext uri="{FF2B5EF4-FFF2-40B4-BE49-F238E27FC236}">
                <a16:creationId xmlns:a16="http://schemas.microsoft.com/office/drawing/2014/main" id="{09BC4215-D9B0-13A3-CDAE-DEE1C2F52DAE}"/>
              </a:ext>
            </a:extLst>
          </p:cNvPr>
          <p:cNvSpPr>
            <a:spLocks noGrp="1"/>
          </p:cNvSpPr>
          <p:nvPr/>
        </p:nvSpPr>
        <p:spPr>
          <a:xfrm rot="10800000">
            <a:off x="6570457" y="5457067"/>
            <a:ext cx="62981" cy="158062"/>
          </a:xfrm>
          <a:prstGeom prst="triangle">
            <a:avLst/>
          </a:prstGeom>
          <a:solidFill>
            <a:srgbClr val="F0C89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96" name="자유형: 도형 295">
            <a:extLst>
              <a:ext uri="{FF2B5EF4-FFF2-40B4-BE49-F238E27FC236}">
                <a16:creationId xmlns:a16="http://schemas.microsoft.com/office/drawing/2014/main" id="{CD5DEE17-A118-0C22-ACB0-C42BDB2958DF}"/>
              </a:ext>
            </a:extLst>
          </p:cNvPr>
          <p:cNvSpPr>
            <a:spLocks noGrp="1"/>
          </p:cNvSpPr>
          <p:nvPr/>
        </p:nvSpPr>
        <p:spPr>
          <a:xfrm>
            <a:off x="6581282" y="5463939"/>
            <a:ext cx="41332" cy="123700"/>
          </a:xfrm>
          <a:custGeom>
            <a:avLst/>
            <a:gdLst/>
            <a:ahLst/>
            <a:cxnLst/>
            <a:rect l="0" t="0" r="0" b="0"/>
            <a:pathLst>
              <a:path w="72009" h="171450">
                <a:moveTo>
                  <a:pt x="12962" y="0"/>
                </a:moveTo>
                <a:lnTo>
                  <a:pt x="51846" y="0"/>
                </a:lnTo>
                <a:lnTo>
                  <a:pt x="6481" y="37719"/>
                </a:lnTo>
                <a:lnTo>
                  <a:pt x="59047" y="72009"/>
                </a:lnTo>
                <a:lnTo>
                  <a:pt x="17282" y="106299"/>
                </a:lnTo>
                <a:lnTo>
                  <a:pt x="48966" y="140589"/>
                </a:lnTo>
                <a:lnTo>
                  <a:pt x="27363" y="171450"/>
                </a:lnTo>
                <a:lnTo>
                  <a:pt x="0" y="123444"/>
                </a:lnTo>
                <a:lnTo>
                  <a:pt x="20163" y="75438"/>
                </a:lnTo>
                <a:close/>
              </a:path>
            </a:pathLst>
          </a:custGeom>
          <a:solidFill>
            <a:srgbClr val="6D766F"/>
          </a:solidFill>
          <a:ln w="4763">
            <a:solidFill>
              <a:srgbClr val="4651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8" name="사다리꼴 297">
            <a:extLst>
              <a:ext uri="{FF2B5EF4-FFF2-40B4-BE49-F238E27FC236}">
                <a16:creationId xmlns:a16="http://schemas.microsoft.com/office/drawing/2014/main" id="{24C44AF0-B25B-79ED-59F6-FBA261DF4618}"/>
              </a:ext>
            </a:extLst>
          </p:cNvPr>
          <p:cNvSpPr>
            <a:spLocks noGrp="1"/>
          </p:cNvSpPr>
          <p:nvPr/>
        </p:nvSpPr>
        <p:spPr>
          <a:xfrm rot="10800000">
            <a:off x="6913573" y="5408961"/>
            <a:ext cx="98408" cy="206167"/>
          </a:xfrm>
          <a:prstGeom prst="trapezoid">
            <a:avLst/>
          </a:prstGeom>
          <a:solidFill>
            <a:srgbClr val="FBF6EF"/>
          </a:solidFill>
          <a:ln w="5715">
            <a:solidFill>
              <a:srgbClr val="E7B6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0" name="이등변 삼각형 299">
            <a:extLst>
              <a:ext uri="{FF2B5EF4-FFF2-40B4-BE49-F238E27FC236}">
                <a16:creationId xmlns:a16="http://schemas.microsoft.com/office/drawing/2014/main" id="{59C60E24-46EB-7D8E-F8C4-9A709A0AE1DE}"/>
              </a:ext>
            </a:extLst>
          </p:cNvPr>
          <p:cNvSpPr>
            <a:spLocks noGrp="1"/>
          </p:cNvSpPr>
          <p:nvPr/>
        </p:nvSpPr>
        <p:spPr>
          <a:xfrm rot="10800000">
            <a:off x="6931287" y="5457067"/>
            <a:ext cx="62981" cy="158062"/>
          </a:xfrm>
          <a:prstGeom prst="triangle">
            <a:avLst/>
          </a:prstGeom>
          <a:solidFill>
            <a:srgbClr val="F0C89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자유형: 도형 301">
            <a:extLst>
              <a:ext uri="{FF2B5EF4-FFF2-40B4-BE49-F238E27FC236}">
                <a16:creationId xmlns:a16="http://schemas.microsoft.com/office/drawing/2014/main" id="{FC20332C-F8DB-7F30-9075-B1DDFBD426F1}"/>
              </a:ext>
            </a:extLst>
          </p:cNvPr>
          <p:cNvSpPr>
            <a:spLocks noGrp="1"/>
          </p:cNvSpPr>
          <p:nvPr/>
        </p:nvSpPr>
        <p:spPr>
          <a:xfrm>
            <a:off x="6942112" y="5463939"/>
            <a:ext cx="41332" cy="123700"/>
          </a:xfrm>
          <a:custGeom>
            <a:avLst/>
            <a:gdLst/>
            <a:ahLst/>
            <a:cxnLst/>
            <a:rect l="0" t="0" r="0" b="0"/>
            <a:pathLst>
              <a:path w="72009" h="171450">
                <a:moveTo>
                  <a:pt x="12962" y="0"/>
                </a:moveTo>
                <a:lnTo>
                  <a:pt x="51846" y="0"/>
                </a:lnTo>
                <a:lnTo>
                  <a:pt x="6481" y="37719"/>
                </a:lnTo>
                <a:lnTo>
                  <a:pt x="59047" y="72009"/>
                </a:lnTo>
                <a:lnTo>
                  <a:pt x="17282" y="106299"/>
                </a:lnTo>
                <a:lnTo>
                  <a:pt x="48966" y="140589"/>
                </a:lnTo>
                <a:lnTo>
                  <a:pt x="27363" y="171450"/>
                </a:lnTo>
                <a:lnTo>
                  <a:pt x="0" y="123444"/>
                </a:lnTo>
                <a:lnTo>
                  <a:pt x="20163" y="75438"/>
                </a:lnTo>
                <a:close/>
              </a:path>
            </a:pathLst>
          </a:custGeom>
          <a:solidFill>
            <a:srgbClr val="6D766F"/>
          </a:solidFill>
          <a:ln w="4763">
            <a:solidFill>
              <a:srgbClr val="4651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4" name="사다리꼴 303">
            <a:extLst>
              <a:ext uri="{FF2B5EF4-FFF2-40B4-BE49-F238E27FC236}">
                <a16:creationId xmlns:a16="http://schemas.microsoft.com/office/drawing/2014/main" id="{E5229734-0007-321F-38CB-41A7DBFE8888}"/>
              </a:ext>
            </a:extLst>
          </p:cNvPr>
          <p:cNvSpPr>
            <a:spLocks noGrp="1"/>
          </p:cNvSpPr>
          <p:nvPr/>
        </p:nvSpPr>
        <p:spPr>
          <a:xfrm rot="10800000">
            <a:off x="7274403" y="5408961"/>
            <a:ext cx="98408" cy="206167"/>
          </a:xfrm>
          <a:prstGeom prst="trapezoid">
            <a:avLst/>
          </a:prstGeom>
          <a:solidFill>
            <a:srgbClr val="FBF6EF"/>
          </a:solidFill>
          <a:ln w="5715">
            <a:solidFill>
              <a:srgbClr val="E7B6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6" name="이등변 삼각형 305">
            <a:extLst>
              <a:ext uri="{FF2B5EF4-FFF2-40B4-BE49-F238E27FC236}">
                <a16:creationId xmlns:a16="http://schemas.microsoft.com/office/drawing/2014/main" id="{8ADE56E4-9A68-4736-0B5E-C1AB8C3CCD93}"/>
              </a:ext>
            </a:extLst>
          </p:cNvPr>
          <p:cNvSpPr>
            <a:spLocks noGrp="1"/>
          </p:cNvSpPr>
          <p:nvPr/>
        </p:nvSpPr>
        <p:spPr>
          <a:xfrm rot="10800000">
            <a:off x="7292116" y="5457067"/>
            <a:ext cx="62981" cy="158062"/>
          </a:xfrm>
          <a:prstGeom prst="triangle">
            <a:avLst/>
          </a:prstGeom>
          <a:solidFill>
            <a:srgbClr val="F0C89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08" name="자유형: 도형 307">
            <a:extLst>
              <a:ext uri="{FF2B5EF4-FFF2-40B4-BE49-F238E27FC236}">
                <a16:creationId xmlns:a16="http://schemas.microsoft.com/office/drawing/2014/main" id="{5329932D-82C2-F8F0-5805-8D6CF14F777E}"/>
              </a:ext>
            </a:extLst>
          </p:cNvPr>
          <p:cNvSpPr>
            <a:spLocks noGrp="1"/>
          </p:cNvSpPr>
          <p:nvPr/>
        </p:nvSpPr>
        <p:spPr>
          <a:xfrm>
            <a:off x="7302941" y="5463939"/>
            <a:ext cx="41332" cy="123700"/>
          </a:xfrm>
          <a:custGeom>
            <a:avLst/>
            <a:gdLst/>
            <a:ahLst/>
            <a:cxnLst/>
            <a:rect l="0" t="0" r="0" b="0"/>
            <a:pathLst>
              <a:path w="72009" h="171450">
                <a:moveTo>
                  <a:pt x="12962" y="0"/>
                </a:moveTo>
                <a:lnTo>
                  <a:pt x="51846" y="0"/>
                </a:lnTo>
                <a:lnTo>
                  <a:pt x="6481" y="37719"/>
                </a:lnTo>
                <a:lnTo>
                  <a:pt x="59047" y="72009"/>
                </a:lnTo>
                <a:lnTo>
                  <a:pt x="17282" y="106299"/>
                </a:lnTo>
                <a:lnTo>
                  <a:pt x="48966" y="140589"/>
                </a:lnTo>
                <a:lnTo>
                  <a:pt x="27363" y="171450"/>
                </a:lnTo>
                <a:lnTo>
                  <a:pt x="0" y="123444"/>
                </a:lnTo>
                <a:lnTo>
                  <a:pt x="20163" y="75438"/>
                </a:lnTo>
                <a:close/>
              </a:path>
            </a:pathLst>
          </a:custGeom>
          <a:solidFill>
            <a:srgbClr val="6D766F"/>
          </a:solidFill>
          <a:ln w="4763">
            <a:solidFill>
              <a:srgbClr val="4651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0" name="타원 309">
            <a:extLst>
              <a:ext uri="{FF2B5EF4-FFF2-40B4-BE49-F238E27FC236}">
                <a16:creationId xmlns:a16="http://schemas.microsoft.com/office/drawing/2014/main" id="{482AA9CB-6A5A-E45D-C37D-A4F717B47B18}"/>
              </a:ext>
            </a:extLst>
          </p:cNvPr>
          <p:cNvSpPr>
            <a:spLocks noGrp="1"/>
          </p:cNvSpPr>
          <p:nvPr/>
        </p:nvSpPr>
        <p:spPr>
          <a:xfrm>
            <a:off x="6487139" y="5341797"/>
            <a:ext cx="65606" cy="65606"/>
          </a:xfrm>
          <a:prstGeom prst="ellipse">
            <a:avLst/>
          </a:prstGeom>
          <a:solidFill>
            <a:srgbClr val="CBE1BD"/>
          </a:solidFill>
          <a:ln w="6668">
            <a:solidFill>
              <a:srgbClr val="315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2" name="타원 311">
            <a:extLst>
              <a:ext uri="{FF2B5EF4-FFF2-40B4-BE49-F238E27FC236}">
                <a16:creationId xmlns:a16="http://schemas.microsoft.com/office/drawing/2014/main" id="{9AE6979E-4926-4F86-6E67-D8E4445F2AD0}"/>
              </a:ext>
            </a:extLst>
          </p:cNvPr>
          <p:cNvSpPr>
            <a:spLocks noGrp="1"/>
          </p:cNvSpPr>
          <p:nvPr/>
        </p:nvSpPr>
        <p:spPr>
          <a:xfrm>
            <a:off x="6505836" y="5360495"/>
            <a:ext cx="28210" cy="28210"/>
          </a:xfrm>
          <a:prstGeom prst="ellipse">
            <a:avLst/>
          </a:prstGeom>
          <a:solidFill>
            <a:srgbClr val="FFFFFF"/>
          </a:solidFill>
          <a:ln w="4763">
            <a:solidFill>
              <a:srgbClr val="7CAD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4" name="타원 313">
            <a:extLst>
              <a:ext uri="{FF2B5EF4-FFF2-40B4-BE49-F238E27FC236}">
                <a16:creationId xmlns:a16="http://schemas.microsoft.com/office/drawing/2014/main" id="{946EE646-20AE-CD58-9C04-CA1764B15D74}"/>
              </a:ext>
            </a:extLst>
          </p:cNvPr>
          <p:cNvSpPr>
            <a:spLocks noGrp="1"/>
          </p:cNvSpPr>
          <p:nvPr/>
        </p:nvSpPr>
        <p:spPr>
          <a:xfrm>
            <a:off x="6645685" y="5326648"/>
            <a:ext cx="54671" cy="54671"/>
          </a:xfrm>
          <a:prstGeom prst="ellipse">
            <a:avLst/>
          </a:prstGeom>
          <a:solidFill>
            <a:srgbClr val="CBE1BD"/>
          </a:solidFill>
          <a:ln w="6668">
            <a:solidFill>
              <a:srgbClr val="315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6" name="타원 315">
            <a:extLst>
              <a:ext uri="{FF2B5EF4-FFF2-40B4-BE49-F238E27FC236}">
                <a16:creationId xmlns:a16="http://schemas.microsoft.com/office/drawing/2014/main" id="{A5A6C230-81C8-4EBB-D301-71F76E9FB816}"/>
              </a:ext>
            </a:extLst>
          </p:cNvPr>
          <p:cNvSpPr>
            <a:spLocks noGrp="1"/>
          </p:cNvSpPr>
          <p:nvPr/>
        </p:nvSpPr>
        <p:spPr>
          <a:xfrm>
            <a:off x="6661266" y="5342228"/>
            <a:ext cx="23509" cy="23509"/>
          </a:xfrm>
          <a:prstGeom prst="ellipse">
            <a:avLst/>
          </a:prstGeom>
          <a:solidFill>
            <a:srgbClr val="FFFFFF"/>
          </a:solidFill>
          <a:ln w="4763">
            <a:solidFill>
              <a:srgbClr val="7CAD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8" name="화살표: 위쪽 317">
            <a:extLst>
              <a:ext uri="{FF2B5EF4-FFF2-40B4-BE49-F238E27FC236}">
                <a16:creationId xmlns:a16="http://schemas.microsoft.com/office/drawing/2014/main" id="{02790B8A-1C30-206F-2C01-A4F2CB79803D}"/>
              </a:ext>
            </a:extLst>
          </p:cNvPr>
          <p:cNvSpPr>
            <a:spLocks noGrp="1"/>
          </p:cNvSpPr>
          <p:nvPr/>
        </p:nvSpPr>
        <p:spPr>
          <a:xfrm>
            <a:off x="6591014" y="5505172"/>
            <a:ext cx="27336" cy="96211"/>
          </a:xfrm>
          <a:prstGeom prst="upArrow">
            <a:avLst/>
          </a:prstGeom>
          <a:solidFill>
            <a:srgbClr val="7CAD7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20" name="타원 319">
            <a:extLst>
              <a:ext uri="{FF2B5EF4-FFF2-40B4-BE49-F238E27FC236}">
                <a16:creationId xmlns:a16="http://schemas.microsoft.com/office/drawing/2014/main" id="{A6C15991-AAF7-F9EE-2E92-92700D2093F4}"/>
              </a:ext>
            </a:extLst>
          </p:cNvPr>
          <p:cNvSpPr>
            <a:spLocks noGrp="1"/>
          </p:cNvSpPr>
          <p:nvPr/>
        </p:nvSpPr>
        <p:spPr>
          <a:xfrm>
            <a:off x="6847968" y="5341797"/>
            <a:ext cx="65606" cy="65606"/>
          </a:xfrm>
          <a:prstGeom prst="ellipse">
            <a:avLst/>
          </a:prstGeom>
          <a:solidFill>
            <a:srgbClr val="CBE1BD"/>
          </a:solidFill>
          <a:ln w="6668">
            <a:solidFill>
              <a:srgbClr val="315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2" name="타원 321">
            <a:extLst>
              <a:ext uri="{FF2B5EF4-FFF2-40B4-BE49-F238E27FC236}">
                <a16:creationId xmlns:a16="http://schemas.microsoft.com/office/drawing/2014/main" id="{1C170103-3E10-D7B6-A3C4-54252852EBE9}"/>
              </a:ext>
            </a:extLst>
          </p:cNvPr>
          <p:cNvSpPr>
            <a:spLocks noGrp="1"/>
          </p:cNvSpPr>
          <p:nvPr/>
        </p:nvSpPr>
        <p:spPr>
          <a:xfrm>
            <a:off x="6866666" y="5360495"/>
            <a:ext cx="28210" cy="28210"/>
          </a:xfrm>
          <a:prstGeom prst="ellipse">
            <a:avLst/>
          </a:prstGeom>
          <a:solidFill>
            <a:srgbClr val="FFFFFF"/>
          </a:solidFill>
          <a:ln w="4763">
            <a:solidFill>
              <a:srgbClr val="7CAD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4" name="타원 323">
            <a:extLst>
              <a:ext uri="{FF2B5EF4-FFF2-40B4-BE49-F238E27FC236}">
                <a16:creationId xmlns:a16="http://schemas.microsoft.com/office/drawing/2014/main" id="{3A64139C-D1DB-984C-7577-D227A02DFB77}"/>
              </a:ext>
            </a:extLst>
          </p:cNvPr>
          <p:cNvSpPr>
            <a:spLocks noGrp="1"/>
          </p:cNvSpPr>
          <p:nvPr/>
        </p:nvSpPr>
        <p:spPr>
          <a:xfrm>
            <a:off x="7006514" y="5326648"/>
            <a:ext cx="54671" cy="54671"/>
          </a:xfrm>
          <a:prstGeom prst="ellipse">
            <a:avLst/>
          </a:prstGeom>
          <a:solidFill>
            <a:srgbClr val="CBE1BD"/>
          </a:solidFill>
          <a:ln w="6668">
            <a:solidFill>
              <a:srgbClr val="315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6" name="타원 325">
            <a:extLst>
              <a:ext uri="{FF2B5EF4-FFF2-40B4-BE49-F238E27FC236}">
                <a16:creationId xmlns:a16="http://schemas.microsoft.com/office/drawing/2014/main" id="{29F0DACD-09F0-D0F0-2C08-5F9127E988C7}"/>
              </a:ext>
            </a:extLst>
          </p:cNvPr>
          <p:cNvSpPr>
            <a:spLocks noGrp="1"/>
          </p:cNvSpPr>
          <p:nvPr/>
        </p:nvSpPr>
        <p:spPr>
          <a:xfrm>
            <a:off x="7022095" y="5342228"/>
            <a:ext cx="23509" cy="23509"/>
          </a:xfrm>
          <a:prstGeom prst="ellipse">
            <a:avLst/>
          </a:prstGeom>
          <a:solidFill>
            <a:srgbClr val="FFFFFF"/>
          </a:solidFill>
          <a:ln w="4763">
            <a:solidFill>
              <a:srgbClr val="7CAD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8" name="화살표: 위쪽 327">
            <a:extLst>
              <a:ext uri="{FF2B5EF4-FFF2-40B4-BE49-F238E27FC236}">
                <a16:creationId xmlns:a16="http://schemas.microsoft.com/office/drawing/2014/main" id="{8A411B2B-4376-E8DB-6EA1-39F0B271950C}"/>
              </a:ext>
            </a:extLst>
          </p:cNvPr>
          <p:cNvSpPr>
            <a:spLocks noGrp="1"/>
          </p:cNvSpPr>
          <p:nvPr/>
        </p:nvSpPr>
        <p:spPr>
          <a:xfrm>
            <a:off x="6951843" y="5505172"/>
            <a:ext cx="27336" cy="96211"/>
          </a:xfrm>
          <a:prstGeom prst="upArrow">
            <a:avLst/>
          </a:prstGeom>
          <a:solidFill>
            <a:srgbClr val="7CAD7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30" name="타원 329">
            <a:extLst>
              <a:ext uri="{FF2B5EF4-FFF2-40B4-BE49-F238E27FC236}">
                <a16:creationId xmlns:a16="http://schemas.microsoft.com/office/drawing/2014/main" id="{94B993BC-F740-4E0E-71AE-E288FCAB2A9A}"/>
              </a:ext>
            </a:extLst>
          </p:cNvPr>
          <p:cNvSpPr>
            <a:spLocks noGrp="1"/>
          </p:cNvSpPr>
          <p:nvPr/>
        </p:nvSpPr>
        <p:spPr>
          <a:xfrm>
            <a:off x="7208797" y="5341797"/>
            <a:ext cx="65606" cy="65606"/>
          </a:xfrm>
          <a:prstGeom prst="ellipse">
            <a:avLst/>
          </a:prstGeom>
          <a:solidFill>
            <a:srgbClr val="CBE1BD"/>
          </a:solidFill>
          <a:ln w="6668">
            <a:solidFill>
              <a:srgbClr val="315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2" name="타원 331">
            <a:extLst>
              <a:ext uri="{FF2B5EF4-FFF2-40B4-BE49-F238E27FC236}">
                <a16:creationId xmlns:a16="http://schemas.microsoft.com/office/drawing/2014/main" id="{1A1E8B8E-87AB-1442-3C45-FB4B7CFF50DA}"/>
              </a:ext>
            </a:extLst>
          </p:cNvPr>
          <p:cNvSpPr>
            <a:spLocks noGrp="1"/>
          </p:cNvSpPr>
          <p:nvPr/>
        </p:nvSpPr>
        <p:spPr>
          <a:xfrm>
            <a:off x="7227495" y="5360495"/>
            <a:ext cx="28210" cy="28210"/>
          </a:xfrm>
          <a:prstGeom prst="ellipse">
            <a:avLst/>
          </a:prstGeom>
          <a:solidFill>
            <a:srgbClr val="FFFFFF"/>
          </a:solidFill>
          <a:ln w="4763">
            <a:solidFill>
              <a:srgbClr val="7CAD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4" name="타원 333">
            <a:extLst>
              <a:ext uri="{FF2B5EF4-FFF2-40B4-BE49-F238E27FC236}">
                <a16:creationId xmlns:a16="http://schemas.microsoft.com/office/drawing/2014/main" id="{F70DFA50-696A-ED7B-6536-4CA65022D69B}"/>
              </a:ext>
            </a:extLst>
          </p:cNvPr>
          <p:cNvSpPr>
            <a:spLocks noGrp="1"/>
          </p:cNvSpPr>
          <p:nvPr/>
        </p:nvSpPr>
        <p:spPr>
          <a:xfrm>
            <a:off x="7367344" y="5326648"/>
            <a:ext cx="54671" cy="54671"/>
          </a:xfrm>
          <a:prstGeom prst="ellipse">
            <a:avLst/>
          </a:prstGeom>
          <a:solidFill>
            <a:srgbClr val="CBE1BD"/>
          </a:solidFill>
          <a:ln w="6668">
            <a:solidFill>
              <a:srgbClr val="315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6" name="타원 335">
            <a:extLst>
              <a:ext uri="{FF2B5EF4-FFF2-40B4-BE49-F238E27FC236}">
                <a16:creationId xmlns:a16="http://schemas.microsoft.com/office/drawing/2014/main" id="{5EFAD5D7-7299-42F6-9119-8ADC9743623A}"/>
              </a:ext>
            </a:extLst>
          </p:cNvPr>
          <p:cNvSpPr>
            <a:spLocks noGrp="1"/>
          </p:cNvSpPr>
          <p:nvPr/>
        </p:nvSpPr>
        <p:spPr>
          <a:xfrm>
            <a:off x="7382925" y="5342228"/>
            <a:ext cx="23509" cy="23509"/>
          </a:xfrm>
          <a:prstGeom prst="ellipse">
            <a:avLst/>
          </a:prstGeom>
          <a:solidFill>
            <a:srgbClr val="FFFFFF"/>
          </a:solidFill>
          <a:ln w="4763">
            <a:solidFill>
              <a:srgbClr val="7CAD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8" name="화살표: 위쪽 337">
            <a:extLst>
              <a:ext uri="{FF2B5EF4-FFF2-40B4-BE49-F238E27FC236}">
                <a16:creationId xmlns:a16="http://schemas.microsoft.com/office/drawing/2014/main" id="{D0B59DF5-86C3-E087-6FEA-EE550110C1A9}"/>
              </a:ext>
            </a:extLst>
          </p:cNvPr>
          <p:cNvSpPr>
            <a:spLocks noGrp="1"/>
          </p:cNvSpPr>
          <p:nvPr/>
        </p:nvSpPr>
        <p:spPr>
          <a:xfrm>
            <a:off x="7312673" y="5505172"/>
            <a:ext cx="27336" cy="96211"/>
          </a:xfrm>
          <a:prstGeom prst="upArrow">
            <a:avLst/>
          </a:prstGeom>
          <a:solidFill>
            <a:srgbClr val="7CAD7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40" name="타원 339">
            <a:extLst>
              <a:ext uri="{FF2B5EF4-FFF2-40B4-BE49-F238E27FC236}">
                <a16:creationId xmlns:a16="http://schemas.microsoft.com/office/drawing/2014/main" id="{3D006267-C16D-2234-9CC1-07AEF061F049}"/>
              </a:ext>
            </a:extLst>
          </p:cNvPr>
          <p:cNvSpPr>
            <a:spLocks noGrp="1"/>
          </p:cNvSpPr>
          <p:nvPr/>
        </p:nvSpPr>
        <p:spPr>
          <a:xfrm>
            <a:off x="6405132" y="5264798"/>
            <a:ext cx="54671" cy="54671"/>
          </a:xfrm>
          <a:prstGeom prst="ellipse">
            <a:avLst/>
          </a:prstGeom>
          <a:solidFill>
            <a:srgbClr val="CBE1BD"/>
          </a:solidFill>
          <a:ln w="6668">
            <a:solidFill>
              <a:srgbClr val="315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2" name="타원 341">
            <a:extLst>
              <a:ext uri="{FF2B5EF4-FFF2-40B4-BE49-F238E27FC236}">
                <a16:creationId xmlns:a16="http://schemas.microsoft.com/office/drawing/2014/main" id="{E0661E71-3D1A-9626-745A-34C9923A0B90}"/>
              </a:ext>
            </a:extLst>
          </p:cNvPr>
          <p:cNvSpPr>
            <a:spLocks noGrp="1"/>
          </p:cNvSpPr>
          <p:nvPr/>
        </p:nvSpPr>
        <p:spPr>
          <a:xfrm>
            <a:off x="6420713" y="5280378"/>
            <a:ext cx="23509" cy="23509"/>
          </a:xfrm>
          <a:prstGeom prst="ellipse">
            <a:avLst/>
          </a:prstGeom>
          <a:solidFill>
            <a:srgbClr val="FFFFFF"/>
          </a:solidFill>
          <a:ln w="4763">
            <a:solidFill>
              <a:srgbClr val="7CAD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4" name="타원 343">
            <a:extLst>
              <a:ext uri="{FF2B5EF4-FFF2-40B4-BE49-F238E27FC236}">
                <a16:creationId xmlns:a16="http://schemas.microsoft.com/office/drawing/2014/main" id="{AF742BEF-6F85-9D35-E73C-68102AD322DF}"/>
              </a:ext>
            </a:extLst>
          </p:cNvPr>
          <p:cNvSpPr>
            <a:spLocks noGrp="1"/>
          </p:cNvSpPr>
          <p:nvPr/>
        </p:nvSpPr>
        <p:spPr>
          <a:xfrm>
            <a:off x="6498073" y="5248396"/>
            <a:ext cx="87474" cy="87474"/>
          </a:xfrm>
          <a:prstGeom prst="ellipse">
            <a:avLst/>
          </a:prstGeom>
          <a:solidFill>
            <a:srgbClr val="CBE1BD"/>
          </a:solidFill>
          <a:ln w="6668">
            <a:solidFill>
              <a:srgbClr val="315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6" name="타원 345">
            <a:extLst>
              <a:ext uri="{FF2B5EF4-FFF2-40B4-BE49-F238E27FC236}">
                <a16:creationId xmlns:a16="http://schemas.microsoft.com/office/drawing/2014/main" id="{043E5EFF-F0B2-B156-E692-04517968C32A}"/>
              </a:ext>
            </a:extLst>
          </p:cNvPr>
          <p:cNvSpPr>
            <a:spLocks noGrp="1"/>
          </p:cNvSpPr>
          <p:nvPr/>
        </p:nvSpPr>
        <p:spPr>
          <a:xfrm>
            <a:off x="6523003" y="5273326"/>
            <a:ext cx="37614" cy="37614"/>
          </a:xfrm>
          <a:prstGeom prst="ellipse">
            <a:avLst/>
          </a:prstGeom>
          <a:solidFill>
            <a:srgbClr val="FFFFFF"/>
          </a:solidFill>
          <a:ln w="4763">
            <a:solidFill>
              <a:srgbClr val="7CAD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8" name="타원 347">
            <a:extLst>
              <a:ext uri="{FF2B5EF4-FFF2-40B4-BE49-F238E27FC236}">
                <a16:creationId xmlns:a16="http://schemas.microsoft.com/office/drawing/2014/main" id="{0F2F08A0-BEFC-E372-7A60-5AC53DAEB64C}"/>
              </a:ext>
            </a:extLst>
          </p:cNvPr>
          <p:cNvSpPr>
            <a:spLocks noGrp="1"/>
          </p:cNvSpPr>
          <p:nvPr/>
        </p:nvSpPr>
        <p:spPr>
          <a:xfrm>
            <a:off x="6629283" y="5264798"/>
            <a:ext cx="54671" cy="54671"/>
          </a:xfrm>
          <a:prstGeom prst="ellipse">
            <a:avLst/>
          </a:prstGeom>
          <a:solidFill>
            <a:srgbClr val="CBE1BD"/>
          </a:solidFill>
          <a:ln w="6668">
            <a:solidFill>
              <a:srgbClr val="315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0" name="타원 349">
            <a:extLst>
              <a:ext uri="{FF2B5EF4-FFF2-40B4-BE49-F238E27FC236}">
                <a16:creationId xmlns:a16="http://schemas.microsoft.com/office/drawing/2014/main" id="{EDC7F16D-28B8-71EF-3F9B-D8B477D73F7B}"/>
              </a:ext>
            </a:extLst>
          </p:cNvPr>
          <p:cNvSpPr>
            <a:spLocks noGrp="1"/>
          </p:cNvSpPr>
          <p:nvPr/>
        </p:nvSpPr>
        <p:spPr>
          <a:xfrm>
            <a:off x="6644864" y="5280378"/>
            <a:ext cx="23509" cy="23509"/>
          </a:xfrm>
          <a:prstGeom prst="ellipse">
            <a:avLst/>
          </a:prstGeom>
          <a:solidFill>
            <a:srgbClr val="FFFFFF"/>
          </a:solidFill>
          <a:ln w="4763">
            <a:solidFill>
              <a:srgbClr val="7CAD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2" name="타원 351">
            <a:extLst>
              <a:ext uri="{FF2B5EF4-FFF2-40B4-BE49-F238E27FC236}">
                <a16:creationId xmlns:a16="http://schemas.microsoft.com/office/drawing/2014/main" id="{560B21DC-66FD-200B-C441-E18D5AFB2FF7}"/>
              </a:ext>
            </a:extLst>
          </p:cNvPr>
          <p:cNvSpPr>
            <a:spLocks noGrp="1"/>
          </p:cNvSpPr>
          <p:nvPr/>
        </p:nvSpPr>
        <p:spPr>
          <a:xfrm>
            <a:off x="6733158" y="5253863"/>
            <a:ext cx="76540" cy="76540"/>
          </a:xfrm>
          <a:prstGeom prst="ellipse">
            <a:avLst/>
          </a:prstGeom>
          <a:solidFill>
            <a:srgbClr val="CBE1BD"/>
          </a:solidFill>
          <a:ln w="6668">
            <a:solidFill>
              <a:srgbClr val="315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4" name="타원 353">
            <a:extLst>
              <a:ext uri="{FF2B5EF4-FFF2-40B4-BE49-F238E27FC236}">
                <a16:creationId xmlns:a16="http://schemas.microsoft.com/office/drawing/2014/main" id="{9DD8C978-B56E-55D7-C5EA-D1915B6B93EF}"/>
              </a:ext>
            </a:extLst>
          </p:cNvPr>
          <p:cNvSpPr>
            <a:spLocks noGrp="1"/>
          </p:cNvSpPr>
          <p:nvPr/>
        </p:nvSpPr>
        <p:spPr>
          <a:xfrm>
            <a:off x="6754972" y="5275677"/>
            <a:ext cx="32911" cy="32911"/>
          </a:xfrm>
          <a:prstGeom prst="ellipse">
            <a:avLst/>
          </a:prstGeom>
          <a:solidFill>
            <a:srgbClr val="FFFFFF"/>
          </a:solidFill>
          <a:ln w="4763">
            <a:solidFill>
              <a:srgbClr val="7CAD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6" name="타원 355">
            <a:extLst>
              <a:ext uri="{FF2B5EF4-FFF2-40B4-BE49-F238E27FC236}">
                <a16:creationId xmlns:a16="http://schemas.microsoft.com/office/drawing/2014/main" id="{C22262F3-4110-EE41-B61A-A79EC15D0C38}"/>
              </a:ext>
            </a:extLst>
          </p:cNvPr>
          <p:cNvSpPr>
            <a:spLocks noGrp="1"/>
          </p:cNvSpPr>
          <p:nvPr/>
        </p:nvSpPr>
        <p:spPr>
          <a:xfrm>
            <a:off x="6858902" y="5264798"/>
            <a:ext cx="54671" cy="54671"/>
          </a:xfrm>
          <a:prstGeom prst="ellipse">
            <a:avLst/>
          </a:prstGeom>
          <a:solidFill>
            <a:srgbClr val="CBE1BD"/>
          </a:solidFill>
          <a:ln w="6668">
            <a:solidFill>
              <a:srgbClr val="315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8" name="타원 357">
            <a:extLst>
              <a:ext uri="{FF2B5EF4-FFF2-40B4-BE49-F238E27FC236}">
                <a16:creationId xmlns:a16="http://schemas.microsoft.com/office/drawing/2014/main" id="{90068C02-F41E-E703-C1FF-79CE9886E33C}"/>
              </a:ext>
            </a:extLst>
          </p:cNvPr>
          <p:cNvSpPr>
            <a:spLocks noGrp="1"/>
          </p:cNvSpPr>
          <p:nvPr/>
        </p:nvSpPr>
        <p:spPr>
          <a:xfrm>
            <a:off x="6874483" y="5280378"/>
            <a:ext cx="23509" cy="23509"/>
          </a:xfrm>
          <a:prstGeom prst="ellipse">
            <a:avLst/>
          </a:prstGeom>
          <a:solidFill>
            <a:srgbClr val="FFFFFF"/>
          </a:solidFill>
          <a:ln w="4763">
            <a:solidFill>
              <a:srgbClr val="7CAD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0" name="타원 359">
            <a:extLst>
              <a:ext uri="{FF2B5EF4-FFF2-40B4-BE49-F238E27FC236}">
                <a16:creationId xmlns:a16="http://schemas.microsoft.com/office/drawing/2014/main" id="{1370DA59-AD2D-566D-B794-68A17802CC3D}"/>
              </a:ext>
            </a:extLst>
          </p:cNvPr>
          <p:cNvSpPr>
            <a:spLocks noGrp="1"/>
          </p:cNvSpPr>
          <p:nvPr/>
        </p:nvSpPr>
        <p:spPr>
          <a:xfrm>
            <a:off x="6968245" y="5253863"/>
            <a:ext cx="76540" cy="76540"/>
          </a:xfrm>
          <a:prstGeom prst="ellipse">
            <a:avLst/>
          </a:prstGeom>
          <a:solidFill>
            <a:srgbClr val="CBE1BD"/>
          </a:solidFill>
          <a:ln w="6668">
            <a:solidFill>
              <a:srgbClr val="315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2" name="타원 361">
            <a:extLst>
              <a:ext uri="{FF2B5EF4-FFF2-40B4-BE49-F238E27FC236}">
                <a16:creationId xmlns:a16="http://schemas.microsoft.com/office/drawing/2014/main" id="{BE8014D3-5C3E-55DF-B636-CE2AA45A4223}"/>
              </a:ext>
            </a:extLst>
          </p:cNvPr>
          <p:cNvSpPr>
            <a:spLocks noGrp="1"/>
          </p:cNvSpPr>
          <p:nvPr/>
        </p:nvSpPr>
        <p:spPr>
          <a:xfrm>
            <a:off x="6990058" y="5275677"/>
            <a:ext cx="32911" cy="32911"/>
          </a:xfrm>
          <a:prstGeom prst="ellipse">
            <a:avLst/>
          </a:prstGeom>
          <a:solidFill>
            <a:srgbClr val="FFFFFF"/>
          </a:solidFill>
          <a:ln w="4763">
            <a:solidFill>
              <a:srgbClr val="7CAD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4" name="타원 363">
            <a:extLst>
              <a:ext uri="{FF2B5EF4-FFF2-40B4-BE49-F238E27FC236}">
                <a16:creationId xmlns:a16="http://schemas.microsoft.com/office/drawing/2014/main" id="{F70CD5F8-ACE7-BA49-8796-2D55B252E32E}"/>
              </a:ext>
            </a:extLst>
          </p:cNvPr>
          <p:cNvSpPr>
            <a:spLocks noGrp="1"/>
          </p:cNvSpPr>
          <p:nvPr/>
        </p:nvSpPr>
        <p:spPr>
          <a:xfrm>
            <a:off x="7093988" y="5264798"/>
            <a:ext cx="54671" cy="54671"/>
          </a:xfrm>
          <a:prstGeom prst="ellipse">
            <a:avLst/>
          </a:prstGeom>
          <a:solidFill>
            <a:srgbClr val="CBE1BD"/>
          </a:solidFill>
          <a:ln w="6668">
            <a:solidFill>
              <a:srgbClr val="315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6" name="타원 365">
            <a:extLst>
              <a:ext uri="{FF2B5EF4-FFF2-40B4-BE49-F238E27FC236}">
                <a16:creationId xmlns:a16="http://schemas.microsoft.com/office/drawing/2014/main" id="{6836A0E6-DE66-602E-1F08-C33A1B1E520E}"/>
              </a:ext>
            </a:extLst>
          </p:cNvPr>
          <p:cNvSpPr>
            <a:spLocks noGrp="1"/>
          </p:cNvSpPr>
          <p:nvPr/>
        </p:nvSpPr>
        <p:spPr>
          <a:xfrm>
            <a:off x="7109569" y="5280378"/>
            <a:ext cx="23509" cy="23509"/>
          </a:xfrm>
          <a:prstGeom prst="ellipse">
            <a:avLst/>
          </a:prstGeom>
          <a:solidFill>
            <a:srgbClr val="FFFFFF"/>
          </a:solidFill>
          <a:ln w="4763">
            <a:solidFill>
              <a:srgbClr val="7CAD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8" name="타원 367">
            <a:extLst>
              <a:ext uri="{FF2B5EF4-FFF2-40B4-BE49-F238E27FC236}">
                <a16:creationId xmlns:a16="http://schemas.microsoft.com/office/drawing/2014/main" id="{2CFB5E3C-8342-78C7-5B39-9F1494BD547F}"/>
              </a:ext>
            </a:extLst>
          </p:cNvPr>
          <p:cNvSpPr>
            <a:spLocks noGrp="1"/>
          </p:cNvSpPr>
          <p:nvPr/>
        </p:nvSpPr>
        <p:spPr>
          <a:xfrm>
            <a:off x="7197863" y="5253863"/>
            <a:ext cx="76540" cy="76540"/>
          </a:xfrm>
          <a:prstGeom prst="ellipse">
            <a:avLst/>
          </a:prstGeom>
          <a:solidFill>
            <a:srgbClr val="CBE1BD"/>
          </a:solidFill>
          <a:ln w="6668">
            <a:solidFill>
              <a:srgbClr val="315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0" name="타원 369">
            <a:extLst>
              <a:ext uri="{FF2B5EF4-FFF2-40B4-BE49-F238E27FC236}">
                <a16:creationId xmlns:a16="http://schemas.microsoft.com/office/drawing/2014/main" id="{2442CA19-8156-8A17-0402-0BEE2E1D9EF3}"/>
              </a:ext>
            </a:extLst>
          </p:cNvPr>
          <p:cNvSpPr>
            <a:spLocks noGrp="1"/>
          </p:cNvSpPr>
          <p:nvPr/>
        </p:nvSpPr>
        <p:spPr>
          <a:xfrm>
            <a:off x="7219677" y="5275677"/>
            <a:ext cx="32911" cy="32911"/>
          </a:xfrm>
          <a:prstGeom prst="ellipse">
            <a:avLst/>
          </a:prstGeom>
          <a:solidFill>
            <a:srgbClr val="FFFFFF"/>
          </a:solidFill>
          <a:ln w="4763">
            <a:solidFill>
              <a:srgbClr val="7CAD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2" name="직사각형 371">
            <a:extLst>
              <a:ext uri="{FF2B5EF4-FFF2-40B4-BE49-F238E27FC236}">
                <a16:creationId xmlns:a16="http://schemas.microsoft.com/office/drawing/2014/main" id="{4354C9DA-6565-8062-3024-68CE37530652}"/>
              </a:ext>
            </a:extLst>
          </p:cNvPr>
          <p:cNvSpPr>
            <a:spLocks noGrp="1"/>
          </p:cNvSpPr>
          <p:nvPr/>
        </p:nvSpPr>
        <p:spPr>
          <a:xfrm>
            <a:off x="8535241" y="5353983"/>
            <a:ext cx="1169962" cy="27489"/>
          </a:xfrm>
          <a:prstGeom prst="rect">
            <a:avLst/>
          </a:prstGeom>
          <a:solidFill>
            <a:srgbClr val="609B4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74" name="직사각형 373">
            <a:extLst>
              <a:ext uri="{FF2B5EF4-FFF2-40B4-BE49-F238E27FC236}">
                <a16:creationId xmlns:a16="http://schemas.microsoft.com/office/drawing/2014/main" id="{B532515D-D2CB-73AA-A015-AAD11A568F65}"/>
              </a:ext>
            </a:extLst>
          </p:cNvPr>
          <p:cNvSpPr>
            <a:spLocks noGrp="1"/>
          </p:cNvSpPr>
          <p:nvPr/>
        </p:nvSpPr>
        <p:spPr>
          <a:xfrm>
            <a:off x="8535241" y="5381472"/>
            <a:ext cx="1169962" cy="96211"/>
          </a:xfrm>
          <a:prstGeom prst="rect">
            <a:avLst/>
          </a:prstGeom>
          <a:solidFill>
            <a:srgbClr val="F8EEE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76" name="사각형: 둥근 모서리 375">
            <a:extLst>
              <a:ext uri="{FF2B5EF4-FFF2-40B4-BE49-F238E27FC236}">
                <a16:creationId xmlns:a16="http://schemas.microsoft.com/office/drawing/2014/main" id="{D69E5519-93E5-9D61-4B8D-8C26E211E0E0}"/>
              </a:ext>
            </a:extLst>
          </p:cNvPr>
          <p:cNvSpPr>
            <a:spLocks noGrp="1"/>
          </p:cNvSpPr>
          <p:nvPr/>
        </p:nvSpPr>
        <p:spPr>
          <a:xfrm>
            <a:off x="8540708" y="5402089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8" name="사각형: 둥근 모서리 377">
            <a:extLst>
              <a:ext uri="{FF2B5EF4-FFF2-40B4-BE49-F238E27FC236}">
                <a16:creationId xmlns:a16="http://schemas.microsoft.com/office/drawing/2014/main" id="{ED335698-C19A-A743-0E43-367D4CF21A51}"/>
              </a:ext>
            </a:extLst>
          </p:cNvPr>
          <p:cNvSpPr>
            <a:spLocks noGrp="1"/>
          </p:cNvSpPr>
          <p:nvPr/>
        </p:nvSpPr>
        <p:spPr>
          <a:xfrm>
            <a:off x="8639116" y="5408961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0" name="사각형: 둥근 모서리 379">
            <a:extLst>
              <a:ext uri="{FF2B5EF4-FFF2-40B4-BE49-F238E27FC236}">
                <a16:creationId xmlns:a16="http://schemas.microsoft.com/office/drawing/2014/main" id="{B44FB503-9671-5806-18E9-59D0957B7E2E}"/>
              </a:ext>
            </a:extLst>
          </p:cNvPr>
          <p:cNvSpPr>
            <a:spLocks noGrp="1"/>
          </p:cNvSpPr>
          <p:nvPr/>
        </p:nvSpPr>
        <p:spPr>
          <a:xfrm>
            <a:off x="8737524" y="5402089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2" name="사각형: 둥근 모서리 381">
            <a:extLst>
              <a:ext uri="{FF2B5EF4-FFF2-40B4-BE49-F238E27FC236}">
                <a16:creationId xmlns:a16="http://schemas.microsoft.com/office/drawing/2014/main" id="{FF770511-121A-7F0F-17C2-E58755ADF28C}"/>
              </a:ext>
            </a:extLst>
          </p:cNvPr>
          <p:cNvSpPr>
            <a:spLocks noGrp="1"/>
          </p:cNvSpPr>
          <p:nvPr/>
        </p:nvSpPr>
        <p:spPr>
          <a:xfrm>
            <a:off x="8835932" y="5408961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4" name="사각형: 둥근 모서리 383">
            <a:extLst>
              <a:ext uri="{FF2B5EF4-FFF2-40B4-BE49-F238E27FC236}">
                <a16:creationId xmlns:a16="http://schemas.microsoft.com/office/drawing/2014/main" id="{5621EA02-AC9B-26BD-79B2-40385CDED084}"/>
              </a:ext>
            </a:extLst>
          </p:cNvPr>
          <p:cNvSpPr>
            <a:spLocks noGrp="1"/>
          </p:cNvSpPr>
          <p:nvPr/>
        </p:nvSpPr>
        <p:spPr>
          <a:xfrm>
            <a:off x="8934340" y="5402089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6" name="사각형: 둥근 모서리 385">
            <a:extLst>
              <a:ext uri="{FF2B5EF4-FFF2-40B4-BE49-F238E27FC236}">
                <a16:creationId xmlns:a16="http://schemas.microsoft.com/office/drawing/2014/main" id="{1E75C4BF-7197-D62B-CEB6-AA92F39AE99C}"/>
              </a:ext>
            </a:extLst>
          </p:cNvPr>
          <p:cNvSpPr>
            <a:spLocks noGrp="1"/>
          </p:cNvSpPr>
          <p:nvPr/>
        </p:nvSpPr>
        <p:spPr>
          <a:xfrm>
            <a:off x="9032748" y="5408961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8" name="사각형: 둥근 모서리 387">
            <a:extLst>
              <a:ext uri="{FF2B5EF4-FFF2-40B4-BE49-F238E27FC236}">
                <a16:creationId xmlns:a16="http://schemas.microsoft.com/office/drawing/2014/main" id="{1A87660C-E7EA-D819-D963-E194B69AA535}"/>
              </a:ext>
            </a:extLst>
          </p:cNvPr>
          <p:cNvSpPr>
            <a:spLocks noGrp="1"/>
          </p:cNvSpPr>
          <p:nvPr/>
        </p:nvSpPr>
        <p:spPr>
          <a:xfrm>
            <a:off x="9131156" y="5402089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0" name="사각형: 둥근 모서리 389">
            <a:extLst>
              <a:ext uri="{FF2B5EF4-FFF2-40B4-BE49-F238E27FC236}">
                <a16:creationId xmlns:a16="http://schemas.microsoft.com/office/drawing/2014/main" id="{F98DC311-5700-1DF4-14EB-FE0DBFCBF4A0}"/>
              </a:ext>
            </a:extLst>
          </p:cNvPr>
          <p:cNvSpPr>
            <a:spLocks noGrp="1"/>
          </p:cNvSpPr>
          <p:nvPr/>
        </p:nvSpPr>
        <p:spPr>
          <a:xfrm>
            <a:off x="9229564" y="5408961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2" name="사각형: 둥근 모서리 391">
            <a:extLst>
              <a:ext uri="{FF2B5EF4-FFF2-40B4-BE49-F238E27FC236}">
                <a16:creationId xmlns:a16="http://schemas.microsoft.com/office/drawing/2014/main" id="{476A9047-6D34-0851-038C-5E0C72B3DFBC}"/>
              </a:ext>
            </a:extLst>
          </p:cNvPr>
          <p:cNvSpPr>
            <a:spLocks noGrp="1"/>
          </p:cNvSpPr>
          <p:nvPr/>
        </p:nvSpPr>
        <p:spPr>
          <a:xfrm>
            <a:off x="9327972" y="5402089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4" name="사각형: 둥근 모서리 393">
            <a:extLst>
              <a:ext uri="{FF2B5EF4-FFF2-40B4-BE49-F238E27FC236}">
                <a16:creationId xmlns:a16="http://schemas.microsoft.com/office/drawing/2014/main" id="{2EFCBC81-9532-241E-DCD9-45C3F180AD24}"/>
              </a:ext>
            </a:extLst>
          </p:cNvPr>
          <p:cNvSpPr>
            <a:spLocks noGrp="1"/>
          </p:cNvSpPr>
          <p:nvPr/>
        </p:nvSpPr>
        <p:spPr>
          <a:xfrm>
            <a:off x="9426381" y="5408961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6" name="사각형: 둥근 모서리 395">
            <a:extLst>
              <a:ext uri="{FF2B5EF4-FFF2-40B4-BE49-F238E27FC236}">
                <a16:creationId xmlns:a16="http://schemas.microsoft.com/office/drawing/2014/main" id="{F9C9F354-31FA-E543-ED62-99F6A9E3EBF1}"/>
              </a:ext>
            </a:extLst>
          </p:cNvPr>
          <p:cNvSpPr>
            <a:spLocks noGrp="1"/>
          </p:cNvSpPr>
          <p:nvPr/>
        </p:nvSpPr>
        <p:spPr>
          <a:xfrm>
            <a:off x="9524788" y="5402089"/>
            <a:ext cx="92941" cy="41233"/>
          </a:xfrm>
          <a:prstGeom prst="roundRect">
            <a:avLst>
              <a:gd name="adj" fmla="val 50000"/>
            </a:avLst>
          </a:prstGeom>
          <a:solidFill>
            <a:srgbClr val="FAEDE0"/>
          </a:solidFill>
          <a:ln w="3810">
            <a:solidFill>
              <a:srgbClr val="E8C7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8" name="직사각형 397">
            <a:extLst>
              <a:ext uri="{FF2B5EF4-FFF2-40B4-BE49-F238E27FC236}">
                <a16:creationId xmlns:a16="http://schemas.microsoft.com/office/drawing/2014/main" id="{65E30D3A-C476-2DF2-24B3-C89B8CD62441}"/>
              </a:ext>
            </a:extLst>
          </p:cNvPr>
          <p:cNvSpPr>
            <a:spLocks noGrp="1"/>
          </p:cNvSpPr>
          <p:nvPr/>
        </p:nvSpPr>
        <p:spPr>
          <a:xfrm>
            <a:off x="8535241" y="5477684"/>
            <a:ext cx="1169962" cy="164934"/>
          </a:xfrm>
          <a:prstGeom prst="rect">
            <a:avLst/>
          </a:prstGeom>
          <a:solidFill>
            <a:srgbClr val="FDDDB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0" name="타원 399">
            <a:extLst>
              <a:ext uri="{FF2B5EF4-FFF2-40B4-BE49-F238E27FC236}">
                <a16:creationId xmlns:a16="http://schemas.microsoft.com/office/drawing/2014/main" id="{5C62549E-ADA8-5C94-8A5A-5EAE652E510C}"/>
              </a:ext>
            </a:extLst>
          </p:cNvPr>
          <p:cNvSpPr>
            <a:spLocks noGrp="1"/>
          </p:cNvSpPr>
          <p:nvPr/>
        </p:nvSpPr>
        <p:spPr>
          <a:xfrm>
            <a:off x="8535241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2" name="타원 401">
            <a:extLst>
              <a:ext uri="{FF2B5EF4-FFF2-40B4-BE49-F238E27FC236}">
                <a16:creationId xmlns:a16="http://schemas.microsoft.com/office/drawing/2014/main" id="{7317E9EF-AAE4-0EDD-3690-C84B4CA29FA2}"/>
              </a:ext>
            </a:extLst>
          </p:cNvPr>
          <p:cNvSpPr>
            <a:spLocks noGrp="1"/>
          </p:cNvSpPr>
          <p:nvPr/>
        </p:nvSpPr>
        <p:spPr>
          <a:xfrm>
            <a:off x="8644583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4" name="타원 403">
            <a:extLst>
              <a:ext uri="{FF2B5EF4-FFF2-40B4-BE49-F238E27FC236}">
                <a16:creationId xmlns:a16="http://schemas.microsoft.com/office/drawing/2014/main" id="{CA7E31AC-3C92-AC9D-1A57-7C1BF6BB3184}"/>
              </a:ext>
            </a:extLst>
          </p:cNvPr>
          <p:cNvSpPr>
            <a:spLocks noGrp="1"/>
          </p:cNvSpPr>
          <p:nvPr/>
        </p:nvSpPr>
        <p:spPr>
          <a:xfrm>
            <a:off x="8753925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6" name="타원 405">
            <a:extLst>
              <a:ext uri="{FF2B5EF4-FFF2-40B4-BE49-F238E27FC236}">
                <a16:creationId xmlns:a16="http://schemas.microsoft.com/office/drawing/2014/main" id="{D4D08EAF-C308-E604-1856-1067193C39F4}"/>
              </a:ext>
            </a:extLst>
          </p:cNvPr>
          <p:cNvSpPr>
            <a:spLocks noGrp="1"/>
          </p:cNvSpPr>
          <p:nvPr/>
        </p:nvSpPr>
        <p:spPr>
          <a:xfrm>
            <a:off x="8863268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8" name="타원 407">
            <a:extLst>
              <a:ext uri="{FF2B5EF4-FFF2-40B4-BE49-F238E27FC236}">
                <a16:creationId xmlns:a16="http://schemas.microsoft.com/office/drawing/2014/main" id="{3C6D8CDA-5A6E-FDF7-76D7-0456E7782374}"/>
              </a:ext>
            </a:extLst>
          </p:cNvPr>
          <p:cNvSpPr>
            <a:spLocks noGrp="1"/>
          </p:cNvSpPr>
          <p:nvPr/>
        </p:nvSpPr>
        <p:spPr>
          <a:xfrm>
            <a:off x="8972610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0" name="타원 409">
            <a:extLst>
              <a:ext uri="{FF2B5EF4-FFF2-40B4-BE49-F238E27FC236}">
                <a16:creationId xmlns:a16="http://schemas.microsoft.com/office/drawing/2014/main" id="{4BACFBEA-28FB-5B8F-89A9-F9FF24F8AF53}"/>
              </a:ext>
            </a:extLst>
          </p:cNvPr>
          <p:cNvSpPr>
            <a:spLocks noGrp="1"/>
          </p:cNvSpPr>
          <p:nvPr/>
        </p:nvSpPr>
        <p:spPr>
          <a:xfrm>
            <a:off x="9081952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2" name="타원 411">
            <a:extLst>
              <a:ext uri="{FF2B5EF4-FFF2-40B4-BE49-F238E27FC236}">
                <a16:creationId xmlns:a16="http://schemas.microsoft.com/office/drawing/2014/main" id="{40962B43-D848-52DA-9426-AECF7513BC35}"/>
              </a:ext>
            </a:extLst>
          </p:cNvPr>
          <p:cNvSpPr>
            <a:spLocks noGrp="1"/>
          </p:cNvSpPr>
          <p:nvPr/>
        </p:nvSpPr>
        <p:spPr>
          <a:xfrm>
            <a:off x="9191294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4" name="타원 413">
            <a:extLst>
              <a:ext uri="{FF2B5EF4-FFF2-40B4-BE49-F238E27FC236}">
                <a16:creationId xmlns:a16="http://schemas.microsoft.com/office/drawing/2014/main" id="{73A42169-F071-DDD4-E218-D0FDF302A16C}"/>
              </a:ext>
            </a:extLst>
          </p:cNvPr>
          <p:cNvSpPr>
            <a:spLocks noGrp="1"/>
          </p:cNvSpPr>
          <p:nvPr/>
        </p:nvSpPr>
        <p:spPr>
          <a:xfrm>
            <a:off x="9300637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6" name="타원 415">
            <a:extLst>
              <a:ext uri="{FF2B5EF4-FFF2-40B4-BE49-F238E27FC236}">
                <a16:creationId xmlns:a16="http://schemas.microsoft.com/office/drawing/2014/main" id="{7971F9C2-C00C-A2F4-F1EA-FD16998A32EA}"/>
              </a:ext>
            </a:extLst>
          </p:cNvPr>
          <p:cNvSpPr>
            <a:spLocks noGrp="1"/>
          </p:cNvSpPr>
          <p:nvPr/>
        </p:nvSpPr>
        <p:spPr>
          <a:xfrm>
            <a:off x="9409979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8" name="타원 417">
            <a:extLst>
              <a:ext uri="{FF2B5EF4-FFF2-40B4-BE49-F238E27FC236}">
                <a16:creationId xmlns:a16="http://schemas.microsoft.com/office/drawing/2014/main" id="{5F917157-2D2D-023A-6B8D-1D3E234AAC53}"/>
              </a:ext>
            </a:extLst>
          </p:cNvPr>
          <p:cNvSpPr>
            <a:spLocks noGrp="1"/>
          </p:cNvSpPr>
          <p:nvPr/>
        </p:nvSpPr>
        <p:spPr>
          <a:xfrm>
            <a:off x="9519321" y="5491428"/>
            <a:ext cx="87474" cy="61850"/>
          </a:xfrm>
          <a:prstGeom prst="ellipse">
            <a:avLst/>
          </a:prstGeom>
          <a:solidFill>
            <a:srgbClr val="FAD4A5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0" name="타원 419">
            <a:extLst>
              <a:ext uri="{FF2B5EF4-FFF2-40B4-BE49-F238E27FC236}">
                <a16:creationId xmlns:a16="http://schemas.microsoft.com/office/drawing/2014/main" id="{53BA2B96-1BC7-FFBC-2142-464AD00560E8}"/>
              </a:ext>
            </a:extLst>
          </p:cNvPr>
          <p:cNvSpPr>
            <a:spLocks noGrp="1"/>
          </p:cNvSpPr>
          <p:nvPr/>
        </p:nvSpPr>
        <p:spPr>
          <a:xfrm>
            <a:off x="8589912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2" name="타원 421">
            <a:extLst>
              <a:ext uri="{FF2B5EF4-FFF2-40B4-BE49-F238E27FC236}">
                <a16:creationId xmlns:a16="http://schemas.microsoft.com/office/drawing/2014/main" id="{EAFE7DA3-0CF5-2B2D-6ED4-7DF3EC195483}"/>
              </a:ext>
            </a:extLst>
          </p:cNvPr>
          <p:cNvSpPr>
            <a:spLocks noGrp="1"/>
          </p:cNvSpPr>
          <p:nvPr/>
        </p:nvSpPr>
        <p:spPr>
          <a:xfrm>
            <a:off x="8699254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4" name="타원 423">
            <a:extLst>
              <a:ext uri="{FF2B5EF4-FFF2-40B4-BE49-F238E27FC236}">
                <a16:creationId xmlns:a16="http://schemas.microsoft.com/office/drawing/2014/main" id="{85959D93-E1DA-A42D-83E1-53B44D2730B0}"/>
              </a:ext>
            </a:extLst>
          </p:cNvPr>
          <p:cNvSpPr>
            <a:spLocks noGrp="1"/>
          </p:cNvSpPr>
          <p:nvPr/>
        </p:nvSpPr>
        <p:spPr>
          <a:xfrm>
            <a:off x="8808597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6" name="타원 425">
            <a:extLst>
              <a:ext uri="{FF2B5EF4-FFF2-40B4-BE49-F238E27FC236}">
                <a16:creationId xmlns:a16="http://schemas.microsoft.com/office/drawing/2014/main" id="{73F3CCD8-86DF-8CF9-C845-1B4D561DE9D8}"/>
              </a:ext>
            </a:extLst>
          </p:cNvPr>
          <p:cNvSpPr>
            <a:spLocks noGrp="1"/>
          </p:cNvSpPr>
          <p:nvPr/>
        </p:nvSpPr>
        <p:spPr>
          <a:xfrm>
            <a:off x="8917939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8" name="타원 427">
            <a:extLst>
              <a:ext uri="{FF2B5EF4-FFF2-40B4-BE49-F238E27FC236}">
                <a16:creationId xmlns:a16="http://schemas.microsoft.com/office/drawing/2014/main" id="{50910622-544D-888A-D7CF-D89E35E9A012}"/>
              </a:ext>
            </a:extLst>
          </p:cNvPr>
          <p:cNvSpPr>
            <a:spLocks noGrp="1"/>
          </p:cNvSpPr>
          <p:nvPr/>
        </p:nvSpPr>
        <p:spPr>
          <a:xfrm>
            <a:off x="9027281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0" name="타원 429">
            <a:extLst>
              <a:ext uri="{FF2B5EF4-FFF2-40B4-BE49-F238E27FC236}">
                <a16:creationId xmlns:a16="http://schemas.microsoft.com/office/drawing/2014/main" id="{C029CDDB-9DDA-B234-D9A4-19AB73811321}"/>
              </a:ext>
            </a:extLst>
          </p:cNvPr>
          <p:cNvSpPr>
            <a:spLocks noGrp="1"/>
          </p:cNvSpPr>
          <p:nvPr/>
        </p:nvSpPr>
        <p:spPr>
          <a:xfrm>
            <a:off x="9136623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2" name="타원 431">
            <a:extLst>
              <a:ext uri="{FF2B5EF4-FFF2-40B4-BE49-F238E27FC236}">
                <a16:creationId xmlns:a16="http://schemas.microsoft.com/office/drawing/2014/main" id="{1E4673E1-BA22-F671-0F5D-B7E3EC1302BC}"/>
              </a:ext>
            </a:extLst>
          </p:cNvPr>
          <p:cNvSpPr>
            <a:spLocks noGrp="1"/>
          </p:cNvSpPr>
          <p:nvPr/>
        </p:nvSpPr>
        <p:spPr>
          <a:xfrm>
            <a:off x="9245966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4" name="타원 433">
            <a:extLst>
              <a:ext uri="{FF2B5EF4-FFF2-40B4-BE49-F238E27FC236}">
                <a16:creationId xmlns:a16="http://schemas.microsoft.com/office/drawing/2014/main" id="{A807A2DD-17E8-B4B4-3A93-E845E242EB05}"/>
              </a:ext>
            </a:extLst>
          </p:cNvPr>
          <p:cNvSpPr>
            <a:spLocks noGrp="1"/>
          </p:cNvSpPr>
          <p:nvPr/>
        </p:nvSpPr>
        <p:spPr>
          <a:xfrm>
            <a:off x="9355308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6" name="타원 435">
            <a:extLst>
              <a:ext uri="{FF2B5EF4-FFF2-40B4-BE49-F238E27FC236}">
                <a16:creationId xmlns:a16="http://schemas.microsoft.com/office/drawing/2014/main" id="{3A4FD8D9-AC9B-2397-A195-13BAB3BB8CAB}"/>
              </a:ext>
            </a:extLst>
          </p:cNvPr>
          <p:cNvSpPr>
            <a:spLocks noGrp="1"/>
          </p:cNvSpPr>
          <p:nvPr/>
        </p:nvSpPr>
        <p:spPr>
          <a:xfrm>
            <a:off x="9464650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8" name="타원 437">
            <a:extLst>
              <a:ext uri="{FF2B5EF4-FFF2-40B4-BE49-F238E27FC236}">
                <a16:creationId xmlns:a16="http://schemas.microsoft.com/office/drawing/2014/main" id="{D3954BD2-631E-F7E5-1333-6DC30865E12E}"/>
              </a:ext>
            </a:extLst>
          </p:cNvPr>
          <p:cNvSpPr>
            <a:spLocks noGrp="1"/>
          </p:cNvSpPr>
          <p:nvPr/>
        </p:nvSpPr>
        <p:spPr>
          <a:xfrm>
            <a:off x="9573992" y="5560150"/>
            <a:ext cx="87474" cy="61850"/>
          </a:xfrm>
          <a:prstGeom prst="ellipse">
            <a:avLst/>
          </a:prstGeom>
          <a:solidFill>
            <a:srgbClr val="F5C083"/>
          </a:solidFill>
          <a:ln w="3810">
            <a:solidFill>
              <a:srgbClr val="E9A4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0" name="직사각형 439">
            <a:extLst>
              <a:ext uri="{FF2B5EF4-FFF2-40B4-BE49-F238E27FC236}">
                <a16:creationId xmlns:a16="http://schemas.microsoft.com/office/drawing/2014/main" id="{8A20040B-349C-BDD2-B73F-432AEC8EB6B2}"/>
              </a:ext>
            </a:extLst>
          </p:cNvPr>
          <p:cNvSpPr>
            <a:spLocks noGrp="1"/>
          </p:cNvSpPr>
          <p:nvPr/>
        </p:nvSpPr>
        <p:spPr>
          <a:xfrm>
            <a:off x="8535241" y="5642617"/>
            <a:ext cx="1169962" cy="199295"/>
          </a:xfrm>
          <a:prstGeom prst="rect">
            <a:avLst/>
          </a:prstGeom>
          <a:solidFill>
            <a:srgbClr val="F4BC8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42" name="타원 441">
            <a:extLst>
              <a:ext uri="{FF2B5EF4-FFF2-40B4-BE49-F238E27FC236}">
                <a16:creationId xmlns:a16="http://schemas.microsoft.com/office/drawing/2014/main" id="{E1FF421C-C680-C081-AE62-DFDA4DB4FF10}"/>
              </a:ext>
            </a:extLst>
          </p:cNvPr>
          <p:cNvSpPr>
            <a:spLocks noGrp="1"/>
          </p:cNvSpPr>
          <p:nvPr/>
        </p:nvSpPr>
        <p:spPr>
          <a:xfrm>
            <a:off x="8573511" y="5697595"/>
            <a:ext cx="98408" cy="96211"/>
          </a:xfrm>
          <a:prstGeom prst="ellipse">
            <a:avLst/>
          </a:prstGeom>
          <a:solidFill>
            <a:srgbClr val="EFAD73"/>
          </a:solidFill>
          <a:ln w="3810">
            <a:solidFill>
              <a:srgbClr val="D998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4" name="타원 443">
            <a:extLst>
              <a:ext uri="{FF2B5EF4-FFF2-40B4-BE49-F238E27FC236}">
                <a16:creationId xmlns:a16="http://schemas.microsoft.com/office/drawing/2014/main" id="{6692E031-9E01-9285-06A0-1DBCBF11EA03}"/>
              </a:ext>
            </a:extLst>
          </p:cNvPr>
          <p:cNvSpPr>
            <a:spLocks noGrp="1"/>
          </p:cNvSpPr>
          <p:nvPr/>
        </p:nvSpPr>
        <p:spPr>
          <a:xfrm>
            <a:off x="8721123" y="5725084"/>
            <a:ext cx="98408" cy="96211"/>
          </a:xfrm>
          <a:prstGeom prst="ellipse">
            <a:avLst/>
          </a:prstGeom>
          <a:solidFill>
            <a:srgbClr val="EFAD73"/>
          </a:solidFill>
          <a:ln w="3810">
            <a:solidFill>
              <a:srgbClr val="D998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6" name="타원 445">
            <a:extLst>
              <a:ext uri="{FF2B5EF4-FFF2-40B4-BE49-F238E27FC236}">
                <a16:creationId xmlns:a16="http://schemas.microsoft.com/office/drawing/2014/main" id="{37081267-6270-6347-2719-D3FD32C1FD47}"/>
              </a:ext>
            </a:extLst>
          </p:cNvPr>
          <p:cNvSpPr>
            <a:spLocks noGrp="1"/>
          </p:cNvSpPr>
          <p:nvPr/>
        </p:nvSpPr>
        <p:spPr>
          <a:xfrm>
            <a:off x="8868735" y="5697595"/>
            <a:ext cx="98408" cy="96211"/>
          </a:xfrm>
          <a:prstGeom prst="ellipse">
            <a:avLst/>
          </a:prstGeom>
          <a:solidFill>
            <a:srgbClr val="EFAD73"/>
          </a:solidFill>
          <a:ln w="3810">
            <a:solidFill>
              <a:srgbClr val="D998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8" name="타원 447">
            <a:extLst>
              <a:ext uri="{FF2B5EF4-FFF2-40B4-BE49-F238E27FC236}">
                <a16:creationId xmlns:a16="http://schemas.microsoft.com/office/drawing/2014/main" id="{F59795D8-5A12-9922-3B1C-D7367106DFE9}"/>
              </a:ext>
            </a:extLst>
          </p:cNvPr>
          <p:cNvSpPr>
            <a:spLocks noGrp="1"/>
          </p:cNvSpPr>
          <p:nvPr/>
        </p:nvSpPr>
        <p:spPr>
          <a:xfrm>
            <a:off x="9016347" y="5725084"/>
            <a:ext cx="98408" cy="96211"/>
          </a:xfrm>
          <a:prstGeom prst="ellipse">
            <a:avLst/>
          </a:prstGeom>
          <a:solidFill>
            <a:srgbClr val="EFAD73"/>
          </a:solidFill>
          <a:ln w="3810">
            <a:solidFill>
              <a:srgbClr val="D998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0" name="타원 449">
            <a:extLst>
              <a:ext uri="{FF2B5EF4-FFF2-40B4-BE49-F238E27FC236}">
                <a16:creationId xmlns:a16="http://schemas.microsoft.com/office/drawing/2014/main" id="{D173EC5A-FB68-971D-F307-6DABB731812C}"/>
              </a:ext>
            </a:extLst>
          </p:cNvPr>
          <p:cNvSpPr>
            <a:spLocks noGrp="1"/>
          </p:cNvSpPr>
          <p:nvPr/>
        </p:nvSpPr>
        <p:spPr>
          <a:xfrm>
            <a:off x="9163959" y="5697595"/>
            <a:ext cx="98408" cy="96211"/>
          </a:xfrm>
          <a:prstGeom prst="ellipse">
            <a:avLst/>
          </a:prstGeom>
          <a:solidFill>
            <a:srgbClr val="EFAD73"/>
          </a:solidFill>
          <a:ln w="3810">
            <a:solidFill>
              <a:srgbClr val="D998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2" name="타원 451">
            <a:extLst>
              <a:ext uri="{FF2B5EF4-FFF2-40B4-BE49-F238E27FC236}">
                <a16:creationId xmlns:a16="http://schemas.microsoft.com/office/drawing/2014/main" id="{57446E3C-F134-3C7E-3725-004D85CD8586}"/>
              </a:ext>
            </a:extLst>
          </p:cNvPr>
          <p:cNvSpPr>
            <a:spLocks noGrp="1"/>
          </p:cNvSpPr>
          <p:nvPr/>
        </p:nvSpPr>
        <p:spPr>
          <a:xfrm>
            <a:off x="9311571" y="5725084"/>
            <a:ext cx="98408" cy="96211"/>
          </a:xfrm>
          <a:prstGeom prst="ellipse">
            <a:avLst/>
          </a:prstGeom>
          <a:solidFill>
            <a:srgbClr val="EFAD73"/>
          </a:solidFill>
          <a:ln w="3810">
            <a:solidFill>
              <a:srgbClr val="D998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4" name="타원 453">
            <a:extLst>
              <a:ext uri="{FF2B5EF4-FFF2-40B4-BE49-F238E27FC236}">
                <a16:creationId xmlns:a16="http://schemas.microsoft.com/office/drawing/2014/main" id="{136DF36B-F6F6-7F41-7EF6-C9DBE878034E}"/>
              </a:ext>
            </a:extLst>
          </p:cNvPr>
          <p:cNvSpPr>
            <a:spLocks noGrp="1"/>
          </p:cNvSpPr>
          <p:nvPr/>
        </p:nvSpPr>
        <p:spPr>
          <a:xfrm>
            <a:off x="9459183" y="5697595"/>
            <a:ext cx="98408" cy="96211"/>
          </a:xfrm>
          <a:prstGeom prst="ellipse">
            <a:avLst/>
          </a:prstGeom>
          <a:solidFill>
            <a:srgbClr val="EFAD73"/>
          </a:solidFill>
          <a:ln w="3810">
            <a:solidFill>
              <a:srgbClr val="D998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6" name="타원 455">
            <a:extLst>
              <a:ext uri="{FF2B5EF4-FFF2-40B4-BE49-F238E27FC236}">
                <a16:creationId xmlns:a16="http://schemas.microsoft.com/office/drawing/2014/main" id="{1C7B0052-D623-D1CA-DEAB-3898CBF8375C}"/>
              </a:ext>
            </a:extLst>
          </p:cNvPr>
          <p:cNvSpPr>
            <a:spLocks noGrp="1"/>
          </p:cNvSpPr>
          <p:nvPr/>
        </p:nvSpPr>
        <p:spPr>
          <a:xfrm>
            <a:off x="9606795" y="5725084"/>
            <a:ext cx="98408" cy="96211"/>
          </a:xfrm>
          <a:prstGeom prst="ellipse">
            <a:avLst/>
          </a:prstGeom>
          <a:solidFill>
            <a:srgbClr val="EFAD73"/>
          </a:solidFill>
          <a:ln w="3810">
            <a:solidFill>
              <a:srgbClr val="D998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8" name="사다리꼴 457">
            <a:extLst>
              <a:ext uri="{FF2B5EF4-FFF2-40B4-BE49-F238E27FC236}">
                <a16:creationId xmlns:a16="http://schemas.microsoft.com/office/drawing/2014/main" id="{EEFD4893-4BF0-67CF-B892-33081B880C23}"/>
              </a:ext>
            </a:extLst>
          </p:cNvPr>
          <p:cNvSpPr>
            <a:spLocks noGrp="1"/>
          </p:cNvSpPr>
          <p:nvPr/>
        </p:nvSpPr>
        <p:spPr>
          <a:xfrm rot="10800000">
            <a:off x="8721123" y="5408961"/>
            <a:ext cx="98408" cy="206167"/>
          </a:xfrm>
          <a:prstGeom prst="trapezoid">
            <a:avLst/>
          </a:prstGeom>
          <a:solidFill>
            <a:srgbClr val="FBF6EF"/>
          </a:solidFill>
          <a:ln w="5715">
            <a:solidFill>
              <a:srgbClr val="E7B6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0" name="이등변 삼각형 459">
            <a:extLst>
              <a:ext uri="{FF2B5EF4-FFF2-40B4-BE49-F238E27FC236}">
                <a16:creationId xmlns:a16="http://schemas.microsoft.com/office/drawing/2014/main" id="{5D49A805-84B6-1A6D-01B3-6333086C1C76}"/>
              </a:ext>
            </a:extLst>
          </p:cNvPr>
          <p:cNvSpPr>
            <a:spLocks noGrp="1"/>
          </p:cNvSpPr>
          <p:nvPr/>
        </p:nvSpPr>
        <p:spPr>
          <a:xfrm rot="10800000">
            <a:off x="8738837" y="5457067"/>
            <a:ext cx="62981" cy="158062"/>
          </a:xfrm>
          <a:prstGeom prst="triangle">
            <a:avLst/>
          </a:prstGeom>
          <a:solidFill>
            <a:srgbClr val="F0C89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62" name="사다리꼴 461">
            <a:extLst>
              <a:ext uri="{FF2B5EF4-FFF2-40B4-BE49-F238E27FC236}">
                <a16:creationId xmlns:a16="http://schemas.microsoft.com/office/drawing/2014/main" id="{E69D264B-29C1-9C59-00E8-B010949D2574}"/>
              </a:ext>
            </a:extLst>
          </p:cNvPr>
          <p:cNvSpPr>
            <a:spLocks noGrp="1"/>
          </p:cNvSpPr>
          <p:nvPr/>
        </p:nvSpPr>
        <p:spPr>
          <a:xfrm rot="10800000">
            <a:off x="9071018" y="5408961"/>
            <a:ext cx="98408" cy="206167"/>
          </a:xfrm>
          <a:prstGeom prst="trapezoid">
            <a:avLst/>
          </a:prstGeom>
          <a:solidFill>
            <a:srgbClr val="FBF6EF"/>
          </a:solidFill>
          <a:ln w="5715">
            <a:solidFill>
              <a:srgbClr val="E7B6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4" name="이등변 삼각형 463">
            <a:extLst>
              <a:ext uri="{FF2B5EF4-FFF2-40B4-BE49-F238E27FC236}">
                <a16:creationId xmlns:a16="http://schemas.microsoft.com/office/drawing/2014/main" id="{52A15B95-3BAB-F5D4-BD76-87713EFC1108}"/>
              </a:ext>
            </a:extLst>
          </p:cNvPr>
          <p:cNvSpPr>
            <a:spLocks noGrp="1"/>
          </p:cNvSpPr>
          <p:nvPr/>
        </p:nvSpPr>
        <p:spPr>
          <a:xfrm rot="10800000">
            <a:off x="9088732" y="5457067"/>
            <a:ext cx="62981" cy="158062"/>
          </a:xfrm>
          <a:prstGeom prst="triangle">
            <a:avLst/>
          </a:prstGeom>
          <a:solidFill>
            <a:srgbClr val="F0C89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66" name="사다리꼴 465">
            <a:extLst>
              <a:ext uri="{FF2B5EF4-FFF2-40B4-BE49-F238E27FC236}">
                <a16:creationId xmlns:a16="http://schemas.microsoft.com/office/drawing/2014/main" id="{E29CF556-DB84-8A29-AF36-54185D982BDC}"/>
              </a:ext>
            </a:extLst>
          </p:cNvPr>
          <p:cNvSpPr>
            <a:spLocks noGrp="1"/>
          </p:cNvSpPr>
          <p:nvPr/>
        </p:nvSpPr>
        <p:spPr>
          <a:xfrm rot="10800000">
            <a:off x="9420914" y="5408961"/>
            <a:ext cx="98408" cy="206167"/>
          </a:xfrm>
          <a:prstGeom prst="trapezoid">
            <a:avLst/>
          </a:prstGeom>
          <a:solidFill>
            <a:srgbClr val="FBF6EF"/>
          </a:solidFill>
          <a:ln w="5715">
            <a:solidFill>
              <a:srgbClr val="E7B6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8" name="이등변 삼각형 467">
            <a:extLst>
              <a:ext uri="{FF2B5EF4-FFF2-40B4-BE49-F238E27FC236}">
                <a16:creationId xmlns:a16="http://schemas.microsoft.com/office/drawing/2014/main" id="{18BE8275-8C6F-032B-6CEB-E7D52A1CBE9E}"/>
              </a:ext>
            </a:extLst>
          </p:cNvPr>
          <p:cNvSpPr>
            <a:spLocks noGrp="1"/>
          </p:cNvSpPr>
          <p:nvPr/>
        </p:nvSpPr>
        <p:spPr>
          <a:xfrm rot="10800000">
            <a:off x="9438627" y="5457067"/>
            <a:ext cx="62981" cy="158062"/>
          </a:xfrm>
          <a:prstGeom prst="triangle">
            <a:avLst/>
          </a:prstGeom>
          <a:solidFill>
            <a:srgbClr val="F0C89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70" name="타원 469">
            <a:extLst>
              <a:ext uri="{FF2B5EF4-FFF2-40B4-BE49-F238E27FC236}">
                <a16:creationId xmlns:a16="http://schemas.microsoft.com/office/drawing/2014/main" id="{2BFA2DDE-03F5-B4B8-7BD8-0D78356720A8}"/>
              </a:ext>
            </a:extLst>
          </p:cNvPr>
          <p:cNvSpPr>
            <a:spLocks noGrp="1"/>
          </p:cNvSpPr>
          <p:nvPr/>
        </p:nvSpPr>
        <p:spPr>
          <a:xfrm>
            <a:off x="8584445" y="5290882"/>
            <a:ext cx="43737" cy="43737"/>
          </a:xfrm>
          <a:prstGeom prst="ellipse">
            <a:avLst/>
          </a:prstGeom>
          <a:solidFill>
            <a:srgbClr val="CBE1BD"/>
          </a:solidFill>
          <a:ln w="6668">
            <a:solidFill>
              <a:srgbClr val="315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2" name="타원 471">
            <a:extLst>
              <a:ext uri="{FF2B5EF4-FFF2-40B4-BE49-F238E27FC236}">
                <a16:creationId xmlns:a16="http://schemas.microsoft.com/office/drawing/2014/main" id="{DB34503C-BED9-8EC6-C64C-669D18AD5907}"/>
              </a:ext>
            </a:extLst>
          </p:cNvPr>
          <p:cNvSpPr>
            <a:spLocks noGrp="1"/>
          </p:cNvSpPr>
          <p:nvPr/>
        </p:nvSpPr>
        <p:spPr>
          <a:xfrm>
            <a:off x="8596910" y="5303347"/>
            <a:ext cx="18807" cy="18807"/>
          </a:xfrm>
          <a:prstGeom prst="ellipse">
            <a:avLst/>
          </a:prstGeom>
          <a:solidFill>
            <a:srgbClr val="FFFFFF"/>
          </a:solidFill>
          <a:ln w="4763">
            <a:solidFill>
              <a:srgbClr val="7CAD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4" name="타원 473">
            <a:extLst>
              <a:ext uri="{FF2B5EF4-FFF2-40B4-BE49-F238E27FC236}">
                <a16:creationId xmlns:a16="http://schemas.microsoft.com/office/drawing/2014/main" id="{00AA52AB-FA22-44B0-D6E7-F03651D42274}"/>
              </a:ext>
            </a:extLst>
          </p:cNvPr>
          <p:cNvSpPr>
            <a:spLocks noGrp="1"/>
          </p:cNvSpPr>
          <p:nvPr/>
        </p:nvSpPr>
        <p:spPr>
          <a:xfrm>
            <a:off x="8655517" y="5279947"/>
            <a:ext cx="65606" cy="65606"/>
          </a:xfrm>
          <a:prstGeom prst="ellipse">
            <a:avLst/>
          </a:prstGeom>
          <a:solidFill>
            <a:srgbClr val="CBE1BD"/>
          </a:solidFill>
          <a:ln w="6668">
            <a:solidFill>
              <a:srgbClr val="315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6" name="타원 475">
            <a:extLst>
              <a:ext uri="{FF2B5EF4-FFF2-40B4-BE49-F238E27FC236}">
                <a16:creationId xmlns:a16="http://schemas.microsoft.com/office/drawing/2014/main" id="{9FE5CFA1-8CF4-954D-AC4D-AC21059AF4DA}"/>
              </a:ext>
            </a:extLst>
          </p:cNvPr>
          <p:cNvSpPr>
            <a:spLocks noGrp="1"/>
          </p:cNvSpPr>
          <p:nvPr/>
        </p:nvSpPr>
        <p:spPr>
          <a:xfrm>
            <a:off x="8674215" y="5298645"/>
            <a:ext cx="28210" cy="28210"/>
          </a:xfrm>
          <a:prstGeom prst="ellipse">
            <a:avLst/>
          </a:prstGeom>
          <a:solidFill>
            <a:srgbClr val="FFFFFF"/>
          </a:solidFill>
          <a:ln w="4763">
            <a:solidFill>
              <a:srgbClr val="7CAD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8" name="타원 477">
            <a:extLst>
              <a:ext uri="{FF2B5EF4-FFF2-40B4-BE49-F238E27FC236}">
                <a16:creationId xmlns:a16="http://schemas.microsoft.com/office/drawing/2014/main" id="{A3CFC735-5301-215F-04F8-F6BF3EEED999}"/>
              </a:ext>
            </a:extLst>
          </p:cNvPr>
          <p:cNvSpPr>
            <a:spLocks noGrp="1"/>
          </p:cNvSpPr>
          <p:nvPr/>
        </p:nvSpPr>
        <p:spPr>
          <a:xfrm>
            <a:off x="8759392" y="5290882"/>
            <a:ext cx="43737" cy="43737"/>
          </a:xfrm>
          <a:prstGeom prst="ellipse">
            <a:avLst/>
          </a:prstGeom>
          <a:solidFill>
            <a:srgbClr val="CBE1BD"/>
          </a:solidFill>
          <a:ln w="6668">
            <a:solidFill>
              <a:srgbClr val="315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0" name="타원 479">
            <a:extLst>
              <a:ext uri="{FF2B5EF4-FFF2-40B4-BE49-F238E27FC236}">
                <a16:creationId xmlns:a16="http://schemas.microsoft.com/office/drawing/2014/main" id="{0746FD43-2A68-2070-3857-86D2C7BEB462}"/>
              </a:ext>
            </a:extLst>
          </p:cNvPr>
          <p:cNvSpPr>
            <a:spLocks noGrp="1"/>
          </p:cNvSpPr>
          <p:nvPr/>
        </p:nvSpPr>
        <p:spPr>
          <a:xfrm>
            <a:off x="8771858" y="5303347"/>
            <a:ext cx="18807" cy="18807"/>
          </a:xfrm>
          <a:prstGeom prst="ellipse">
            <a:avLst/>
          </a:prstGeom>
          <a:solidFill>
            <a:srgbClr val="FFFFFF"/>
          </a:solidFill>
          <a:ln w="4763">
            <a:solidFill>
              <a:srgbClr val="7CAD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2" name="타원 481">
            <a:extLst>
              <a:ext uri="{FF2B5EF4-FFF2-40B4-BE49-F238E27FC236}">
                <a16:creationId xmlns:a16="http://schemas.microsoft.com/office/drawing/2014/main" id="{7AFFF06E-999B-7FFB-4850-ACD7A1218D3E}"/>
              </a:ext>
            </a:extLst>
          </p:cNvPr>
          <p:cNvSpPr>
            <a:spLocks noGrp="1"/>
          </p:cNvSpPr>
          <p:nvPr/>
        </p:nvSpPr>
        <p:spPr>
          <a:xfrm>
            <a:off x="8841399" y="5279947"/>
            <a:ext cx="65606" cy="65606"/>
          </a:xfrm>
          <a:prstGeom prst="ellipse">
            <a:avLst/>
          </a:prstGeom>
          <a:solidFill>
            <a:srgbClr val="CBE1BD"/>
          </a:solidFill>
          <a:ln w="6668">
            <a:solidFill>
              <a:srgbClr val="315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4" name="타원 483">
            <a:extLst>
              <a:ext uri="{FF2B5EF4-FFF2-40B4-BE49-F238E27FC236}">
                <a16:creationId xmlns:a16="http://schemas.microsoft.com/office/drawing/2014/main" id="{79ED2001-AF5A-3A99-ABFA-F4753212E6FB}"/>
              </a:ext>
            </a:extLst>
          </p:cNvPr>
          <p:cNvSpPr>
            <a:spLocks noGrp="1"/>
          </p:cNvSpPr>
          <p:nvPr/>
        </p:nvSpPr>
        <p:spPr>
          <a:xfrm>
            <a:off x="8860097" y="5298645"/>
            <a:ext cx="28210" cy="28210"/>
          </a:xfrm>
          <a:prstGeom prst="ellipse">
            <a:avLst/>
          </a:prstGeom>
          <a:solidFill>
            <a:srgbClr val="FFFFFF"/>
          </a:solidFill>
          <a:ln w="4763">
            <a:solidFill>
              <a:srgbClr val="7CAD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6" name="타원 485">
            <a:extLst>
              <a:ext uri="{FF2B5EF4-FFF2-40B4-BE49-F238E27FC236}">
                <a16:creationId xmlns:a16="http://schemas.microsoft.com/office/drawing/2014/main" id="{6B09C77F-CE6D-8F57-C2D1-B330374044D5}"/>
              </a:ext>
            </a:extLst>
          </p:cNvPr>
          <p:cNvSpPr>
            <a:spLocks noGrp="1"/>
          </p:cNvSpPr>
          <p:nvPr/>
        </p:nvSpPr>
        <p:spPr>
          <a:xfrm>
            <a:off x="8939808" y="5290882"/>
            <a:ext cx="43737" cy="43737"/>
          </a:xfrm>
          <a:prstGeom prst="ellipse">
            <a:avLst/>
          </a:prstGeom>
          <a:solidFill>
            <a:srgbClr val="CBE1BD"/>
          </a:solidFill>
          <a:ln w="6668">
            <a:solidFill>
              <a:srgbClr val="315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8" name="타원 487">
            <a:extLst>
              <a:ext uri="{FF2B5EF4-FFF2-40B4-BE49-F238E27FC236}">
                <a16:creationId xmlns:a16="http://schemas.microsoft.com/office/drawing/2014/main" id="{ED2F936B-C50D-52AC-CDB1-D357518B3A75}"/>
              </a:ext>
            </a:extLst>
          </p:cNvPr>
          <p:cNvSpPr>
            <a:spLocks noGrp="1"/>
          </p:cNvSpPr>
          <p:nvPr/>
        </p:nvSpPr>
        <p:spPr>
          <a:xfrm>
            <a:off x="8952273" y="5303347"/>
            <a:ext cx="18807" cy="18807"/>
          </a:xfrm>
          <a:prstGeom prst="ellipse">
            <a:avLst/>
          </a:prstGeom>
          <a:solidFill>
            <a:srgbClr val="FFFFFF"/>
          </a:solidFill>
          <a:ln w="4763">
            <a:solidFill>
              <a:srgbClr val="7CAD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0" name="타원 489">
            <a:extLst>
              <a:ext uri="{FF2B5EF4-FFF2-40B4-BE49-F238E27FC236}">
                <a16:creationId xmlns:a16="http://schemas.microsoft.com/office/drawing/2014/main" id="{9A3D2DF9-97B3-FB38-40F9-9A847ED905E5}"/>
              </a:ext>
            </a:extLst>
          </p:cNvPr>
          <p:cNvSpPr>
            <a:spLocks noGrp="1"/>
          </p:cNvSpPr>
          <p:nvPr/>
        </p:nvSpPr>
        <p:spPr>
          <a:xfrm>
            <a:off x="9027281" y="5279947"/>
            <a:ext cx="65606" cy="65606"/>
          </a:xfrm>
          <a:prstGeom prst="ellipse">
            <a:avLst/>
          </a:prstGeom>
          <a:solidFill>
            <a:srgbClr val="CBE1BD"/>
          </a:solidFill>
          <a:ln w="6668">
            <a:solidFill>
              <a:srgbClr val="315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2" name="타원 491">
            <a:extLst>
              <a:ext uri="{FF2B5EF4-FFF2-40B4-BE49-F238E27FC236}">
                <a16:creationId xmlns:a16="http://schemas.microsoft.com/office/drawing/2014/main" id="{B64DEA59-DBD4-22E4-AA14-9BAABEEBE8AE}"/>
              </a:ext>
            </a:extLst>
          </p:cNvPr>
          <p:cNvSpPr>
            <a:spLocks noGrp="1"/>
          </p:cNvSpPr>
          <p:nvPr/>
        </p:nvSpPr>
        <p:spPr>
          <a:xfrm>
            <a:off x="9045979" y="5298645"/>
            <a:ext cx="28210" cy="28210"/>
          </a:xfrm>
          <a:prstGeom prst="ellipse">
            <a:avLst/>
          </a:prstGeom>
          <a:solidFill>
            <a:srgbClr val="FFFFFF"/>
          </a:solidFill>
          <a:ln w="4763">
            <a:solidFill>
              <a:srgbClr val="7CAD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4" name="타원 493">
            <a:extLst>
              <a:ext uri="{FF2B5EF4-FFF2-40B4-BE49-F238E27FC236}">
                <a16:creationId xmlns:a16="http://schemas.microsoft.com/office/drawing/2014/main" id="{CD9ACD14-5435-FB53-0807-AEAB1343E6D0}"/>
              </a:ext>
            </a:extLst>
          </p:cNvPr>
          <p:cNvSpPr>
            <a:spLocks noGrp="1"/>
          </p:cNvSpPr>
          <p:nvPr/>
        </p:nvSpPr>
        <p:spPr>
          <a:xfrm>
            <a:off x="9131156" y="5290882"/>
            <a:ext cx="43737" cy="43737"/>
          </a:xfrm>
          <a:prstGeom prst="ellipse">
            <a:avLst/>
          </a:prstGeom>
          <a:solidFill>
            <a:srgbClr val="CBE1BD"/>
          </a:solidFill>
          <a:ln w="6668">
            <a:solidFill>
              <a:srgbClr val="315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6" name="타원 495">
            <a:extLst>
              <a:ext uri="{FF2B5EF4-FFF2-40B4-BE49-F238E27FC236}">
                <a16:creationId xmlns:a16="http://schemas.microsoft.com/office/drawing/2014/main" id="{0C09D78F-E3C2-002B-A565-283A4E51C916}"/>
              </a:ext>
            </a:extLst>
          </p:cNvPr>
          <p:cNvSpPr>
            <a:spLocks noGrp="1"/>
          </p:cNvSpPr>
          <p:nvPr/>
        </p:nvSpPr>
        <p:spPr>
          <a:xfrm>
            <a:off x="9143621" y="5303347"/>
            <a:ext cx="18807" cy="18807"/>
          </a:xfrm>
          <a:prstGeom prst="ellipse">
            <a:avLst/>
          </a:prstGeom>
          <a:solidFill>
            <a:srgbClr val="FFFFFF"/>
          </a:solidFill>
          <a:ln w="4763">
            <a:solidFill>
              <a:srgbClr val="7CAD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8" name="타원 497">
            <a:extLst>
              <a:ext uri="{FF2B5EF4-FFF2-40B4-BE49-F238E27FC236}">
                <a16:creationId xmlns:a16="http://schemas.microsoft.com/office/drawing/2014/main" id="{A9A6C9CD-BA44-9FB6-3D63-F26DF447FEE2}"/>
              </a:ext>
            </a:extLst>
          </p:cNvPr>
          <p:cNvSpPr>
            <a:spLocks noGrp="1"/>
          </p:cNvSpPr>
          <p:nvPr/>
        </p:nvSpPr>
        <p:spPr>
          <a:xfrm>
            <a:off x="9213163" y="5279947"/>
            <a:ext cx="65606" cy="65606"/>
          </a:xfrm>
          <a:prstGeom prst="ellipse">
            <a:avLst/>
          </a:prstGeom>
          <a:solidFill>
            <a:srgbClr val="CBE1BD"/>
          </a:solidFill>
          <a:ln w="6668">
            <a:solidFill>
              <a:srgbClr val="315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0" name="타원 499">
            <a:extLst>
              <a:ext uri="{FF2B5EF4-FFF2-40B4-BE49-F238E27FC236}">
                <a16:creationId xmlns:a16="http://schemas.microsoft.com/office/drawing/2014/main" id="{7FC913FB-BAFD-E334-F0C8-A3D7EC29F3A7}"/>
              </a:ext>
            </a:extLst>
          </p:cNvPr>
          <p:cNvSpPr>
            <a:spLocks noGrp="1"/>
          </p:cNvSpPr>
          <p:nvPr/>
        </p:nvSpPr>
        <p:spPr>
          <a:xfrm>
            <a:off x="9231861" y="5298645"/>
            <a:ext cx="28210" cy="28210"/>
          </a:xfrm>
          <a:prstGeom prst="ellipse">
            <a:avLst/>
          </a:prstGeom>
          <a:solidFill>
            <a:srgbClr val="FFFFFF"/>
          </a:solidFill>
          <a:ln w="4763">
            <a:solidFill>
              <a:srgbClr val="7CAD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2" name="타원 501">
            <a:extLst>
              <a:ext uri="{FF2B5EF4-FFF2-40B4-BE49-F238E27FC236}">
                <a16:creationId xmlns:a16="http://schemas.microsoft.com/office/drawing/2014/main" id="{8BF59AA8-E54D-FFDE-3FC5-0B5147A7DF03}"/>
              </a:ext>
            </a:extLst>
          </p:cNvPr>
          <p:cNvSpPr>
            <a:spLocks noGrp="1"/>
          </p:cNvSpPr>
          <p:nvPr/>
        </p:nvSpPr>
        <p:spPr>
          <a:xfrm>
            <a:off x="9322505" y="5290882"/>
            <a:ext cx="43737" cy="43737"/>
          </a:xfrm>
          <a:prstGeom prst="ellipse">
            <a:avLst/>
          </a:prstGeom>
          <a:solidFill>
            <a:srgbClr val="CBE1BD"/>
          </a:solidFill>
          <a:ln w="6668">
            <a:solidFill>
              <a:srgbClr val="315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4" name="타원 503">
            <a:extLst>
              <a:ext uri="{FF2B5EF4-FFF2-40B4-BE49-F238E27FC236}">
                <a16:creationId xmlns:a16="http://schemas.microsoft.com/office/drawing/2014/main" id="{3F03DC20-D27E-B7BD-76A7-BC46EF55678F}"/>
              </a:ext>
            </a:extLst>
          </p:cNvPr>
          <p:cNvSpPr>
            <a:spLocks noGrp="1"/>
          </p:cNvSpPr>
          <p:nvPr/>
        </p:nvSpPr>
        <p:spPr>
          <a:xfrm>
            <a:off x="9334970" y="5303347"/>
            <a:ext cx="18807" cy="18807"/>
          </a:xfrm>
          <a:prstGeom prst="ellipse">
            <a:avLst/>
          </a:prstGeom>
          <a:solidFill>
            <a:srgbClr val="FFFFFF"/>
          </a:solidFill>
          <a:ln w="4763">
            <a:solidFill>
              <a:srgbClr val="7CAD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6" name="타원 505">
            <a:extLst>
              <a:ext uri="{FF2B5EF4-FFF2-40B4-BE49-F238E27FC236}">
                <a16:creationId xmlns:a16="http://schemas.microsoft.com/office/drawing/2014/main" id="{6C87EA8D-5556-FC8E-273D-ED5575BD2E8B}"/>
              </a:ext>
            </a:extLst>
          </p:cNvPr>
          <p:cNvSpPr>
            <a:spLocks noGrp="1"/>
          </p:cNvSpPr>
          <p:nvPr/>
        </p:nvSpPr>
        <p:spPr>
          <a:xfrm>
            <a:off x="9399045" y="5279947"/>
            <a:ext cx="65606" cy="65606"/>
          </a:xfrm>
          <a:prstGeom prst="ellipse">
            <a:avLst/>
          </a:prstGeom>
          <a:solidFill>
            <a:srgbClr val="CBE1BD"/>
          </a:solidFill>
          <a:ln w="6668">
            <a:solidFill>
              <a:srgbClr val="315F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8" name="타원 507">
            <a:extLst>
              <a:ext uri="{FF2B5EF4-FFF2-40B4-BE49-F238E27FC236}">
                <a16:creationId xmlns:a16="http://schemas.microsoft.com/office/drawing/2014/main" id="{ECA37486-B344-9B42-7143-2156C2555EFF}"/>
              </a:ext>
            </a:extLst>
          </p:cNvPr>
          <p:cNvSpPr>
            <a:spLocks noGrp="1"/>
          </p:cNvSpPr>
          <p:nvPr/>
        </p:nvSpPr>
        <p:spPr>
          <a:xfrm>
            <a:off x="9417742" y="5298645"/>
            <a:ext cx="28210" cy="28210"/>
          </a:xfrm>
          <a:prstGeom prst="ellipse">
            <a:avLst/>
          </a:prstGeom>
          <a:solidFill>
            <a:srgbClr val="FFFFFF"/>
          </a:solidFill>
          <a:ln w="4763">
            <a:solidFill>
              <a:srgbClr val="7CAD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0" name="화살표: 오른쪽 509">
            <a:extLst>
              <a:ext uri="{FF2B5EF4-FFF2-40B4-BE49-F238E27FC236}">
                <a16:creationId xmlns:a16="http://schemas.microsoft.com/office/drawing/2014/main" id="{5D22665D-5DD5-36B7-DF2D-A797395C1248}"/>
              </a:ext>
            </a:extLst>
          </p:cNvPr>
          <p:cNvSpPr>
            <a:spLocks noGrp="1"/>
          </p:cNvSpPr>
          <p:nvPr/>
        </p:nvSpPr>
        <p:spPr>
          <a:xfrm>
            <a:off x="5557687" y="5532661"/>
            <a:ext cx="666548" cy="103084"/>
          </a:xfrm>
          <a:prstGeom prst="rightArrow">
            <a:avLst/>
          </a:prstGeom>
          <a:solidFill>
            <a:srgbClr val="9CAE9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12" name="화살표: 오른쪽 511">
            <a:extLst>
              <a:ext uri="{FF2B5EF4-FFF2-40B4-BE49-F238E27FC236}">
                <a16:creationId xmlns:a16="http://schemas.microsoft.com/office/drawing/2014/main" id="{2E644887-6D81-283E-4E03-E2457C90D303}"/>
              </a:ext>
            </a:extLst>
          </p:cNvPr>
          <p:cNvSpPr>
            <a:spLocks noGrp="1"/>
          </p:cNvSpPr>
          <p:nvPr/>
        </p:nvSpPr>
        <p:spPr>
          <a:xfrm>
            <a:off x="7811365" y="5532661"/>
            <a:ext cx="586716" cy="103084"/>
          </a:xfrm>
          <a:prstGeom prst="rightArrow">
            <a:avLst/>
          </a:prstGeom>
          <a:solidFill>
            <a:srgbClr val="9CAE9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14" name="example-disclaimer">
            <a:extLst>
              <a:ext uri="{FF2B5EF4-FFF2-40B4-BE49-F238E27FC236}">
                <a16:creationId xmlns:a16="http://schemas.microsoft.com/office/drawing/2014/main" id="{0C430AE2-F57F-8252-FE09-0C1BDCB7C8F7}"/>
              </a:ext>
            </a:extLst>
          </p:cNvPr>
          <p:cNvSpPr>
            <a:spLocks noGrp="1"/>
          </p:cNvSpPr>
          <p:nvPr/>
        </p:nvSpPr>
        <p:spPr>
          <a:xfrm>
            <a:off x="4261499" y="5947176"/>
            <a:ext cx="4264348" cy="9621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491" b="0">
                <a:solidFill>
                  <a:srgbClr val="66756D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750" dirty="0" err="1">
                <a:latin typeface="페이퍼로지 5 Medium"/>
                <a:ea typeface="페이퍼로지 5 Medium"/>
                <a:cs typeface="페이퍼로지 5 Medium"/>
              </a:rPr>
              <a:t>녹차수</a:t>
            </a:r>
            <a:r>
              <a:rPr sz="750" dirty="0">
                <a:latin typeface="페이퍼로지 5 Medium"/>
                <a:ea typeface="페이퍼로지 5 Medium"/>
                <a:cs typeface="페이퍼로지 5 Medium"/>
              </a:rPr>
              <a:t>, </a:t>
            </a:r>
            <a:r>
              <a:rPr sz="750" dirty="0" err="1">
                <a:latin typeface="페이퍼로지 5 Medium"/>
                <a:ea typeface="페이퍼로지 5 Medium"/>
                <a:cs typeface="페이퍼로지 5 Medium"/>
              </a:rPr>
              <a:t>녹차잎</a:t>
            </a:r>
            <a:r>
              <a:rPr sz="750" dirty="0">
                <a:latin typeface="페이퍼로지 5 Medium"/>
                <a:ea typeface="페이퍼로지 5 Medium"/>
                <a:cs typeface="페이퍼로지 5 Medium"/>
              </a:rPr>
              <a:t>, </a:t>
            </a:r>
            <a:r>
              <a:rPr sz="750" dirty="0" err="1">
                <a:latin typeface="페이퍼로지 5 Medium"/>
                <a:ea typeface="페이퍼로지 5 Medium"/>
                <a:cs typeface="페이퍼로지 5 Medium"/>
              </a:rPr>
              <a:t>녹차오일</a:t>
            </a:r>
            <a:r>
              <a:rPr sz="750" dirty="0">
                <a:latin typeface="페이퍼로지 5 Medium"/>
                <a:ea typeface="페이퍼로지 5 Medium"/>
                <a:cs typeface="페이퍼로지 5 Medium"/>
              </a:rPr>
              <a:t>, </a:t>
            </a:r>
            <a:r>
              <a:rPr sz="750" dirty="0" err="1">
                <a:latin typeface="페이퍼로지 5 Medium"/>
                <a:ea typeface="페이퍼로지 5 Medium"/>
                <a:cs typeface="페이퍼로지 5 Medium"/>
              </a:rPr>
              <a:t>EGCG가</a:t>
            </a:r>
            <a:r>
              <a:rPr lang="en-US" sz="750" dirty="0"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750" dirty="0" err="1">
                <a:latin typeface="페이퍼로지 5 Medium"/>
                <a:ea typeface="페이퍼로지 5 Medium"/>
                <a:cs typeface="페이퍼로지 5 Medium"/>
              </a:rPr>
              <a:t>피부를</a:t>
            </a:r>
            <a:r>
              <a:rPr lang="en-US" sz="750" dirty="0"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750" dirty="0" err="1">
                <a:latin typeface="페이퍼로지 5 Medium"/>
                <a:ea typeface="페이퍼로지 5 Medium"/>
                <a:cs typeface="페이퍼로지 5 Medium"/>
              </a:rPr>
              <a:t>정화하고</a:t>
            </a:r>
            <a:r>
              <a:rPr lang="en-US" sz="750" dirty="0"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750" dirty="0" err="1">
                <a:latin typeface="페이퍼로지 5 Medium"/>
                <a:ea typeface="페이퍼로지 5 Medium"/>
                <a:cs typeface="페이퍼로지 5 Medium"/>
              </a:rPr>
              <a:t>피지</a:t>
            </a:r>
            <a:r>
              <a:rPr lang="en-US" sz="750" dirty="0"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750" dirty="0" err="1">
                <a:latin typeface="페이퍼로지 5 Medium"/>
                <a:ea typeface="페이퍼로지 5 Medium"/>
                <a:cs typeface="페이퍼로지 5 Medium"/>
              </a:rPr>
              <a:t>조절과</a:t>
            </a:r>
            <a:r>
              <a:rPr lang="en-US" sz="750" dirty="0"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750" dirty="0" err="1">
                <a:latin typeface="페이퍼로지 5 Medium"/>
                <a:ea typeface="페이퍼로지 5 Medium"/>
                <a:cs typeface="페이퍼로지 5 Medium"/>
              </a:rPr>
              <a:t>즉각적인</a:t>
            </a:r>
            <a:r>
              <a:rPr lang="en-US" sz="750" dirty="0"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750" dirty="0" err="1">
                <a:latin typeface="페이퍼로지 5 Medium"/>
                <a:ea typeface="페이퍼로지 5 Medium"/>
                <a:cs typeface="페이퍼로지 5 Medium"/>
              </a:rPr>
              <a:t>쿨링</a:t>
            </a:r>
            <a:r>
              <a:rPr lang="en-US" sz="750" dirty="0"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750" dirty="0" err="1">
                <a:latin typeface="페이퍼로지 5 Medium"/>
                <a:ea typeface="페이퍼로지 5 Medium"/>
                <a:cs typeface="페이퍼로지 5 Medium"/>
              </a:rPr>
              <a:t>케어를</a:t>
            </a:r>
            <a:r>
              <a:rPr lang="en-US" sz="750" dirty="0">
                <a:latin typeface="페이퍼로지 5 Medium"/>
                <a:ea typeface="페이퍼로지 5 Medium"/>
                <a:cs typeface="페이퍼로지 5 Medium"/>
              </a:rPr>
              <a:t> </a:t>
            </a:r>
            <a:r>
              <a:rPr sz="750" dirty="0" err="1">
                <a:latin typeface="페이퍼로지 5 Medium"/>
                <a:ea typeface="페이퍼로지 5 Medium"/>
                <a:cs typeface="페이퍼로지 5 Medium"/>
              </a:rPr>
              <a:t>돕습니다</a:t>
            </a:r>
            <a:r>
              <a:rPr sz="750" dirty="0">
                <a:latin typeface="페이퍼로지 5 Medium"/>
                <a:ea typeface="페이퍼로지 5 Medium"/>
                <a:cs typeface="페이퍼로지 5 Medium"/>
              </a:rPr>
              <a:t>. </a:t>
            </a:r>
            <a:endParaRPr sz="750" b="0" dirty="0">
              <a:latin typeface="페이퍼로지 5 Medium"/>
              <a:ea typeface="페이퍼로지 5 Medium"/>
              <a:cs typeface="페이퍼로지 5 Medium"/>
            </a:endParaRPr>
          </a:p>
        </p:txBody>
      </p:sp>
      <p:pic>
        <p:nvPicPr>
          <p:cNvPr id="780" name="VEGAN icon"/>
          <p:cNvPicPr>
            <a:picLocks noChangeAspect="1"/>
          </p:cNvPicPr>
          <p:nvPr/>
        </p:nvPicPr>
        <p:blipFill>
          <a:blip r:embed="rId4"/>
          <a:srcRect l="66667"/>
          <a:stretch/>
        </p:blipFill>
        <p:spPr>
          <a:xfrm>
            <a:off x="10140695" y="652332"/>
            <a:ext cx="434362" cy="434363"/>
          </a:xfrm>
          <a:prstGeom prst="rect">
            <a:avLst/>
          </a:prstGeom>
        </p:spPr>
      </p:pic>
      <p:sp>
        <p:nvSpPr>
          <p:cNvPr id="522" name="pictogram-label-vegan">
            <a:extLst>
              <a:ext uri="{FF2B5EF4-FFF2-40B4-BE49-F238E27FC236}">
                <a16:creationId xmlns:a16="http://schemas.microsoft.com/office/drawing/2014/main" id="{DE2F9DB4-C6A0-80A3-60B5-2448FF2D2B2A}"/>
              </a:ext>
            </a:extLst>
          </p:cNvPr>
          <p:cNvSpPr>
            <a:spLocks noGrp="1"/>
          </p:cNvSpPr>
          <p:nvPr/>
        </p:nvSpPr>
        <p:spPr>
          <a:xfrm>
            <a:off x="10140694" y="1174014"/>
            <a:ext cx="434363" cy="12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rPr>
              <a:t>VEGAN</a:t>
            </a:r>
          </a:p>
        </p:txBody>
      </p:sp>
      <p:sp>
        <p:nvSpPr>
          <p:cNvPr id="20" name="concept-title">
            <a:extLst>
              <a:ext uri="{FF2B5EF4-FFF2-40B4-BE49-F238E27FC236}">
                <a16:creationId xmlns:a16="http://schemas.microsoft.com/office/drawing/2014/main" id="{C4658E3B-8F8C-1A94-ED1C-E21EBE59E053}"/>
              </a:ext>
            </a:extLst>
          </p:cNvPr>
          <p:cNvSpPr>
            <a:spLocks noGrp="1"/>
          </p:cNvSpPr>
          <p:nvPr/>
        </p:nvSpPr>
        <p:spPr>
          <a:xfrm>
            <a:off x="3725495" y="2506697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1800" b="0" dirty="0">
                <a:solidFill>
                  <a:srgbClr val="41652E"/>
                </a:solidFill>
                <a:latin typeface="Paperlogy 7 Bold"/>
                <a:ea typeface="Paperlogy 7 Bold"/>
                <a:cs typeface="Paperlogy 7 Bold"/>
              </a:rPr>
              <a:t>녹차 유래 성분으로 산뜻한 피지 </a:t>
            </a:r>
            <a:r>
              <a:rPr lang="en-US" altLang="ko-KR" sz="1800" b="0" dirty="0">
                <a:solidFill>
                  <a:srgbClr val="41652E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lang="ko-KR" altLang="en-US" sz="1800" b="0" dirty="0">
                <a:solidFill>
                  <a:srgbClr val="41652E"/>
                </a:solidFill>
                <a:latin typeface="Paperlogy 7 Bold"/>
                <a:ea typeface="Paperlogy 7 Bold"/>
                <a:cs typeface="Paperlogy 7 Bold"/>
              </a:rPr>
              <a:t>모공 케어</a:t>
            </a:r>
            <a:endParaRPr sz="1800" b="0" dirty="0">
              <a:solidFill>
                <a:srgbClr val="41652E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22" name="concept-body">
            <a:extLst>
              <a:ext uri="{FF2B5EF4-FFF2-40B4-BE49-F238E27FC236}">
                <a16:creationId xmlns:a16="http://schemas.microsoft.com/office/drawing/2014/main" id="{2FD9BB1A-3CC2-13F7-8E02-66680B8A5B4B}"/>
              </a:ext>
            </a:extLst>
          </p:cNvPr>
          <p:cNvSpPr>
            <a:spLocks noGrp="1"/>
          </p:cNvSpPr>
          <p:nvPr/>
        </p:nvSpPr>
        <p:spPr>
          <a:xfrm>
            <a:off x="3725495" y="2979197"/>
            <a:ext cx="6298256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1050" b="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녹차수</a:t>
            </a:r>
            <a:r>
              <a:rPr lang="en-US" altLang="ko-KR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, </a:t>
            </a:r>
            <a:r>
              <a:rPr lang="ko-KR" altLang="en-US" sz="1050" b="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녹차잎</a:t>
            </a:r>
            <a:r>
              <a:rPr lang="en-US" altLang="ko-KR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, </a:t>
            </a:r>
            <a:r>
              <a:rPr lang="ko-KR" altLang="en-US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녹차오일과 </a:t>
            </a:r>
            <a:r>
              <a:rPr lang="en-US" altLang="ko-KR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EGCG</a:t>
            </a:r>
            <a:r>
              <a:rPr lang="ko-KR" altLang="en-US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를 담아 피지와 모공 노폐물을 산뜻하게 정돈하고 </a:t>
            </a:r>
            <a:r>
              <a:rPr lang="ko-KR" altLang="en-US" sz="1050" b="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쿨링감</a:t>
            </a:r>
            <a:r>
              <a:rPr lang="ko-KR" altLang="en-US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있는 청정 케어를 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제공합니다</a:t>
            </a:r>
            <a:r>
              <a:rPr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 </a:t>
            </a:r>
          </a:p>
        </p:txBody>
      </p:sp>
      <p:sp>
        <p:nvSpPr>
          <p:cNvPr id="32" name="concept-title">
            <a:extLst>
              <a:ext uri="{FF2B5EF4-FFF2-40B4-BE49-F238E27FC236}">
                <a16:creationId xmlns:a16="http://schemas.microsoft.com/office/drawing/2014/main" id="{F54EC6D8-B29A-D4D1-AB3C-AA498E3BA967}"/>
              </a:ext>
            </a:extLst>
          </p:cNvPr>
          <p:cNvSpPr>
            <a:spLocks noGrp="1"/>
          </p:cNvSpPr>
          <p:nvPr/>
        </p:nvSpPr>
        <p:spPr>
          <a:xfrm>
            <a:off x="3725496" y="3484248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1800" b="0" dirty="0">
                <a:solidFill>
                  <a:srgbClr val="41652E"/>
                </a:solidFill>
                <a:latin typeface="Paperlogy 7 Bold"/>
                <a:ea typeface="Paperlogy 7 Bold"/>
                <a:cs typeface="Paperlogy 7 Bold"/>
              </a:rPr>
              <a:t>팩부터 세안까지 간편하게</a:t>
            </a:r>
            <a:endParaRPr sz="1800" b="0" dirty="0">
              <a:solidFill>
                <a:srgbClr val="41652E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34" name="concept-body">
            <a:extLst>
              <a:ext uri="{FF2B5EF4-FFF2-40B4-BE49-F238E27FC236}">
                <a16:creationId xmlns:a16="http://schemas.microsoft.com/office/drawing/2014/main" id="{CB43567D-DD9E-5B4A-F029-F8D4CF518542}"/>
              </a:ext>
            </a:extLst>
          </p:cNvPr>
          <p:cNvSpPr>
            <a:spLocks noGrp="1"/>
          </p:cNvSpPr>
          <p:nvPr/>
        </p:nvSpPr>
        <p:spPr>
          <a:xfrm>
            <a:off x="3725496" y="3956748"/>
            <a:ext cx="6298256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얼굴 전체에 펴 바르고 약 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10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분간 팩처럼 사용한 뒤 미온수로 헹구는 사용법으로 바쁜 소비자도 쉽게 사용할 수 있습니다</a:t>
            </a:r>
            <a:r>
              <a:rPr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098531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D64EA-852D-EFE1-B92B-3D3886633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그림 67">
            <a:extLst>
              <a:ext uri="{FF2B5EF4-FFF2-40B4-BE49-F238E27FC236}">
                <a16:creationId xmlns:a16="http://schemas.microsoft.com/office/drawing/2014/main" id="{833C6109-284A-CA5A-E269-2FEA91ED0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" r="54"/>
          <a:stretch/>
        </p:blipFill>
        <p:spPr>
          <a:xfrm>
            <a:off x="100238" y="105000"/>
            <a:ext cx="3341250" cy="7350000"/>
          </a:xfrm>
          <a:prstGeom prst="rect">
            <a:avLst/>
          </a:prstGeom>
        </p:spPr>
      </p:pic>
      <p:sp>
        <p:nvSpPr>
          <p:cNvPr id="50" name="left-title-panel">
            <a:extLst>
              <a:ext uri="{FF2B5EF4-FFF2-40B4-BE49-F238E27FC236}">
                <a16:creationId xmlns:a16="http://schemas.microsoft.com/office/drawing/2014/main" id="{BA227CC5-3470-B001-91D1-AD8EE97346AA}"/>
              </a:ext>
            </a:extLst>
          </p:cNvPr>
          <p:cNvSpPr>
            <a:spLocks noGrp="1"/>
          </p:cNvSpPr>
          <p:nvPr/>
        </p:nvSpPr>
        <p:spPr>
          <a:xfrm>
            <a:off x="250594" y="294000"/>
            <a:ext cx="2923594" cy="1848000"/>
          </a:xfrm>
          <a:prstGeom prst="rect">
            <a:avLst/>
          </a:prstGeom>
          <a:solidFill>
            <a:srgbClr val="FAF2ED"/>
          </a:solidFill>
          <a:ln w="7620">
            <a:solidFill>
              <a:srgbClr val="D1C0A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left-info-outline">
            <a:extLst>
              <a:ext uri="{FF2B5EF4-FFF2-40B4-BE49-F238E27FC236}">
                <a16:creationId xmlns:a16="http://schemas.microsoft.com/office/drawing/2014/main" id="{5127AA2B-3DD4-5074-CFF8-D9488B3DAF51}"/>
              </a:ext>
            </a:extLst>
          </p:cNvPr>
          <p:cNvSpPr>
            <a:spLocks noGrp="1"/>
          </p:cNvSpPr>
          <p:nvPr/>
        </p:nvSpPr>
        <p:spPr>
          <a:xfrm>
            <a:off x="200475" y="6720000"/>
            <a:ext cx="3140775" cy="609000"/>
          </a:xfrm>
          <a:prstGeom prst="rect">
            <a:avLst/>
          </a:prstGeom>
          <a:solidFill>
            <a:srgbClr val="765849">
              <a:alpha val="36000"/>
            </a:srgbClr>
          </a:solidFill>
          <a:ln w="6191">
            <a:solidFill>
              <a:srgbClr val="E6EEE7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outer-border">
            <a:extLst>
              <a:ext uri="{FF2B5EF4-FFF2-40B4-BE49-F238E27FC236}">
                <a16:creationId xmlns:a16="http://schemas.microsoft.com/office/drawing/2014/main" id="{0DE3CEED-E858-C1E5-A1E5-BFF638F586D4}"/>
              </a:ext>
            </a:extLst>
          </p:cNvPr>
          <p:cNvSpPr>
            <a:spLocks noGrp="1"/>
          </p:cNvSpPr>
          <p:nvPr/>
        </p:nvSpPr>
        <p:spPr>
          <a:xfrm>
            <a:off x="100238" y="105000"/>
            <a:ext cx="10491525" cy="7350000"/>
          </a:xfrm>
          <a:prstGeom prst="rect">
            <a:avLst/>
          </a:prstGeom>
          <a:noFill/>
          <a:ln w="10478">
            <a:solidFill>
              <a:srgbClr val="E5D8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image-panel-divider">
            <a:extLst>
              <a:ext uri="{FF2B5EF4-FFF2-40B4-BE49-F238E27FC236}">
                <a16:creationId xmlns:a16="http://schemas.microsoft.com/office/drawing/2014/main" id="{05845D1A-C30B-8C5D-9237-C4E6862BF343}"/>
              </a:ext>
            </a:extLst>
          </p:cNvPr>
          <p:cNvSpPr>
            <a:spLocks noGrp="1"/>
          </p:cNvSpPr>
          <p:nvPr/>
        </p:nvSpPr>
        <p:spPr>
          <a:xfrm>
            <a:off x="3441488" y="105000"/>
            <a:ext cx="0" cy="7350000"/>
          </a:xfrm>
          <a:prstGeom prst="line">
            <a:avLst/>
          </a:prstGeom>
          <a:noFill/>
          <a:ln w="19050">
            <a:solidFill>
              <a:srgbClr val="685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left-product-title">
            <a:extLst>
              <a:ext uri="{FF2B5EF4-FFF2-40B4-BE49-F238E27FC236}">
                <a16:creationId xmlns:a16="http://schemas.microsoft.com/office/drawing/2014/main" id="{2FDE3738-45F9-5971-8937-F6B6326CD84C}"/>
              </a:ext>
            </a:extLst>
          </p:cNvPr>
          <p:cNvSpPr>
            <a:spLocks noGrp="1"/>
          </p:cNvSpPr>
          <p:nvPr/>
        </p:nvSpPr>
        <p:spPr>
          <a:xfrm>
            <a:off x="434363" y="808500"/>
            <a:ext cx="2422406" cy="77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2000"/>
              </a:lnSpc>
              <a:defRPr sz="2250" b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2250" dirty="0" err="1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폴리글루타믹</a:t>
            </a:r>
            <a:endParaRPr lang="en-US" altLang="ko-KR" sz="2250" dirty="0">
              <a:solidFill>
                <a:srgbClr val="26362F"/>
              </a:solidFill>
              <a:latin typeface="Paperlogy 7 Bold"/>
              <a:ea typeface="Paperlogy 7 Bold"/>
              <a:cs typeface="Paperlogy 7 Bold"/>
            </a:endParaRPr>
          </a:p>
          <a:p>
            <a:pPr>
              <a:lnSpc>
                <a:spcPct val="92000"/>
              </a:lnSpc>
              <a:defRPr sz="2250" b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2250" dirty="0" err="1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텐션</a:t>
            </a:r>
            <a:r>
              <a:rPr lang="ko-KR" altLang="en-US" sz="2250" dirty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 앰플</a:t>
            </a:r>
            <a:endParaRPr lang="en-US" altLang="ko-KR" sz="2250" dirty="0">
              <a:solidFill>
                <a:srgbClr val="26362F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6" name="left-title-rule">
            <a:extLst>
              <a:ext uri="{FF2B5EF4-FFF2-40B4-BE49-F238E27FC236}">
                <a16:creationId xmlns:a16="http://schemas.microsoft.com/office/drawing/2014/main" id="{F639E058-D768-B71D-D00A-BF4AE2210AD4}"/>
              </a:ext>
            </a:extLst>
          </p:cNvPr>
          <p:cNvSpPr>
            <a:spLocks noGrp="1"/>
          </p:cNvSpPr>
          <p:nvPr/>
        </p:nvSpPr>
        <p:spPr>
          <a:xfrm>
            <a:off x="434363" y="1659000"/>
            <a:ext cx="517894" cy="0"/>
          </a:xfrm>
          <a:prstGeom prst="line">
            <a:avLst/>
          </a:prstGeom>
          <a:noFill/>
          <a:ln w="28575">
            <a:solidFill>
              <a:srgbClr val="685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left-tagline">
            <a:extLst>
              <a:ext uri="{FF2B5EF4-FFF2-40B4-BE49-F238E27FC236}">
                <a16:creationId xmlns:a16="http://schemas.microsoft.com/office/drawing/2014/main" id="{70DDDEC2-017C-FCA7-1D11-224BF8AB70FB}"/>
              </a:ext>
            </a:extLst>
          </p:cNvPr>
          <p:cNvSpPr>
            <a:spLocks noGrp="1"/>
          </p:cNvSpPr>
          <p:nvPr/>
        </p:nvSpPr>
        <p:spPr>
          <a:xfrm>
            <a:off x="434363" y="1774500"/>
            <a:ext cx="2388994" cy="23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00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altLang="ko-KR" sz="900" dirty="0">
                <a:solidFill>
                  <a:srgbClr val="685132"/>
                </a:solidFill>
                <a:latin typeface="Paperlogy 5 Medium"/>
                <a:ea typeface="Paperlogy 5 Medium"/>
                <a:cs typeface="Paperlogy 5 Medium"/>
              </a:rPr>
              <a:t>Polyglutamic Tension Ampoule</a:t>
            </a:r>
            <a:endParaRPr lang="ko-KR" altLang="en-US" sz="900" dirty="0">
              <a:solidFill>
                <a:srgbClr val="685132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9" name="left-info-label-1">
            <a:extLst>
              <a:ext uri="{FF2B5EF4-FFF2-40B4-BE49-F238E27FC236}">
                <a16:creationId xmlns:a16="http://schemas.microsoft.com/office/drawing/2014/main" id="{9D3CDEFE-DA9B-174F-0F28-D6C2776EE408}"/>
              </a:ext>
            </a:extLst>
          </p:cNvPr>
          <p:cNvSpPr>
            <a:spLocks noGrp="1"/>
          </p:cNvSpPr>
          <p:nvPr/>
        </p:nvSpPr>
        <p:spPr>
          <a:xfrm>
            <a:off x="258947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LAB NO.</a:t>
            </a:r>
          </a:p>
        </p:txBody>
      </p:sp>
      <p:sp>
        <p:nvSpPr>
          <p:cNvPr id="10" name="left-info-value-1">
            <a:extLst>
              <a:ext uri="{FF2B5EF4-FFF2-40B4-BE49-F238E27FC236}">
                <a16:creationId xmlns:a16="http://schemas.microsoft.com/office/drawing/2014/main" id="{E6A03240-476B-EC0B-D011-26521D33730E}"/>
              </a:ext>
            </a:extLst>
          </p:cNvPr>
          <p:cNvSpPr>
            <a:spLocks noGrp="1"/>
          </p:cNvSpPr>
          <p:nvPr/>
        </p:nvSpPr>
        <p:spPr>
          <a:xfrm>
            <a:off x="258947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#260915-5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1" name="left-info-label-2">
            <a:extLst>
              <a:ext uri="{FF2B5EF4-FFF2-40B4-BE49-F238E27FC236}">
                <a16:creationId xmlns:a16="http://schemas.microsoft.com/office/drawing/2014/main" id="{E0B99849-02DB-C883-F880-5D68EB7AFAFF}"/>
              </a:ext>
            </a:extLst>
          </p:cNvPr>
          <p:cNvSpPr>
            <a:spLocks noGrp="1"/>
          </p:cNvSpPr>
          <p:nvPr/>
        </p:nvSpPr>
        <p:spPr>
          <a:xfrm>
            <a:off x="868725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기능성</a:t>
            </a:r>
          </a:p>
        </p:txBody>
      </p:sp>
      <p:sp>
        <p:nvSpPr>
          <p:cNvPr id="12" name="left-info-value-2">
            <a:extLst>
              <a:ext uri="{FF2B5EF4-FFF2-40B4-BE49-F238E27FC236}">
                <a16:creationId xmlns:a16="http://schemas.microsoft.com/office/drawing/2014/main" id="{2FFFF603-D442-92FC-5ED1-62CBB3711C6D}"/>
              </a:ext>
            </a:extLst>
          </p:cNvPr>
          <p:cNvSpPr>
            <a:spLocks noGrp="1"/>
          </p:cNvSpPr>
          <p:nvPr/>
        </p:nvSpPr>
        <p:spPr>
          <a:xfrm>
            <a:off x="868725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주름</a:t>
            </a:r>
            <a:r>
              <a:rPr lang="en-US" altLang="ko-KR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•</a:t>
            </a:r>
            <a:r>
              <a:rPr lang="ko-KR" alt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미백</a:t>
            </a:r>
          </a:p>
        </p:txBody>
      </p:sp>
      <p:sp>
        <p:nvSpPr>
          <p:cNvPr id="13" name="left-info-label-3">
            <a:extLst>
              <a:ext uri="{FF2B5EF4-FFF2-40B4-BE49-F238E27FC236}">
                <a16:creationId xmlns:a16="http://schemas.microsoft.com/office/drawing/2014/main" id="{DAE3A0AC-9AFF-A491-5857-6732E9C9E254}"/>
              </a:ext>
            </a:extLst>
          </p:cNvPr>
          <p:cNvSpPr>
            <a:spLocks noGrp="1"/>
          </p:cNvSpPr>
          <p:nvPr/>
        </p:nvSpPr>
        <p:spPr>
          <a:xfrm>
            <a:off x="1478503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제형</a:t>
            </a:r>
          </a:p>
        </p:txBody>
      </p:sp>
      <p:sp>
        <p:nvSpPr>
          <p:cNvPr id="14" name="left-info-value-3">
            <a:extLst>
              <a:ext uri="{FF2B5EF4-FFF2-40B4-BE49-F238E27FC236}">
                <a16:creationId xmlns:a16="http://schemas.microsoft.com/office/drawing/2014/main" id="{456F7B2D-0F75-07F2-09B2-F3B3C373CF19}"/>
              </a:ext>
            </a:extLst>
          </p:cNvPr>
          <p:cNvSpPr>
            <a:spLocks noGrp="1"/>
          </p:cNvSpPr>
          <p:nvPr/>
        </p:nvSpPr>
        <p:spPr>
          <a:xfrm>
            <a:off x="1478503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연한</a:t>
            </a:r>
            <a:r>
              <a:rPr lang="en-US" altLang="ko-KR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 </a:t>
            </a:r>
            <a:r>
              <a:rPr lang="ko-KR" altLang="en-US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갈색</a:t>
            </a:r>
            <a:endParaRPr lang="en-US" altLang="ko-KR"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투명 점성 액상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5" name="left-info-label-4">
            <a:extLst>
              <a:ext uri="{FF2B5EF4-FFF2-40B4-BE49-F238E27FC236}">
                <a16:creationId xmlns:a16="http://schemas.microsoft.com/office/drawing/2014/main" id="{E3067015-7D0E-19CB-691A-E922EAA23566}"/>
              </a:ext>
            </a:extLst>
          </p:cNvPr>
          <p:cNvSpPr>
            <a:spLocks noGrp="1"/>
          </p:cNvSpPr>
          <p:nvPr/>
        </p:nvSpPr>
        <p:spPr>
          <a:xfrm>
            <a:off x="2088281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제품군</a:t>
            </a:r>
          </a:p>
        </p:txBody>
      </p:sp>
      <p:sp>
        <p:nvSpPr>
          <p:cNvPr id="16" name="left-info-value-4">
            <a:extLst>
              <a:ext uri="{FF2B5EF4-FFF2-40B4-BE49-F238E27FC236}">
                <a16:creationId xmlns:a16="http://schemas.microsoft.com/office/drawing/2014/main" id="{F4E5D5AE-E380-7799-6013-256B9A79DC1D}"/>
              </a:ext>
            </a:extLst>
          </p:cNvPr>
          <p:cNvSpPr>
            <a:spLocks noGrp="1"/>
          </p:cNvSpPr>
          <p:nvPr/>
        </p:nvSpPr>
        <p:spPr>
          <a:xfrm>
            <a:off x="2088281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앰플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7" name="left-info-label-5">
            <a:extLst>
              <a:ext uri="{FF2B5EF4-FFF2-40B4-BE49-F238E27FC236}">
                <a16:creationId xmlns:a16="http://schemas.microsoft.com/office/drawing/2014/main" id="{0D132AAA-AE98-37A9-E54D-C35D2C24B8AE}"/>
              </a:ext>
            </a:extLst>
          </p:cNvPr>
          <p:cNvSpPr>
            <a:spLocks noGrp="1"/>
          </p:cNvSpPr>
          <p:nvPr/>
        </p:nvSpPr>
        <p:spPr>
          <a:xfrm>
            <a:off x="2698059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패키지</a:t>
            </a:r>
          </a:p>
        </p:txBody>
      </p:sp>
      <p:sp>
        <p:nvSpPr>
          <p:cNvPr id="18" name="left-info-value-5">
            <a:extLst>
              <a:ext uri="{FF2B5EF4-FFF2-40B4-BE49-F238E27FC236}">
                <a16:creationId xmlns:a16="http://schemas.microsoft.com/office/drawing/2014/main" id="{0A7DBADE-2137-8187-6F48-951D971EF4C3}"/>
              </a:ext>
            </a:extLst>
          </p:cNvPr>
          <p:cNvSpPr>
            <a:spLocks noGrp="1"/>
          </p:cNvSpPr>
          <p:nvPr/>
        </p:nvSpPr>
        <p:spPr>
          <a:xfrm>
            <a:off x="2698059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dirty="0" err="1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스포이드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9" name="proposal-number">
            <a:extLst>
              <a:ext uri="{FF2B5EF4-FFF2-40B4-BE49-F238E27FC236}">
                <a16:creationId xmlns:a16="http://schemas.microsoft.com/office/drawing/2014/main" id="{67A7B69F-1C6D-01FA-F06D-43EF4F357DFC}"/>
              </a:ext>
            </a:extLst>
          </p:cNvPr>
          <p:cNvSpPr>
            <a:spLocks noGrp="1"/>
          </p:cNvSpPr>
          <p:nvPr/>
        </p:nvSpPr>
        <p:spPr>
          <a:xfrm>
            <a:off x="9439031" y="336000"/>
            <a:ext cx="868725" cy="33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5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5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No. 0</a:t>
            </a:r>
            <a:r>
              <a:rPr lang="en-US" sz="150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9</a:t>
            </a:r>
            <a:endParaRPr sz="1500" b="0" dirty="0">
              <a:solidFill>
                <a:srgbClr val="315F4B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23" name="intro-accent-line">
            <a:extLst>
              <a:ext uri="{FF2B5EF4-FFF2-40B4-BE49-F238E27FC236}">
                <a16:creationId xmlns:a16="http://schemas.microsoft.com/office/drawing/2014/main" id="{3AFEB9C6-72EB-C9B8-87D7-536EA35A7A85}"/>
              </a:ext>
            </a:extLst>
          </p:cNvPr>
          <p:cNvSpPr>
            <a:spLocks noGrp="1"/>
          </p:cNvSpPr>
          <p:nvPr/>
        </p:nvSpPr>
        <p:spPr>
          <a:xfrm>
            <a:off x="3742200" y="451500"/>
            <a:ext cx="0" cy="672000"/>
          </a:xfrm>
          <a:prstGeom prst="line">
            <a:avLst/>
          </a:prstGeom>
          <a:noFill/>
          <a:ln w="19050">
            <a:solidFill>
              <a:srgbClr val="6851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intro-title">
            <a:extLst>
              <a:ext uri="{FF2B5EF4-FFF2-40B4-BE49-F238E27FC236}">
                <a16:creationId xmlns:a16="http://schemas.microsoft.com/office/drawing/2014/main" id="{D9A4C0A3-E1E4-3E8C-3834-D620160E8D9A}"/>
              </a:ext>
            </a:extLst>
          </p:cNvPr>
          <p:cNvSpPr>
            <a:spLocks noGrp="1"/>
          </p:cNvSpPr>
          <p:nvPr/>
        </p:nvSpPr>
        <p:spPr>
          <a:xfrm>
            <a:off x="3931537" y="532000"/>
            <a:ext cx="5178938" cy="5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12000"/>
              </a:lnSpc>
              <a:defRPr sz="1275" b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수분을 끌어당기고</a:t>
            </a:r>
            <a:r>
              <a:rPr lang="en-US" altLang="ko-KR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, </a:t>
            </a:r>
            <a:r>
              <a:rPr lang="ko-KR" altLang="en-US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감싸고</a:t>
            </a:r>
            <a:r>
              <a:rPr lang="en-US" altLang="ko-KR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, </a:t>
            </a:r>
            <a:r>
              <a:rPr lang="ko-KR" altLang="en-US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지켜주는</a:t>
            </a:r>
            <a:endParaRPr lang="en-US" altLang="ko-KR" sz="1275" dirty="0">
              <a:solidFill>
                <a:srgbClr val="26362F"/>
              </a:solidFill>
              <a:latin typeface="Paperlogy 5 Medium"/>
              <a:ea typeface="Paperlogy 5 Medium"/>
              <a:cs typeface="Paperlogy 5 Medium"/>
            </a:endParaRPr>
          </a:p>
          <a:p>
            <a:pPr>
              <a:lnSpc>
                <a:spcPct val="112000"/>
              </a:lnSpc>
              <a:defRPr sz="1275" b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altLang="ko-KR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3</a:t>
            </a:r>
            <a:r>
              <a:rPr lang="ko-KR" altLang="en-US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중 보습 케어</a:t>
            </a:r>
          </a:p>
        </p:txBody>
      </p:sp>
      <p:sp>
        <p:nvSpPr>
          <p:cNvPr id="26" name="concept-band">
            <a:extLst>
              <a:ext uri="{FF2B5EF4-FFF2-40B4-BE49-F238E27FC236}">
                <a16:creationId xmlns:a16="http://schemas.microsoft.com/office/drawing/2014/main" id="{FC964CAF-D23D-17C6-3E89-D1A7B3B981BD}"/>
              </a:ext>
            </a:extLst>
          </p:cNvPr>
          <p:cNvSpPr>
            <a:spLocks noGrp="1"/>
          </p:cNvSpPr>
          <p:nvPr/>
        </p:nvSpPr>
        <p:spPr>
          <a:xfrm>
            <a:off x="3441488" y="1343999"/>
            <a:ext cx="7150275" cy="3028825"/>
          </a:xfrm>
          <a:prstGeom prst="rect">
            <a:avLst/>
          </a:prstGeom>
          <a:solidFill>
            <a:srgbClr val="FAF2E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concept-band-accent">
            <a:extLst>
              <a:ext uri="{FF2B5EF4-FFF2-40B4-BE49-F238E27FC236}">
                <a16:creationId xmlns:a16="http://schemas.microsoft.com/office/drawing/2014/main" id="{A9D1EE24-2244-9009-C9F7-71D6C52D9810}"/>
              </a:ext>
            </a:extLst>
          </p:cNvPr>
          <p:cNvSpPr>
            <a:spLocks noGrp="1"/>
          </p:cNvSpPr>
          <p:nvPr/>
        </p:nvSpPr>
        <p:spPr>
          <a:xfrm>
            <a:off x="3441488" y="1343999"/>
            <a:ext cx="83531" cy="3028825"/>
          </a:xfrm>
          <a:prstGeom prst="rect">
            <a:avLst/>
          </a:prstGeom>
          <a:solidFill>
            <a:srgbClr val="68513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concept-title">
            <a:extLst>
              <a:ext uri="{FF2B5EF4-FFF2-40B4-BE49-F238E27FC236}">
                <a16:creationId xmlns:a16="http://schemas.microsoft.com/office/drawing/2014/main" id="{30D725BB-1CB9-8F4C-D759-AD60F3A23B6B}"/>
              </a:ext>
            </a:extLst>
          </p:cNvPr>
          <p:cNvSpPr>
            <a:spLocks noGrp="1"/>
          </p:cNvSpPr>
          <p:nvPr/>
        </p:nvSpPr>
        <p:spPr>
          <a:xfrm>
            <a:off x="3725494" y="1575000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dirty="0" err="1">
                <a:solidFill>
                  <a:srgbClr val="685132"/>
                </a:solidFill>
                <a:latin typeface="Paperlogy 7 Bold"/>
                <a:ea typeface="Paperlogy 7 Bold"/>
                <a:cs typeface="Paperlogy 7 Bold"/>
              </a:rPr>
              <a:t>폴리글루타믹산의</a:t>
            </a:r>
            <a:r>
              <a:rPr lang="ko-KR" altLang="en-US" dirty="0">
                <a:solidFill>
                  <a:srgbClr val="685132"/>
                </a:solidFill>
                <a:latin typeface="Paperlogy 7 Bold"/>
                <a:ea typeface="Paperlogy 7 Bold"/>
                <a:cs typeface="Paperlogy 7 Bold"/>
              </a:rPr>
              <a:t> 강력한 수분 결합력</a:t>
            </a:r>
          </a:p>
        </p:txBody>
      </p:sp>
      <p:sp>
        <p:nvSpPr>
          <p:cNvPr id="29" name="concept-body">
            <a:extLst>
              <a:ext uri="{FF2B5EF4-FFF2-40B4-BE49-F238E27FC236}">
                <a16:creationId xmlns:a16="http://schemas.microsoft.com/office/drawing/2014/main" id="{ABD4733B-FD6E-824C-24F1-63FEB62FC142}"/>
              </a:ext>
            </a:extLst>
          </p:cNvPr>
          <p:cNvSpPr>
            <a:spLocks noGrp="1"/>
          </p:cNvSpPr>
          <p:nvPr/>
        </p:nvSpPr>
        <p:spPr>
          <a:xfrm>
            <a:off x="3725494" y="2047500"/>
            <a:ext cx="6298256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10000"/>
              </a:lnSpc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폴리글루타믹애씨드가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자기 무게의 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1,000~5,000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배 수분을 끌어당기고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ko-KR" altLang="en-US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피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부에 촘촘한 보습감을 제공합니다</a:t>
            </a:r>
            <a:r>
              <a:rPr lang="en-US" altLang="ko-KR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</a:t>
            </a:r>
            <a:endParaRPr sz="1050" b="0" dirty="0">
              <a:solidFill>
                <a:srgbClr val="26362F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30" name="technology-section-title">
            <a:extLst>
              <a:ext uri="{FF2B5EF4-FFF2-40B4-BE49-F238E27FC236}">
                <a16:creationId xmlns:a16="http://schemas.microsoft.com/office/drawing/2014/main" id="{3649B767-19AF-5C6E-552D-245CAC5035CA}"/>
              </a:ext>
            </a:extLst>
          </p:cNvPr>
          <p:cNvSpPr>
            <a:spLocks noGrp="1"/>
          </p:cNvSpPr>
          <p:nvPr/>
        </p:nvSpPr>
        <p:spPr>
          <a:xfrm>
            <a:off x="3725494" y="4475580"/>
            <a:ext cx="3424781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125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rPr>
              <a:t>TECHNOLOGY &amp; MECHANISM</a:t>
            </a:r>
          </a:p>
        </p:txBody>
      </p:sp>
      <p:sp>
        <p:nvSpPr>
          <p:cNvPr id="31" name="technology-section-rule">
            <a:extLst>
              <a:ext uri="{FF2B5EF4-FFF2-40B4-BE49-F238E27FC236}">
                <a16:creationId xmlns:a16="http://schemas.microsoft.com/office/drawing/2014/main" id="{AA83B148-11B1-A4D6-061E-2FB88DE50191}"/>
              </a:ext>
            </a:extLst>
          </p:cNvPr>
          <p:cNvSpPr>
            <a:spLocks noGrp="1"/>
          </p:cNvSpPr>
          <p:nvPr/>
        </p:nvSpPr>
        <p:spPr>
          <a:xfrm>
            <a:off x="3714750" y="4733515"/>
            <a:ext cx="6486525" cy="0"/>
          </a:xfrm>
          <a:prstGeom prst="line">
            <a:avLst/>
          </a:prstGeom>
          <a:noFill/>
          <a:ln w="9525">
            <a:solidFill>
              <a:srgbClr val="D1C0A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profile-section-title">
            <a:extLst>
              <a:ext uri="{FF2B5EF4-FFF2-40B4-BE49-F238E27FC236}">
                <a16:creationId xmlns:a16="http://schemas.microsoft.com/office/drawing/2014/main" id="{9061B739-ED69-926E-E13C-AF7AF1B6DCAC}"/>
              </a:ext>
            </a:extLst>
          </p:cNvPr>
          <p:cNvSpPr>
            <a:spLocks noGrp="1"/>
          </p:cNvSpPr>
          <p:nvPr/>
        </p:nvSpPr>
        <p:spPr>
          <a:xfrm>
            <a:off x="3725494" y="6215680"/>
            <a:ext cx="2088281" cy="2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13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130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rPr>
              <a:t>PRODUCT PROFILE</a:t>
            </a:r>
          </a:p>
        </p:txBody>
      </p:sp>
      <p:sp>
        <p:nvSpPr>
          <p:cNvPr id="66" name="footer-page">
            <a:extLst>
              <a:ext uri="{FF2B5EF4-FFF2-40B4-BE49-F238E27FC236}">
                <a16:creationId xmlns:a16="http://schemas.microsoft.com/office/drawing/2014/main" id="{A45940DD-957F-95E9-BC4A-DCC8C55D7285}"/>
              </a:ext>
            </a:extLst>
          </p:cNvPr>
          <p:cNvSpPr>
            <a:spLocks noGrp="1"/>
          </p:cNvSpPr>
          <p:nvPr/>
        </p:nvSpPr>
        <p:spPr>
          <a:xfrm>
            <a:off x="10244599" y="7293800"/>
            <a:ext cx="284006" cy="14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675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675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0</a:t>
            </a:r>
            <a:r>
              <a:rPr lang="en-US" sz="675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9</a:t>
            </a:r>
            <a:endParaRPr sz="675" b="0" dirty="0">
              <a:solidFill>
                <a:srgbClr val="315F4B"/>
              </a:solidFill>
              <a:latin typeface="Paperlogy 7 Bold"/>
              <a:ea typeface="Paperlogy 7 Bold"/>
              <a:cs typeface="Paperlogy 7 Bold"/>
            </a:endParaRPr>
          </a:p>
        </p:txBody>
      </p:sp>
      <p:graphicFrame>
        <p:nvGraphicFramePr>
          <p:cNvPr id="556" name="표 24">
            <a:extLst>
              <a:ext uri="{FF2B5EF4-FFF2-40B4-BE49-F238E27FC236}">
                <a16:creationId xmlns:a16="http://schemas.microsoft.com/office/drawing/2014/main" id="{FA4CBFA9-5973-8F17-F0BC-AFC8FA708D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7304112"/>
              </p:ext>
            </p:extLst>
          </p:nvPr>
        </p:nvGraphicFramePr>
        <p:xfrm>
          <a:off x="3725493" y="6501279"/>
          <a:ext cx="6482026" cy="672000"/>
        </p:xfrm>
        <a:graphic>
          <a:graphicData uri="http://schemas.openxmlformats.org/drawingml/2006/table">
            <a:tbl>
              <a:tblPr/>
              <a:tblGrid>
                <a:gridCol w="3241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1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rgbClr val="FFFFFF"/>
                          </a:solidFill>
                          <a:latin typeface="Paperlogy 7 Bold"/>
                          <a:ea typeface="Paperlogy 7 Bold"/>
                          <a:cs typeface="Paperlogy 7 Bold"/>
                        </a:rPr>
                        <a:t>INGREDIENT</a:t>
                      </a:r>
                    </a:p>
                  </a:txBody>
                  <a:tcPr anchor="ctr">
                    <a:lnL w="12700">
                      <a:solidFill>
                        <a:srgbClr val="D1C0AD"/>
                      </a:solidFill>
                    </a:lnL>
                    <a:lnR w="12700">
                      <a:solidFill>
                        <a:srgbClr val="D1C0AD"/>
                      </a:solidFill>
                    </a:lnR>
                    <a:lnT w="12700">
                      <a:solidFill>
                        <a:srgbClr val="D1C0AD"/>
                      </a:solidFill>
                    </a:lnT>
                    <a:lnB w="12700">
                      <a:solidFill>
                        <a:srgbClr val="D1C0AD"/>
                      </a:solidFill>
                    </a:lnB>
                    <a:solidFill>
                      <a:srgbClr val="685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Paperlogy 7 Bold"/>
                          <a:ea typeface="Paperlogy 7 Bold"/>
                          <a:cs typeface="Paperlogy 7 Bold"/>
                        </a:rPr>
                        <a:t>FINISH</a:t>
                      </a:r>
                      <a:endParaRPr sz="900" dirty="0">
                        <a:solidFill>
                          <a:srgbClr val="FFFFFF"/>
                        </a:solidFill>
                        <a:latin typeface="Paperlogy 7 Bold"/>
                        <a:ea typeface="Paperlogy 7 Bold"/>
                        <a:cs typeface="Paperlogy 7 Bold"/>
                      </a:endParaRPr>
                    </a:p>
                  </a:txBody>
                  <a:tcPr anchor="ctr">
                    <a:lnL w="12700">
                      <a:solidFill>
                        <a:srgbClr val="D1C0AD"/>
                      </a:solidFill>
                    </a:lnL>
                    <a:lnR w="12700">
                      <a:solidFill>
                        <a:srgbClr val="D1C0AD"/>
                      </a:solidFill>
                    </a:lnR>
                    <a:lnT w="12700">
                      <a:solidFill>
                        <a:srgbClr val="D1C0AD"/>
                      </a:solidFill>
                    </a:lnT>
                    <a:lnB w="12700">
                      <a:solidFill>
                        <a:srgbClr val="D1C0AD"/>
                      </a:solidFill>
                    </a:lnB>
                    <a:solidFill>
                      <a:srgbClr val="685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폴리글루타믹애씨드</a:t>
                      </a:r>
                      <a:r>
                        <a:rPr lang="en-US" altLang="ko-KR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, </a:t>
                      </a:r>
                      <a:r>
                        <a:rPr lang="ko-KR" altLang="en-US"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아미노애씨드</a:t>
                      </a:r>
                      <a:r>
                        <a:rPr lang="ko-KR" altLang="en-US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lang="en-US" altLang="ko-KR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Complex, </a:t>
                      </a:r>
                      <a:r>
                        <a:rPr lang="ko-KR" altLang="en-US"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세라마이드</a:t>
                      </a:r>
                      <a:r>
                        <a:rPr lang="en-US" altLang="ko-KR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, </a:t>
                      </a:r>
                      <a:r>
                        <a:rPr lang="ko-KR" altLang="en-US"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판테놀</a:t>
                      </a:r>
                      <a:endParaRPr lang="en-US" altLang="ko-KR" sz="900" dirty="0">
                        <a:solidFill>
                          <a:srgbClr val="26362F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 anchor="ctr">
                    <a:lnL w="12700">
                      <a:solidFill>
                        <a:srgbClr val="D1C0AD"/>
                      </a:solidFill>
                    </a:lnL>
                    <a:lnR w="12700">
                      <a:solidFill>
                        <a:srgbClr val="D1C0AD"/>
                      </a:solidFill>
                    </a:lnR>
                    <a:lnT w="12700">
                      <a:solidFill>
                        <a:srgbClr val="D1C0AD"/>
                      </a:solidFill>
                    </a:lnT>
                    <a:lnB w="12700">
                      <a:solidFill>
                        <a:srgbClr val="D1C0AD"/>
                      </a:solidFill>
                    </a:lnB>
                    <a:solidFill>
                      <a:srgbClr val="FAF2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밀착력</a:t>
                      </a:r>
                      <a:r>
                        <a:rPr lang="ko-KR" altLang="en-US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높은 수분 필름이 남는 촉촉한 앰플 마무리</a:t>
                      </a:r>
                    </a:p>
                  </a:txBody>
                  <a:tcPr anchor="ctr">
                    <a:lnL w="12700">
                      <a:solidFill>
                        <a:srgbClr val="D1C0AD"/>
                      </a:solidFill>
                    </a:lnL>
                    <a:lnR w="12700">
                      <a:solidFill>
                        <a:srgbClr val="D1C0AD"/>
                      </a:solidFill>
                    </a:lnR>
                    <a:lnT w="12700">
                      <a:solidFill>
                        <a:srgbClr val="D1C0AD"/>
                      </a:solidFill>
                    </a:lnT>
                    <a:lnB w="12700">
                      <a:solidFill>
                        <a:srgbClr val="D1C0AD"/>
                      </a:solidFill>
                    </a:lnB>
                    <a:solidFill>
                      <a:srgbClr val="FAF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78" name="EWG icon">
            <a:extLst>
              <a:ext uri="{FF2B5EF4-FFF2-40B4-BE49-F238E27FC236}">
                <a16:creationId xmlns:a16="http://schemas.microsoft.com/office/drawing/2014/main" id="{0C51BE01-210B-A66E-50E9-2BC6B85BFE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6667"/>
          <a:stretch/>
        </p:blipFill>
        <p:spPr>
          <a:xfrm>
            <a:off x="9271969" y="652332"/>
            <a:ext cx="434363" cy="434363"/>
          </a:xfrm>
          <a:prstGeom prst="rect">
            <a:avLst/>
          </a:prstGeom>
        </p:spPr>
      </p:pic>
      <p:pic>
        <p:nvPicPr>
          <p:cNvPr id="784" name="Hwahae icon">
            <a:extLst>
              <a:ext uri="{FF2B5EF4-FFF2-40B4-BE49-F238E27FC236}">
                <a16:creationId xmlns:a16="http://schemas.microsoft.com/office/drawing/2014/main" id="{192CD661-2E2F-4E50-A745-374BB6FFA6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333" r="33333"/>
          <a:stretch/>
        </p:blipFill>
        <p:spPr>
          <a:xfrm>
            <a:off x="9706332" y="652332"/>
            <a:ext cx="434363" cy="434363"/>
          </a:xfrm>
          <a:prstGeom prst="rect">
            <a:avLst/>
          </a:prstGeom>
        </p:spPr>
      </p:pic>
      <p:pic>
        <p:nvPicPr>
          <p:cNvPr id="785" name="VEGAN icon">
            <a:extLst>
              <a:ext uri="{FF2B5EF4-FFF2-40B4-BE49-F238E27FC236}">
                <a16:creationId xmlns:a16="http://schemas.microsoft.com/office/drawing/2014/main" id="{8093FCAE-670D-4095-9F87-BACA2FA062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667"/>
          <a:stretch/>
        </p:blipFill>
        <p:spPr>
          <a:xfrm>
            <a:off x="10140695" y="652332"/>
            <a:ext cx="434362" cy="434363"/>
          </a:xfrm>
          <a:prstGeom prst="rect">
            <a:avLst/>
          </a:prstGeom>
        </p:spPr>
      </p:pic>
      <p:sp>
        <p:nvSpPr>
          <p:cNvPr id="518" name="pictogram-label-ewg">
            <a:extLst>
              <a:ext uri="{FF2B5EF4-FFF2-40B4-BE49-F238E27FC236}">
                <a16:creationId xmlns:a16="http://schemas.microsoft.com/office/drawing/2014/main" id="{0BAA7AE7-A87D-E261-F7F1-C9DD54DFA201}"/>
              </a:ext>
            </a:extLst>
          </p:cNvPr>
          <p:cNvSpPr>
            <a:spLocks noGrp="1"/>
          </p:cNvSpPr>
          <p:nvPr/>
        </p:nvSpPr>
        <p:spPr>
          <a:xfrm>
            <a:off x="9271969" y="1174014"/>
            <a:ext cx="434363" cy="12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rPr>
              <a:t>EWG</a:t>
            </a:r>
          </a:p>
        </p:txBody>
      </p:sp>
      <p:sp>
        <p:nvSpPr>
          <p:cNvPr id="520" name="pictogram-label-hwahae">
            <a:extLst>
              <a:ext uri="{FF2B5EF4-FFF2-40B4-BE49-F238E27FC236}">
                <a16:creationId xmlns:a16="http://schemas.microsoft.com/office/drawing/2014/main" id="{2A0D11BC-664B-F1DD-48F0-6A80FC0C1995}"/>
              </a:ext>
            </a:extLst>
          </p:cNvPr>
          <p:cNvSpPr>
            <a:spLocks noGrp="1"/>
          </p:cNvSpPr>
          <p:nvPr/>
        </p:nvSpPr>
        <p:spPr>
          <a:xfrm>
            <a:off x="9706331" y="1174014"/>
            <a:ext cx="434363" cy="12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rPr>
              <a:t>화해</a:t>
            </a:r>
          </a:p>
        </p:txBody>
      </p:sp>
      <p:sp>
        <p:nvSpPr>
          <p:cNvPr id="522" name="pictogram-label-vegan">
            <a:extLst>
              <a:ext uri="{FF2B5EF4-FFF2-40B4-BE49-F238E27FC236}">
                <a16:creationId xmlns:a16="http://schemas.microsoft.com/office/drawing/2014/main" id="{BAA29B6B-BA27-E034-D1F5-DB2F4FEFE33A}"/>
              </a:ext>
            </a:extLst>
          </p:cNvPr>
          <p:cNvSpPr>
            <a:spLocks noGrp="1"/>
          </p:cNvSpPr>
          <p:nvPr/>
        </p:nvSpPr>
        <p:spPr>
          <a:xfrm>
            <a:off x="10140694" y="1174014"/>
            <a:ext cx="434363" cy="12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rPr>
              <a:t>VEGAN</a:t>
            </a:r>
          </a:p>
        </p:txBody>
      </p:sp>
      <p:sp>
        <p:nvSpPr>
          <p:cNvPr id="41" name="example-disclaimer">
            <a:extLst>
              <a:ext uri="{FF2B5EF4-FFF2-40B4-BE49-F238E27FC236}">
                <a16:creationId xmlns:a16="http://schemas.microsoft.com/office/drawing/2014/main" id="{45C80701-22EA-AA6D-4084-B0C52F205CBA}"/>
              </a:ext>
            </a:extLst>
          </p:cNvPr>
          <p:cNvSpPr>
            <a:spLocks noGrp="1"/>
          </p:cNvSpPr>
          <p:nvPr/>
        </p:nvSpPr>
        <p:spPr>
          <a:xfrm>
            <a:off x="3794760" y="6003036"/>
            <a:ext cx="6355080" cy="1463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730" b="0">
                <a:solidFill>
                  <a:srgbClr val="66756D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750" dirty="0" err="1">
                <a:latin typeface="페이퍼로지 5 Medium"/>
                <a:ea typeface="페이퍼로지 5 Medium"/>
                <a:cs typeface="페이퍼로지 5 Medium"/>
              </a:rPr>
              <a:t>폴리글루타믹</a:t>
            </a:r>
            <a:r>
              <a:rPr lang="ko-KR" altLang="en-US" sz="750" dirty="0">
                <a:latin typeface="페이퍼로지 5 Medium"/>
                <a:ea typeface="페이퍼로지 5 Medium"/>
                <a:cs typeface="페이퍼로지 5 Medium"/>
              </a:rPr>
              <a:t> 성분이 강력하게 수분을 끌어당기고 </a:t>
            </a:r>
            <a:r>
              <a:rPr lang="en-US" altLang="ko-KR" sz="750" dirty="0">
                <a:latin typeface="페이퍼로지 5 Medium"/>
                <a:ea typeface="페이퍼로지 5 Medium"/>
                <a:cs typeface="페이퍼로지 5 Medium"/>
              </a:rPr>
              <a:t>Aqua-Gel Matrix </a:t>
            </a:r>
            <a:r>
              <a:rPr lang="ko-KR" altLang="en-US" sz="750" dirty="0">
                <a:latin typeface="페이퍼로지 5 Medium"/>
                <a:ea typeface="페이퍼로지 5 Medium"/>
                <a:cs typeface="페이퍼로지 5 Medium"/>
              </a:rPr>
              <a:t>수분 필름과 </a:t>
            </a:r>
            <a:r>
              <a:rPr lang="ko-KR" altLang="en-US" sz="750" dirty="0" err="1">
                <a:latin typeface="페이퍼로지 5 Medium"/>
                <a:ea typeface="페이퍼로지 5 Medium"/>
                <a:cs typeface="페이퍼로지 5 Medium"/>
              </a:rPr>
              <a:t>세라마이드가</a:t>
            </a:r>
            <a:r>
              <a:rPr lang="ko-KR" altLang="en-US" sz="750" dirty="0">
                <a:latin typeface="페이퍼로지 5 Medium"/>
                <a:ea typeface="페이퍼로지 5 Medium"/>
                <a:cs typeface="페이퍼로지 5 Medium"/>
              </a:rPr>
              <a:t> 피부 장벽과 촉촉한 탄력 보습을 </a:t>
            </a:r>
            <a:r>
              <a:rPr lang="ko-KR" altLang="en-US" sz="750" dirty="0" err="1">
                <a:latin typeface="페이퍼로지 5 Medium"/>
                <a:ea typeface="페이퍼로지 5 Medium"/>
                <a:cs typeface="페이퍼로지 5 Medium"/>
              </a:rPr>
              <a:t>돕습니다</a:t>
            </a:r>
            <a:r>
              <a:rPr sz="750" dirty="0">
                <a:latin typeface="페이퍼로지 5 Medium"/>
                <a:ea typeface="페이퍼로지 5 Medium"/>
                <a:cs typeface="페이퍼로지 5 Medium"/>
              </a:rPr>
              <a:t>. </a:t>
            </a:r>
            <a:endParaRPr sz="750" b="0" dirty="0">
              <a:latin typeface="페이퍼로지 5 Medium"/>
              <a:ea typeface="페이퍼로지 5 Medium"/>
              <a:cs typeface="페이퍼로지 5 Medium"/>
            </a:endParaRPr>
          </a:p>
        </p:txBody>
      </p:sp>
      <p:pic>
        <p:nvPicPr>
          <p:cNvPr id="779" name="그림 31-1">
            <a:extLst>
              <a:ext uri="{FF2B5EF4-FFF2-40B4-BE49-F238E27FC236}">
                <a16:creationId xmlns:a16="http://schemas.microsoft.com/office/drawing/2014/main" id="{9E8182C3-48AF-CC68-F5B4-3C460DB6869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6667"/>
          <a:stretch>
            <a:fillRect/>
          </a:stretch>
        </p:blipFill>
        <p:spPr>
          <a:xfrm>
            <a:off x="4352544" y="5038344"/>
            <a:ext cx="713232" cy="946404"/>
          </a:xfrm>
          <a:prstGeom prst="rect">
            <a:avLst/>
          </a:prstGeom>
        </p:spPr>
      </p:pic>
      <p:pic>
        <p:nvPicPr>
          <p:cNvPr id="780" name="그림 31-2">
            <a:extLst>
              <a:ext uri="{FF2B5EF4-FFF2-40B4-BE49-F238E27FC236}">
                <a16:creationId xmlns:a16="http://schemas.microsoft.com/office/drawing/2014/main" id="{9E8182C3-48AF-CC68-F5B4-3C460DB6869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333" r="33334"/>
          <a:stretch>
            <a:fillRect/>
          </a:stretch>
        </p:blipFill>
        <p:spPr>
          <a:xfrm>
            <a:off x="6601968" y="5038344"/>
            <a:ext cx="713232" cy="946404"/>
          </a:xfrm>
          <a:prstGeom prst="rect">
            <a:avLst/>
          </a:prstGeom>
        </p:spPr>
      </p:pic>
      <p:pic>
        <p:nvPicPr>
          <p:cNvPr id="781" name="그림 31-3">
            <a:extLst>
              <a:ext uri="{FF2B5EF4-FFF2-40B4-BE49-F238E27FC236}">
                <a16:creationId xmlns:a16="http://schemas.microsoft.com/office/drawing/2014/main" id="{9E8182C3-48AF-CC68-F5B4-3C460DB6869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6667"/>
          <a:stretch>
            <a:fillRect/>
          </a:stretch>
        </p:blipFill>
        <p:spPr>
          <a:xfrm>
            <a:off x="8851392" y="5038344"/>
            <a:ext cx="713232" cy="94640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137C6E4-DD7E-629C-B2D9-5DB16D7BB833}"/>
              </a:ext>
            </a:extLst>
          </p:cNvPr>
          <p:cNvSpPr txBox="1"/>
          <p:nvPr/>
        </p:nvSpPr>
        <p:spPr>
          <a:xfrm>
            <a:off x="4415008" y="4833607"/>
            <a:ext cx="588303" cy="10772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ko-KR" altLang="en-US" sz="700" dirty="0">
                <a:solidFill>
                  <a:schemeClr val="bg2">
                    <a:lumMod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강력한 수분 자석</a:t>
            </a:r>
            <a:endParaRPr lang="en-US" altLang="ko-KR" sz="700" dirty="0">
              <a:solidFill>
                <a:schemeClr val="bg2">
                  <a:lumMod val="25000"/>
                </a:schemeClr>
              </a:solidFill>
              <a:latin typeface="페이퍼로지 4 Regular" pitchFamily="2" charset="-127"/>
              <a:ea typeface="페이퍼로지 4 Regular" pitchFamily="2" charset="-127"/>
              <a:cs typeface="Microsoft GothicNeo Light" panose="020B0300000101010101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A3C681C-FF7F-81E3-1E44-5E2CB0A0418B}"/>
              </a:ext>
            </a:extLst>
          </p:cNvPr>
          <p:cNvSpPr txBox="1"/>
          <p:nvPr/>
        </p:nvSpPr>
        <p:spPr>
          <a:xfrm>
            <a:off x="4225855" y="4960174"/>
            <a:ext cx="966610" cy="9233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ko-KR" sz="600" dirty="0"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Moisturizing &amp; Hydration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8BD145-493F-8CD1-4551-3E2775814063}"/>
              </a:ext>
            </a:extLst>
          </p:cNvPr>
          <p:cNvSpPr txBox="1"/>
          <p:nvPr/>
        </p:nvSpPr>
        <p:spPr>
          <a:xfrm>
            <a:off x="6501728" y="4960174"/>
            <a:ext cx="913712" cy="9233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ko-KR" sz="600" dirty="0"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Skin Barrier &amp; Adhesion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E744C35-37DA-3F63-B119-C00B50C5ED7F}"/>
              </a:ext>
            </a:extLst>
          </p:cNvPr>
          <p:cNvSpPr txBox="1"/>
          <p:nvPr/>
        </p:nvSpPr>
        <p:spPr>
          <a:xfrm>
            <a:off x="6625159" y="4833607"/>
            <a:ext cx="666850" cy="10772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ko-KR" altLang="en-US" sz="700" dirty="0">
                <a:solidFill>
                  <a:schemeClr val="bg2">
                    <a:lumMod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촉촉한 피부 보호막</a:t>
            </a:r>
            <a:endParaRPr lang="en-US" altLang="ko-KR" sz="700" dirty="0">
              <a:solidFill>
                <a:schemeClr val="bg2">
                  <a:lumMod val="25000"/>
                </a:schemeClr>
              </a:solidFill>
              <a:latin typeface="페이퍼로지 4 Regular" pitchFamily="2" charset="-127"/>
              <a:ea typeface="페이퍼로지 4 Regular" pitchFamily="2" charset="-127"/>
              <a:cs typeface="Microsoft GothicNeo Light" panose="020B0300000101010101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E268701-A614-319A-510D-78B7B895CBA1}"/>
              </a:ext>
            </a:extLst>
          </p:cNvPr>
          <p:cNvSpPr txBox="1"/>
          <p:nvPr/>
        </p:nvSpPr>
        <p:spPr>
          <a:xfrm>
            <a:off x="8796036" y="4833607"/>
            <a:ext cx="823944" cy="10772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ko-KR" altLang="en-US" sz="700">
                <a:solidFill>
                  <a:schemeClr val="bg2">
                    <a:lumMod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촉촉하고 빛나는 </a:t>
            </a:r>
            <a:r>
              <a:rPr lang="ko-KR" altLang="en-US" sz="700" dirty="0" err="1">
                <a:solidFill>
                  <a:schemeClr val="bg2">
                    <a:lumMod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피부결</a:t>
            </a:r>
            <a:endParaRPr lang="en-US" altLang="ko-KR" sz="700" dirty="0">
              <a:solidFill>
                <a:schemeClr val="bg2">
                  <a:lumMod val="25000"/>
                </a:schemeClr>
              </a:solidFill>
              <a:latin typeface="페이퍼로지 4 Regular" pitchFamily="2" charset="-127"/>
              <a:ea typeface="페이퍼로지 4 Regular" pitchFamily="2" charset="-127"/>
              <a:cs typeface="Microsoft GothicNeo Light" panose="020B03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B867ABD-6520-FD14-1C73-E84CA7AA691D}"/>
              </a:ext>
            </a:extLst>
          </p:cNvPr>
          <p:cNvSpPr txBox="1"/>
          <p:nvPr/>
        </p:nvSpPr>
        <p:spPr>
          <a:xfrm>
            <a:off x="8833707" y="4960174"/>
            <a:ext cx="748602" cy="9233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ko-KR" sz="600" dirty="0">
                <a:latin typeface="페이퍼로지 4 Regular" pitchFamily="2" charset="-127"/>
                <a:ea typeface="페이퍼로지 4 Regular" pitchFamily="2" charset="-127"/>
                <a:cs typeface="Microsoft GothicNeo Light" panose="020B0300000101010101" pitchFamily="50" charset="-127"/>
              </a:rPr>
              <a:t>Elasticity &amp; Volume</a:t>
            </a:r>
          </a:p>
        </p:txBody>
      </p:sp>
      <p:sp>
        <p:nvSpPr>
          <p:cNvPr id="4" name="concept-title">
            <a:extLst>
              <a:ext uri="{FF2B5EF4-FFF2-40B4-BE49-F238E27FC236}">
                <a16:creationId xmlns:a16="http://schemas.microsoft.com/office/drawing/2014/main" id="{A2E63041-7B72-A462-4005-F23AEAAFDFC6}"/>
              </a:ext>
            </a:extLst>
          </p:cNvPr>
          <p:cNvSpPr>
            <a:spLocks noGrp="1"/>
          </p:cNvSpPr>
          <p:nvPr/>
        </p:nvSpPr>
        <p:spPr>
          <a:xfrm>
            <a:off x="3725495" y="2506697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1800" b="0" dirty="0">
                <a:solidFill>
                  <a:srgbClr val="685132"/>
                </a:solidFill>
                <a:latin typeface="Paperlogy 7 Bold"/>
                <a:ea typeface="Paperlogy 7 Bold"/>
                <a:cs typeface="Paperlogy 7 Bold"/>
              </a:rPr>
              <a:t>수분 보호막 형성 </a:t>
            </a:r>
            <a:r>
              <a:rPr lang="en-US" altLang="ko-KR" sz="1800" b="0" dirty="0">
                <a:solidFill>
                  <a:srgbClr val="685132"/>
                </a:solidFill>
                <a:latin typeface="Paperlogy 7 Bold"/>
                <a:ea typeface="Paperlogy 7 Bold"/>
                <a:cs typeface="Paperlogy 7 Bold"/>
              </a:rPr>
              <a:t>&amp; </a:t>
            </a:r>
            <a:r>
              <a:rPr lang="ko-KR" altLang="en-US" sz="1800" b="0" dirty="0">
                <a:solidFill>
                  <a:srgbClr val="685132"/>
                </a:solidFill>
                <a:latin typeface="Paperlogy 7 Bold"/>
                <a:ea typeface="Paperlogy 7 Bold"/>
                <a:cs typeface="Paperlogy 7 Bold"/>
              </a:rPr>
              <a:t>피부 장벽 강화</a:t>
            </a:r>
            <a:endParaRPr sz="1800" b="0" dirty="0">
              <a:solidFill>
                <a:srgbClr val="685132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20" name="concept-body">
            <a:extLst>
              <a:ext uri="{FF2B5EF4-FFF2-40B4-BE49-F238E27FC236}">
                <a16:creationId xmlns:a16="http://schemas.microsoft.com/office/drawing/2014/main" id="{FA8EEEDF-9FBB-4FDC-3133-A7CAB8472FC8}"/>
              </a:ext>
            </a:extLst>
          </p:cNvPr>
          <p:cNvSpPr>
            <a:spLocks noGrp="1"/>
          </p:cNvSpPr>
          <p:nvPr/>
        </p:nvSpPr>
        <p:spPr>
          <a:xfrm>
            <a:off x="3725495" y="2979197"/>
            <a:ext cx="6298256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피부 표면에 </a:t>
            </a:r>
            <a:r>
              <a:rPr lang="ko-KR" altLang="en-US" sz="1050" b="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밀착력</a:t>
            </a:r>
            <a:r>
              <a:rPr lang="ko-KR" altLang="en-US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높은 수분 필름을 형성하여 수분 증발을 막고 외부 자극으로부터 피부를 보호합니다</a:t>
            </a:r>
            <a:r>
              <a:rPr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 </a:t>
            </a:r>
          </a:p>
        </p:txBody>
      </p:sp>
      <p:sp>
        <p:nvSpPr>
          <p:cNvPr id="22" name="concept-title">
            <a:extLst>
              <a:ext uri="{FF2B5EF4-FFF2-40B4-BE49-F238E27FC236}">
                <a16:creationId xmlns:a16="http://schemas.microsoft.com/office/drawing/2014/main" id="{5E0037B1-C756-F21D-E6F8-2DD9D196E49B}"/>
              </a:ext>
            </a:extLst>
          </p:cNvPr>
          <p:cNvSpPr>
            <a:spLocks noGrp="1"/>
          </p:cNvSpPr>
          <p:nvPr/>
        </p:nvSpPr>
        <p:spPr>
          <a:xfrm>
            <a:off x="3725496" y="3484248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1800" b="0" dirty="0" err="1">
                <a:solidFill>
                  <a:srgbClr val="685132"/>
                </a:solidFill>
                <a:latin typeface="Paperlogy 7 Bold"/>
                <a:ea typeface="Paperlogy 7 Bold"/>
                <a:cs typeface="Paperlogy 7 Bold"/>
              </a:rPr>
              <a:t>히알루론산</a:t>
            </a:r>
            <a:r>
              <a:rPr lang="ko-KR" altLang="en-US" sz="1800" b="0" dirty="0">
                <a:solidFill>
                  <a:srgbClr val="685132"/>
                </a:solidFill>
                <a:latin typeface="Paperlogy 7 Bold"/>
                <a:ea typeface="Paperlogy 7 Bold"/>
                <a:cs typeface="Paperlogy 7 Bold"/>
              </a:rPr>
              <a:t> 보호 </a:t>
            </a:r>
            <a:r>
              <a:rPr lang="en-US" altLang="ko-KR" sz="1800" b="0" dirty="0">
                <a:solidFill>
                  <a:srgbClr val="685132"/>
                </a:solidFill>
                <a:latin typeface="Paperlogy 7 Bold"/>
                <a:ea typeface="Paperlogy 7 Bold"/>
                <a:cs typeface="Paperlogy 7 Bold"/>
              </a:rPr>
              <a:t>&amp; </a:t>
            </a:r>
            <a:r>
              <a:rPr lang="ko-KR" altLang="en-US" sz="1800" b="0" dirty="0">
                <a:solidFill>
                  <a:srgbClr val="685132"/>
                </a:solidFill>
                <a:latin typeface="Paperlogy 7 Bold"/>
                <a:ea typeface="Paperlogy 7 Bold"/>
                <a:cs typeface="Paperlogy 7 Bold"/>
              </a:rPr>
              <a:t>탄력 유지 </a:t>
            </a:r>
            <a:endParaRPr sz="1800" b="0" dirty="0">
              <a:solidFill>
                <a:srgbClr val="685132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33" name="concept-body">
            <a:extLst>
              <a:ext uri="{FF2B5EF4-FFF2-40B4-BE49-F238E27FC236}">
                <a16:creationId xmlns:a16="http://schemas.microsoft.com/office/drawing/2014/main" id="{334C6660-E8D3-D445-DB44-C2572E166CBA}"/>
              </a:ext>
            </a:extLst>
          </p:cNvPr>
          <p:cNvSpPr>
            <a:spLocks noGrp="1"/>
          </p:cNvSpPr>
          <p:nvPr/>
        </p:nvSpPr>
        <p:spPr>
          <a:xfrm>
            <a:off x="3725496" y="3956748"/>
            <a:ext cx="6298256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히알루론산을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분해하는 효소의 활성을 억제하여 피부 속 수분을 지키고 보습과 탄력 유지에 도움을 줍니다</a:t>
            </a:r>
            <a:r>
              <a:rPr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 </a:t>
            </a:r>
          </a:p>
        </p:txBody>
      </p:sp>
      <p:sp>
        <p:nvSpPr>
          <p:cNvPr id="782" name="technology-arrow-1"/>
          <p:cNvSpPr/>
          <p:nvPr/>
        </p:nvSpPr>
        <p:spPr>
          <a:xfrm>
            <a:off x="5294376" y="5486400"/>
            <a:ext cx="1078992" cy="64008"/>
          </a:xfrm>
          <a:prstGeom prst="rightArrow">
            <a:avLst/>
          </a:prstGeom>
          <a:solidFill>
            <a:srgbClr val="91ADA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3" name="technology-arrow-2"/>
          <p:cNvSpPr/>
          <p:nvPr/>
        </p:nvSpPr>
        <p:spPr>
          <a:xfrm>
            <a:off x="7543800" y="5486400"/>
            <a:ext cx="1078992" cy="64008"/>
          </a:xfrm>
          <a:prstGeom prst="rightArrow">
            <a:avLst/>
          </a:prstGeom>
          <a:solidFill>
            <a:srgbClr val="91ADA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076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D0176-1D16-8B88-0495-D6B4FD7DC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그림 67">
            <a:extLst>
              <a:ext uri="{FF2B5EF4-FFF2-40B4-BE49-F238E27FC236}">
                <a16:creationId xmlns:a16="http://schemas.microsoft.com/office/drawing/2014/main" id="{D500A614-AA85-7189-8FB1-8FDEC12B16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88" r="21588"/>
          <a:stretch/>
        </p:blipFill>
        <p:spPr>
          <a:xfrm>
            <a:off x="100238" y="105000"/>
            <a:ext cx="3341250" cy="7350000"/>
          </a:xfrm>
          <a:prstGeom prst="rect">
            <a:avLst/>
          </a:prstGeom>
        </p:spPr>
      </p:pic>
      <p:sp>
        <p:nvSpPr>
          <p:cNvPr id="43" name="left-title-panel">
            <a:extLst>
              <a:ext uri="{FF2B5EF4-FFF2-40B4-BE49-F238E27FC236}">
                <a16:creationId xmlns:a16="http://schemas.microsoft.com/office/drawing/2014/main" id="{B4587348-37D1-17FF-AFDD-3932C3CE6CF3}"/>
              </a:ext>
            </a:extLst>
          </p:cNvPr>
          <p:cNvSpPr>
            <a:spLocks noGrp="1"/>
          </p:cNvSpPr>
          <p:nvPr/>
        </p:nvSpPr>
        <p:spPr>
          <a:xfrm>
            <a:off x="250594" y="294000"/>
            <a:ext cx="2923594" cy="1848000"/>
          </a:xfrm>
          <a:prstGeom prst="rect">
            <a:avLst/>
          </a:prstGeom>
          <a:solidFill>
            <a:srgbClr val="F1F4F5"/>
          </a:solidFill>
          <a:ln w="7620">
            <a:solidFill>
              <a:srgbClr val="B3C7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left-info-outline">
            <a:extLst>
              <a:ext uri="{FF2B5EF4-FFF2-40B4-BE49-F238E27FC236}">
                <a16:creationId xmlns:a16="http://schemas.microsoft.com/office/drawing/2014/main" id="{41D1C322-AE9C-C011-A156-FD5A42CC17F3}"/>
              </a:ext>
            </a:extLst>
          </p:cNvPr>
          <p:cNvSpPr>
            <a:spLocks noGrp="1"/>
          </p:cNvSpPr>
          <p:nvPr/>
        </p:nvSpPr>
        <p:spPr>
          <a:xfrm>
            <a:off x="200475" y="6720000"/>
            <a:ext cx="3140775" cy="609000"/>
          </a:xfrm>
          <a:prstGeom prst="rect">
            <a:avLst/>
          </a:prstGeom>
          <a:solidFill>
            <a:srgbClr val="425A60">
              <a:alpha val="36000"/>
            </a:srgbClr>
          </a:solidFill>
          <a:ln w="6191">
            <a:solidFill>
              <a:srgbClr val="E6EEE7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outer-border">
            <a:extLst>
              <a:ext uri="{FF2B5EF4-FFF2-40B4-BE49-F238E27FC236}">
                <a16:creationId xmlns:a16="http://schemas.microsoft.com/office/drawing/2014/main" id="{A0A74E65-51CC-2917-A80F-3E73487A18B8}"/>
              </a:ext>
            </a:extLst>
          </p:cNvPr>
          <p:cNvSpPr>
            <a:spLocks noGrp="1"/>
          </p:cNvSpPr>
          <p:nvPr/>
        </p:nvSpPr>
        <p:spPr>
          <a:xfrm>
            <a:off x="100238" y="105000"/>
            <a:ext cx="10491525" cy="7350000"/>
          </a:xfrm>
          <a:prstGeom prst="rect">
            <a:avLst/>
          </a:prstGeom>
          <a:noFill/>
          <a:ln w="10478">
            <a:solidFill>
              <a:srgbClr val="DDE7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image-panel-divider">
            <a:extLst>
              <a:ext uri="{FF2B5EF4-FFF2-40B4-BE49-F238E27FC236}">
                <a16:creationId xmlns:a16="http://schemas.microsoft.com/office/drawing/2014/main" id="{41F144B2-C731-697D-FCE7-BFCB290C41E3}"/>
              </a:ext>
            </a:extLst>
          </p:cNvPr>
          <p:cNvSpPr>
            <a:spLocks noGrp="1"/>
          </p:cNvSpPr>
          <p:nvPr/>
        </p:nvSpPr>
        <p:spPr>
          <a:xfrm>
            <a:off x="3441488" y="105000"/>
            <a:ext cx="0" cy="7350000"/>
          </a:xfrm>
          <a:prstGeom prst="line">
            <a:avLst/>
          </a:prstGeom>
          <a:noFill/>
          <a:ln w="19050">
            <a:solidFill>
              <a:srgbClr val="2E5C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left-product-title">
            <a:extLst>
              <a:ext uri="{FF2B5EF4-FFF2-40B4-BE49-F238E27FC236}">
                <a16:creationId xmlns:a16="http://schemas.microsoft.com/office/drawing/2014/main" id="{57DD906C-8EC3-3862-BBF3-31FCF98813BA}"/>
              </a:ext>
            </a:extLst>
          </p:cNvPr>
          <p:cNvSpPr>
            <a:spLocks noGrp="1"/>
          </p:cNvSpPr>
          <p:nvPr/>
        </p:nvSpPr>
        <p:spPr>
          <a:xfrm>
            <a:off x="434363" y="808500"/>
            <a:ext cx="2422406" cy="77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2000"/>
              </a:lnSpc>
              <a:defRPr sz="2250" b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2250" dirty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안티 헤어</a:t>
            </a:r>
            <a:r>
              <a:rPr lang="en-US" altLang="ko-KR" sz="2250" dirty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ko-KR" altLang="en-US" sz="2250" dirty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로스 </a:t>
            </a:r>
            <a:endParaRPr lang="en-US" altLang="ko-KR" sz="2250" dirty="0">
              <a:solidFill>
                <a:srgbClr val="26362F"/>
              </a:solidFill>
              <a:latin typeface="Paperlogy 7 Bold"/>
              <a:ea typeface="Paperlogy 7 Bold"/>
              <a:cs typeface="Paperlogy 7 Bold"/>
            </a:endParaRPr>
          </a:p>
          <a:p>
            <a:pPr>
              <a:lnSpc>
                <a:spcPct val="92000"/>
              </a:lnSpc>
              <a:defRPr sz="2250" b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2250" dirty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앰플</a:t>
            </a:r>
            <a:endParaRPr lang="en-US" altLang="ko-KR" sz="2250" dirty="0">
              <a:solidFill>
                <a:srgbClr val="26362F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6" name="left-title-rule">
            <a:extLst>
              <a:ext uri="{FF2B5EF4-FFF2-40B4-BE49-F238E27FC236}">
                <a16:creationId xmlns:a16="http://schemas.microsoft.com/office/drawing/2014/main" id="{3ED86465-BAFD-90BE-D893-7D2991D4BC99}"/>
              </a:ext>
            </a:extLst>
          </p:cNvPr>
          <p:cNvSpPr>
            <a:spLocks noGrp="1"/>
          </p:cNvSpPr>
          <p:nvPr/>
        </p:nvSpPr>
        <p:spPr>
          <a:xfrm>
            <a:off x="434363" y="1659000"/>
            <a:ext cx="517894" cy="0"/>
          </a:xfrm>
          <a:prstGeom prst="line">
            <a:avLst/>
          </a:prstGeom>
          <a:noFill/>
          <a:ln w="28575">
            <a:solidFill>
              <a:srgbClr val="2E5C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left-tagline">
            <a:extLst>
              <a:ext uri="{FF2B5EF4-FFF2-40B4-BE49-F238E27FC236}">
                <a16:creationId xmlns:a16="http://schemas.microsoft.com/office/drawing/2014/main" id="{37B01D79-C9B6-2827-6D7E-81CA9966AE4D}"/>
              </a:ext>
            </a:extLst>
          </p:cNvPr>
          <p:cNvSpPr>
            <a:spLocks noGrp="1"/>
          </p:cNvSpPr>
          <p:nvPr/>
        </p:nvSpPr>
        <p:spPr>
          <a:xfrm>
            <a:off x="434363" y="1774500"/>
            <a:ext cx="2388994" cy="23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00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altLang="ko-KR" sz="900" dirty="0">
                <a:solidFill>
                  <a:srgbClr val="2E5C63"/>
                </a:solidFill>
                <a:latin typeface="Paperlogy 5 Medium"/>
                <a:ea typeface="Paperlogy 5 Medium"/>
                <a:cs typeface="Paperlogy 5 Medium"/>
              </a:rPr>
              <a:t>Anti Hair Loss Ampoule</a:t>
            </a:r>
            <a:endParaRPr lang="ko-KR" altLang="en-US" sz="900" dirty="0">
              <a:solidFill>
                <a:srgbClr val="2E5C63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9" name="left-info-label-1">
            <a:extLst>
              <a:ext uri="{FF2B5EF4-FFF2-40B4-BE49-F238E27FC236}">
                <a16:creationId xmlns:a16="http://schemas.microsoft.com/office/drawing/2014/main" id="{07E707CA-B51B-98FB-E3CB-AEC550A55BE8}"/>
              </a:ext>
            </a:extLst>
          </p:cNvPr>
          <p:cNvSpPr>
            <a:spLocks noGrp="1"/>
          </p:cNvSpPr>
          <p:nvPr/>
        </p:nvSpPr>
        <p:spPr>
          <a:xfrm>
            <a:off x="258947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LAB NO.</a:t>
            </a:r>
          </a:p>
        </p:txBody>
      </p:sp>
      <p:sp>
        <p:nvSpPr>
          <p:cNvPr id="10" name="left-info-value-1">
            <a:extLst>
              <a:ext uri="{FF2B5EF4-FFF2-40B4-BE49-F238E27FC236}">
                <a16:creationId xmlns:a16="http://schemas.microsoft.com/office/drawing/2014/main" id="{B1A0CB30-AA77-8A14-3604-D8EFB55D8D7B}"/>
              </a:ext>
            </a:extLst>
          </p:cNvPr>
          <p:cNvSpPr>
            <a:spLocks noGrp="1"/>
          </p:cNvSpPr>
          <p:nvPr/>
        </p:nvSpPr>
        <p:spPr>
          <a:xfrm>
            <a:off x="258947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#260914-2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1" name="left-info-label-2">
            <a:extLst>
              <a:ext uri="{FF2B5EF4-FFF2-40B4-BE49-F238E27FC236}">
                <a16:creationId xmlns:a16="http://schemas.microsoft.com/office/drawing/2014/main" id="{E78910E4-5760-839D-BB2F-BAA9F97E13E1}"/>
              </a:ext>
            </a:extLst>
          </p:cNvPr>
          <p:cNvSpPr>
            <a:spLocks noGrp="1"/>
          </p:cNvSpPr>
          <p:nvPr/>
        </p:nvSpPr>
        <p:spPr>
          <a:xfrm>
            <a:off x="868725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기능성</a:t>
            </a:r>
          </a:p>
        </p:txBody>
      </p:sp>
      <p:sp>
        <p:nvSpPr>
          <p:cNvPr id="12" name="left-info-value-2">
            <a:extLst>
              <a:ext uri="{FF2B5EF4-FFF2-40B4-BE49-F238E27FC236}">
                <a16:creationId xmlns:a16="http://schemas.microsoft.com/office/drawing/2014/main" id="{9EDA6CAF-29AD-0220-BF71-A724311F4FBC}"/>
              </a:ext>
            </a:extLst>
          </p:cNvPr>
          <p:cNvSpPr>
            <a:spLocks noGrp="1"/>
          </p:cNvSpPr>
          <p:nvPr/>
        </p:nvSpPr>
        <p:spPr>
          <a:xfrm>
            <a:off x="868725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탈모 완화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3" name="left-info-label-3">
            <a:extLst>
              <a:ext uri="{FF2B5EF4-FFF2-40B4-BE49-F238E27FC236}">
                <a16:creationId xmlns:a16="http://schemas.microsoft.com/office/drawing/2014/main" id="{7394B51D-1AF0-3E59-4CD9-5A7A02C8C5F9}"/>
              </a:ext>
            </a:extLst>
          </p:cNvPr>
          <p:cNvSpPr>
            <a:spLocks noGrp="1"/>
          </p:cNvSpPr>
          <p:nvPr/>
        </p:nvSpPr>
        <p:spPr>
          <a:xfrm>
            <a:off x="1478503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제형</a:t>
            </a:r>
          </a:p>
        </p:txBody>
      </p:sp>
      <p:sp>
        <p:nvSpPr>
          <p:cNvPr id="14" name="left-info-value-3">
            <a:extLst>
              <a:ext uri="{FF2B5EF4-FFF2-40B4-BE49-F238E27FC236}">
                <a16:creationId xmlns:a16="http://schemas.microsoft.com/office/drawing/2014/main" id="{06C9AC77-95E2-1F4A-6C6B-8FE57527DE92}"/>
              </a:ext>
            </a:extLst>
          </p:cNvPr>
          <p:cNvSpPr>
            <a:spLocks noGrp="1"/>
          </p:cNvSpPr>
          <p:nvPr/>
        </p:nvSpPr>
        <p:spPr>
          <a:xfrm>
            <a:off x="1478503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무색 반투명의</a:t>
            </a:r>
            <a:endParaRPr lang="en-US" altLang="ko-KR" sz="615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b="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점성 액상</a:t>
            </a:r>
            <a:endParaRPr lang="en-US" altLang="ko-KR"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5" name="left-info-label-4">
            <a:extLst>
              <a:ext uri="{FF2B5EF4-FFF2-40B4-BE49-F238E27FC236}">
                <a16:creationId xmlns:a16="http://schemas.microsoft.com/office/drawing/2014/main" id="{032E7830-C8CA-ECE9-F59F-E6C150097B4D}"/>
              </a:ext>
            </a:extLst>
          </p:cNvPr>
          <p:cNvSpPr>
            <a:spLocks noGrp="1"/>
          </p:cNvSpPr>
          <p:nvPr/>
        </p:nvSpPr>
        <p:spPr>
          <a:xfrm>
            <a:off x="2088281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제품군</a:t>
            </a:r>
          </a:p>
        </p:txBody>
      </p:sp>
      <p:sp>
        <p:nvSpPr>
          <p:cNvPr id="16" name="left-info-value-4">
            <a:extLst>
              <a:ext uri="{FF2B5EF4-FFF2-40B4-BE49-F238E27FC236}">
                <a16:creationId xmlns:a16="http://schemas.microsoft.com/office/drawing/2014/main" id="{90CFDDC0-31FE-D55D-05D2-DEEF0D733F4D}"/>
              </a:ext>
            </a:extLst>
          </p:cNvPr>
          <p:cNvSpPr>
            <a:spLocks noGrp="1"/>
          </p:cNvSpPr>
          <p:nvPr/>
        </p:nvSpPr>
        <p:spPr>
          <a:xfrm>
            <a:off x="2088281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두피 앰플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7" name="left-info-label-5">
            <a:extLst>
              <a:ext uri="{FF2B5EF4-FFF2-40B4-BE49-F238E27FC236}">
                <a16:creationId xmlns:a16="http://schemas.microsoft.com/office/drawing/2014/main" id="{A487C3EE-25FD-D2A7-22C7-905D439E5AEE}"/>
              </a:ext>
            </a:extLst>
          </p:cNvPr>
          <p:cNvSpPr>
            <a:spLocks noGrp="1"/>
          </p:cNvSpPr>
          <p:nvPr/>
        </p:nvSpPr>
        <p:spPr>
          <a:xfrm>
            <a:off x="2698059" y="6814500"/>
            <a:ext cx="559659" cy="11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rPr>
              <a:t>패키지</a:t>
            </a:r>
          </a:p>
        </p:txBody>
      </p:sp>
      <p:sp>
        <p:nvSpPr>
          <p:cNvPr id="18" name="left-info-value-5">
            <a:extLst>
              <a:ext uri="{FF2B5EF4-FFF2-40B4-BE49-F238E27FC236}">
                <a16:creationId xmlns:a16="http://schemas.microsoft.com/office/drawing/2014/main" id="{EFB130F7-3DBF-29EC-0160-AF9C15DC8930}"/>
              </a:ext>
            </a:extLst>
          </p:cNvPr>
          <p:cNvSpPr>
            <a:spLocks noGrp="1"/>
          </p:cNvSpPr>
          <p:nvPr/>
        </p:nvSpPr>
        <p:spPr>
          <a:xfrm>
            <a:off x="2698059" y="7003500"/>
            <a:ext cx="559659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15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펌프</a:t>
            </a:r>
            <a:endParaRPr sz="615" b="0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9" name="proposal-number">
            <a:extLst>
              <a:ext uri="{FF2B5EF4-FFF2-40B4-BE49-F238E27FC236}">
                <a16:creationId xmlns:a16="http://schemas.microsoft.com/office/drawing/2014/main" id="{E0A5190A-F5ED-C7FB-F757-2F4F1F29E836}"/>
              </a:ext>
            </a:extLst>
          </p:cNvPr>
          <p:cNvSpPr>
            <a:spLocks noGrp="1"/>
          </p:cNvSpPr>
          <p:nvPr/>
        </p:nvSpPr>
        <p:spPr>
          <a:xfrm>
            <a:off x="9439031" y="336000"/>
            <a:ext cx="868725" cy="33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5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500" b="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No. </a:t>
            </a:r>
            <a:r>
              <a:rPr lang="en-US" sz="150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10</a:t>
            </a:r>
            <a:endParaRPr sz="1500" b="0" dirty="0">
              <a:solidFill>
                <a:srgbClr val="315F4B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23" name="intro-accent-line">
            <a:extLst>
              <a:ext uri="{FF2B5EF4-FFF2-40B4-BE49-F238E27FC236}">
                <a16:creationId xmlns:a16="http://schemas.microsoft.com/office/drawing/2014/main" id="{A2980233-DDD5-5071-E7E4-E60562A730FB}"/>
              </a:ext>
            </a:extLst>
          </p:cNvPr>
          <p:cNvSpPr>
            <a:spLocks noGrp="1"/>
          </p:cNvSpPr>
          <p:nvPr/>
        </p:nvSpPr>
        <p:spPr>
          <a:xfrm>
            <a:off x="3742200" y="451500"/>
            <a:ext cx="0" cy="672000"/>
          </a:xfrm>
          <a:prstGeom prst="line">
            <a:avLst/>
          </a:prstGeom>
          <a:noFill/>
          <a:ln w="19050">
            <a:solidFill>
              <a:srgbClr val="2E5C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intro-title">
            <a:extLst>
              <a:ext uri="{FF2B5EF4-FFF2-40B4-BE49-F238E27FC236}">
                <a16:creationId xmlns:a16="http://schemas.microsoft.com/office/drawing/2014/main" id="{4CA9B069-2CC1-2F0B-1990-98C236B05476}"/>
              </a:ext>
            </a:extLst>
          </p:cNvPr>
          <p:cNvSpPr>
            <a:spLocks noGrp="1"/>
          </p:cNvSpPr>
          <p:nvPr/>
        </p:nvSpPr>
        <p:spPr>
          <a:xfrm>
            <a:off x="3931537" y="532000"/>
            <a:ext cx="5178938" cy="5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12000"/>
              </a:lnSpc>
              <a:defRPr sz="1275" b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1275" dirty="0" err="1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스피큘</a:t>
            </a:r>
            <a:r>
              <a:rPr lang="ko-KR" altLang="en-US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 함유로 더 깊숙이 스며드는</a:t>
            </a:r>
            <a:endParaRPr lang="en-US" altLang="ko-KR" sz="1275" dirty="0">
              <a:solidFill>
                <a:srgbClr val="26362F"/>
              </a:solidFill>
              <a:latin typeface="Paperlogy 5 Medium"/>
              <a:ea typeface="Paperlogy 5 Medium"/>
              <a:cs typeface="Paperlogy 5 Medium"/>
            </a:endParaRPr>
          </a:p>
          <a:p>
            <a:pPr>
              <a:lnSpc>
                <a:spcPct val="112000"/>
              </a:lnSpc>
              <a:defRPr sz="1275" b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탈모 기능성 두피 앰플</a:t>
            </a:r>
          </a:p>
        </p:txBody>
      </p:sp>
      <p:sp>
        <p:nvSpPr>
          <p:cNvPr id="26" name="concept-band">
            <a:extLst>
              <a:ext uri="{FF2B5EF4-FFF2-40B4-BE49-F238E27FC236}">
                <a16:creationId xmlns:a16="http://schemas.microsoft.com/office/drawing/2014/main" id="{D04BFF8B-9D80-9E60-8D32-6B5102BADFB0}"/>
              </a:ext>
            </a:extLst>
          </p:cNvPr>
          <p:cNvSpPr>
            <a:spLocks noGrp="1"/>
          </p:cNvSpPr>
          <p:nvPr/>
        </p:nvSpPr>
        <p:spPr>
          <a:xfrm>
            <a:off x="3441488" y="1343999"/>
            <a:ext cx="7150275" cy="3028825"/>
          </a:xfrm>
          <a:prstGeom prst="rect">
            <a:avLst/>
          </a:prstGeom>
          <a:solidFill>
            <a:srgbClr val="F1F4F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concept-band-accent">
            <a:extLst>
              <a:ext uri="{FF2B5EF4-FFF2-40B4-BE49-F238E27FC236}">
                <a16:creationId xmlns:a16="http://schemas.microsoft.com/office/drawing/2014/main" id="{4CC30E4F-194A-EDAF-6A6A-512E3FFC8013}"/>
              </a:ext>
            </a:extLst>
          </p:cNvPr>
          <p:cNvSpPr>
            <a:spLocks noGrp="1"/>
          </p:cNvSpPr>
          <p:nvPr/>
        </p:nvSpPr>
        <p:spPr>
          <a:xfrm>
            <a:off x="3441488" y="1343999"/>
            <a:ext cx="83531" cy="3028825"/>
          </a:xfrm>
          <a:prstGeom prst="rect">
            <a:avLst/>
          </a:prstGeom>
          <a:solidFill>
            <a:srgbClr val="2E5C63"/>
          </a:solidFill>
          <a:ln w="0">
            <a:solidFill>
              <a:srgbClr val="2E5C6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concept-title">
            <a:extLst>
              <a:ext uri="{FF2B5EF4-FFF2-40B4-BE49-F238E27FC236}">
                <a16:creationId xmlns:a16="http://schemas.microsoft.com/office/drawing/2014/main" id="{BB97A28E-6569-CFFD-E2BA-CB9F3EB15341}"/>
              </a:ext>
            </a:extLst>
          </p:cNvPr>
          <p:cNvSpPr>
            <a:spLocks noGrp="1"/>
          </p:cNvSpPr>
          <p:nvPr/>
        </p:nvSpPr>
        <p:spPr>
          <a:xfrm>
            <a:off x="3725494" y="1575000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dirty="0" err="1">
                <a:solidFill>
                  <a:srgbClr val="2E5C63"/>
                </a:solidFill>
                <a:latin typeface="Paperlogy 7 Bold"/>
                <a:ea typeface="Paperlogy 7 Bold"/>
                <a:cs typeface="Paperlogy 7 Bold"/>
              </a:rPr>
              <a:t>바이오틴</a:t>
            </a:r>
            <a:r>
              <a:rPr lang="ko-KR" altLang="en-US" dirty="0">
                <a:solidFill>
                  <a:srgbClr val="2E5C63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en-US" altLang="ko-KR" dirty="0">
                <a:solidFill>
                  <a:srgbClr val="2E5C63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lang="ko-KR" altLang="en-US" dirty="0" err="1">
                <a:solidFill>
                  <a:srgbClr val="2E5C63"/>
                </a:solidFill>
                <a:latin typeface="Paperlogy 7 Bold"/>
                <a:ea typeface="Paperlogy 7 Bold"/>
                <a:cs typeface="Paperlogy 7 Bold"/>
              </a:rPr>
              <a:t>덱스판테놀</a:t>
            </a:r>
            <a:r>
              <a:rPr lang="en-US" altLang="ko-KR" dirty="0">
                <a:solidFill>
                  <a:srgbClr val="2E5C63"/>
                </a:solidFill>
                <a:latin typeface="Paperlogy 7 Bold"/>
                <a:ea typeface="Paperlogy 7 Bold"/>
                <a:cs typeface="Paperlogy 7 Bold"/>
              </a:rPr>
              <a:t> · </a:t>
            </a:r>
            <a:r>
              <a:rPr lang="ko-KR" altLang="en-US" dirty="0" err="1">
                <a:solidFill>
                  <a:srgbClr val="2E5C63"/>
                </a:solidFill>
                <a:latin typeface="Paperlogy 7 Bold"/>
                <a:ea typeface="Paperlogy 7 Bold"/>
                <a:cs typeface="Paperlogy 7 Bold"/>
              </a:rPr>
              <a:t>스피큘</a:t>
            </a:r>
            <a:r>
              <a:rPr lang="ko-KR" altLang="en-US" dirty="0">
                <a:solidFill>
                  <a:srgbClr val="2E5C63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en-US" altLang="ko-KR" dirty="0">
                <a:solidFill>
                  <a:srgbClr val="2E5C63"/>
                </a:solidFill>
                <a:latin typeface="Paperlogy 7 Bold"/>
                <a:ea typeface="Paperlogy 7 Bold"/>
                <a:cs typeface="Paperlogy 7 Bold"/>
              </a:rPr>
              <a:t>&amp;</a:t>
            </a:r>
            <a:r>
              <a:rPr lang="ko-KR" altLang="en-US" dirty="0">
                <a:solidFill>
                  <a:srgbClr val="2E5C63"/>
                </a:solidFill>
                <a:latin typeface="Paperlogy 7 Bold"/>
                <a:ea typeface="Paperlogy 7 Bold"/>
                <a:cs typeface="Paperlogy 7 Bold"/>
              </a:rPr>
              <a:t> 탈모 기능성 </a:t>
            </a:r>
            <a:r>
              <a:rPr lang="ko-KR" altLang="en-US" dirty="0" err="1">
                <a:solidFill>
                  <a:srgbClr val="2E5C63"/>
                </a:solidFill>
                <a:latin typeface="Paperlogy 7 Bold"/>
                <a:ea typeface="Paperlogy 7 Bold"/>
                <a:cs typeface="Paperlogy 7 Bold"/>
              </a:rPr>
              <a:t>포뮬러</a:t>
            </a:r>
            <a:endParaRPr lang="ko-KR" altLang="en-US" dirty="0">
              <a:solidFill>
                <a:srgbClr val="2E5C63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29" name="concept-body">
            <a:extLst>
              <a:ext uri="{FF2B5EF4-FFF2-40B4-BE49-F238E27FC236}">
                <a16:creationId xmlns:a16="http://schemas.microsoft.com/office/drawing/2014/main" id="{74722B1B-2D61-52CE-2D3A-3DBCB4D7771B}"/>
              </a:ext>
            </a:extLst>
          </p:cNvPr>
          <p:cNvSpPr>
            <a:spLocks noGrp="1"/>
          </p:cNvSpPr>
          <p:nvPr/>
        </p:nvSpPr>
        <p:spPr>
          <a:xfrm>
            <a:off x="3725494" y="2047500"/>
            <a:ext cx="6298256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10000"/>
              </a:lnSpc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탈모 증상 완화 기능성 성분과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스피큘을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적용하여 두피에 유효성분을 전달하고 모발과 두피를 집중적으로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케어합니다</a:t>
            </a:r>
            <a:r>
              <a:rPr lang="en-US" altLang="ko-KR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</a:t>
            </a:r>
            <a:endParaRPr sz="1050" b="0" dirty="0">
              <a:solidFill>
                <a:srgbClr val="26362F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30" name="technology-section-title">
            <a:extLst>
              <a:ext uri="{FF2B5EF4-FFF2-40B4-BE49-F238E27FC236}">
                <a16:creationId xmlns:a16="http://schemas.microsoft.com/office/drawing/2014/main" id="{B60096B8-A9A4-FC92-72D6-518873592212}"/>
              </a:ext>
            </a:extLst>
          </p:cNvPr>
          <p:cNvSpPr>
            <a:spLocks noGrp="1"/>
          </p:cNvSpPr>
          <p:nvPr/>
        </p:nvSpPr>
        <p:spPr>
          <a:xfrm>
            <a:off x="3725494" y="4475580"/>
            <a:ext cx="3424781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125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rPr>
              <a:t>TECHNOLOGY &amp; MECHANISM</a:t>
            </a:r>
          </a:p>
        </p:txBody>
      </p:sp>
      <p:sp>
        <p:nvSpPr>
          <p:cNvPr id="31" name="technology-section-rule">
            <a:extLst>
              <a:ext uri="{FF2B5EF4-FFF2-40B4-BE49-F238E27FC236}">
                <a16:creationId xmlns:a16="http://schemas.microsoft.com/office/drawing/2014/main" id="{F765C7D8-5DBA-64E9-95BF-BD75EFFD947B}"/>
              </a:ext>
            </a:extLst>
          </p:cNvPr>
          <p:cNvSpPr>
            <a:spLocks noGrp="1"/>
          </p:cNvSpPr>
          <p:nvPr/>
        </p:nvSpPr>
        <p:spPr>
          <a:xfrm>
            <a:off x="3714750" y="4733515"/>
            <a:ext cx="6486525" cy="0"/>
          </a:xfrm>
          <a:prstGeom prst="line">
            <a:avLst/>
          </a:prstGeom>
          <a:noFill/>
          <a:ln w="9525">
            <a:solidFill>
              <a:srgbClr val="B7C8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profile-section-title">
            <a:extLst>
              <a:ext uri="{FF2B5EF4-FFF2-40B4-BE49-F238E27FC236}">
                <a16:creationId xmlns:a16="http://schemas.microsoft.com/office/drawing/2014/main" id="{A0003883-EF37-0BD1-8336-7EB35BC062BD}"/>
              </a:ext>
            </a:extLst>
          </p:cNvPr>
          <p:cNvSpPr>
            <a:spLocks noGrp="1"/>
          </p:cNvSpPr>
          <p:nvPr/>
        </p:nvSpPr>
        <p:spPr>
          <a:xfrm>
            <a:off x="3725494" y="6215680"/>
            <a:ext cx="2088281" cy="2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13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130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rPr>
              <a:t>PRODUCT PROFILE</a:t>
            </a:r>
          </a:p>
        </p:txBody>
      </p:sp>
      <p:sp>
        <p:nvSpPr>
          <p:cNvPr id="66" name="footer-page">
            <a:extLst>
              <a:ext uri="{FF2B5EF4-FFF2-40B4-BE49-F238E27FC236}">
                <a16:creationId xmlns:a16="http://schemas.microsoft.com/office/drawing/2014/main" id="{561D3275-A9D4-8F2C-829C-0375130DD695}"/>
              </a:ext>
            </a:extLst>
          </p:cNvPr>
          <p:cNvSpPr>
            <a:spLocks noGrp="1"/>
          </p:cNvSpPr>
          <p:nvPr/>
        </p:nvSpPr>
        <p:spPr>
          <a:xfrm>
            <a:off x="10244599" y="7293800"/>
            <a:ext cx="284006" cy="14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675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en-US" sz="675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10</a:t>
            </a:r>
            <a:endParaRPr sz="675" b="0" dirty="0">
              <a:solidFill>
                <a:srgbClr val="315F4B"/>
              </a:solidFill>
              <a:latin typeface="Paperlogy 7 Bold"/>
              <a:ea typeface="Paperlogy 7 Bold"/>
              <a:cs typeface="Paperlogy 7 Bold"/>
            </a:endParaRPr>
          </a:p>
        </p:txBody>
      </p:sp>
      <p:graphicFrame>
        <p:nvGraphicFramePr>
          <p:cNvPr id="556" name="표 24">
            <a:extLst>
              <a:ext uri="{FF2B5EF4-FFF2-40B4-BE49-F238E27FC236}">
                <a16:creationId xmlns:a16="http://schemas.microsoft.com/office/drawing/2014/main" id="{0A4F4C6E-5F98-2203-F525-BA7377F39D33}"/>
              </a:ext>
            </a:extLst>
          </p:cNvPr>
          <p:cNvGraphicFramePr/>
          <p:nvPr/>
        </p:nvGraphicFramePr>
        <p:xfrm>
          <a:off x="3725493" y="6501279"/>
          <a:ext cx="6482026" cy="672000"/>
        </p:xfrm>
        <a:graphic>
          <a:graphicData uri="http://schemas.openxmlformats.org/drawingml/2006/table">
            <a:tbl>
              <a:tblPr/>
              <a:tblGrid>
                <a:gridCol w="3241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1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rgbClr val="FFFFFF"/>
                          </a:solidFill>
                          <a:latin typeface="Paperlogy 7 Bold"/>
                          <a:ea typeface="Paperlogy 7 Bold"/>
                          <a:cs typeface="Paperlogy 7 Bold"/>
                        </a:rPr>
                        <a:t>INGREDIENT</a:t>
                      </a:r>
                    </a:p>
                  </a:txBody>
                  <a:tcPr anchor="ctr">
                    <a:lnL w="12700">
                      <a:solidFill>
                        <a:srgbClr val="B7C8CA"/>
                      </a:solidFill>
                    </a:lnL>
                    <a:lnR w="12700">
                      <a:solidFill>
                        <a:srgbClr val="B7C8CA"/>
                      </a:solidFill>
                    </a:lnR>
                    <a:lnT w="12700">
                      <a:solidFill>
                        <a:srgbClr val="B7C8CA"/>
                      </a:solidFill>
                    </a:lnT>
                    <a:lnB w="12700">
                      <a:solidFill>
                        <a:srgbClr val="B7C8CA"/>
                      </a:solidFill>
                    </a:lnB>
                    <a:solidFill>
                      <a:srgbClr val="2E5C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Paperlogy 7 Bold"/>
                          <a:ea typeface="Paperlogy 7 Bold"/>
                          <a:cs typeface="Paperlogy 7 Bold"/>
                        </a:rPr>
                        <a:t>FINISH</a:t>
                      </a:r>
                      <a:endParaRPr sz="900" dirty="0">
                        <a:solidFill>
                          <a:srgbClr val="FFFFFF"/>
                        </a:solidFill>
                        <a:latin typeface="Paperlogy 7 Bold"/>
                        <a:ea typeface="Paperlogy 7 Bold"/>
                        <a:cs typeface="Paperlogy 7 Bold"/>
                      </a:endParaRPr>
                    </a:p>
                  </a:txBody>
                  <a:tcPr anchor="ctr">
                    <a:lnL w="12700">
                      <a:solidFill>
                        <a:srgbClr val="B7C8CA"/>
                      </a:solidFill>
                    </a:lnL>
                    <a:lnR w="12700">
                      <a:solidFill>
                        <a:srgbClr val="B7C8CA"/>
                      </a:solidFill>
                    </a:lnR>
                    <a:lnT w="12700">
                      <a:solidFill>
                        <a:srgbClr val="B7C8CA"/>
                      </a:solidFill>
                    </a:lnT>
                    <a:lnB w="12700">
                      <a:solidFill>
                        <a:srgbClr val="B7C8CA"/>
                      </a:solidFill>
                    </a:lnB>
                    <a:solidFill>
                      <a:srgbClr val="2E5C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b="1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바이오틴</a:t>
                      </a:r>
                      <a:r>
                        <a:rPr lang="en-US" altLang="ko-KR" sz="900" b="1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, </a:t>
                      </a:r>
                      <a:r>
                        <a:rPr lang="ko-KR" altLang="en-US" sz="900" b="1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덱스판테놀</a:t>
                      </a:r>
                      <a:r>
                        <a:rPr lang="en-US" altLang="ko-KR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카페인</a:t>
                      </a:r>
                      <a:r>
                        <a:rPr lang="en-US" altLang="ko-KR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, </a:t>
                      </a:r>
                      <a:r>
                        <a:rPr lang="ko-KR" altLang="en-US"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맥주효모</a:t>
                      </a:r>
                      <a:r>
                        <a:rPr lang="ko-KR" altLang="en-US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추출물</a:t>
                      </a:r>
                      <a:r>
                        <a:rPr lang="en-US" altLang="ko-KR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, PDRN </a:t>
                      </a:r>
                      <a:r>
                        <a:rPr lang="ko-KR" altLang="en-US"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스피큘</a:t>
                      </a:r>
                      <a:endParaRPr lang="en-US" altLang="ko-KR" sz="900" dirty="0">
                        <a:solidFill>
                          <a:srgbClr val="26362F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 anchor="ctr">
                    <a:lnL w="12700">
                      <a:solidFill>
                        <a:srgbClr val="B7C8CA"/>
                      </a:solidFill>
                    </a:lnL>
                    <a:lnR w="12700">
                      <a:solidFill>
                        <a:srgbClr val="B7C8CA"/>
                      </a:solidFill>
                    </a:lnR>
                    <a:lnT w="12700">
                      <a:solidFill>
                        <a:srgbClr val="B7C8CA"/>
                      </a:solidFill>
                    </a:lnT>
                    <a:lnB w="12700">
                      <a:solidFill>
                        <a:srgbClr val="B7C8CA"/>
                      </a:solidFill>
                    </a:lnB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빠르게 흡수되는 청량하고 산뜻한 두피 마무리</a:t>
                      </a:r>
                    </a:p>
                  </a:txBody>
                  <a:tcPr anchor="ctr">
                    <a:lnL w="12700">
                      <a:solidFill>
                        <a:srgbClr val="B7C8CA"/>
                      </a:solidFill>
                    </a:lnL>
                    <a:lnR w="12700">
                      <a:solidFill>
                        <a:srgbClr val="B7C8CA"/>
                      </a:solidFill>
                    </a:lnR>
                    <a:lnT w="12700">
                      <a:solidFill>
                        <a:srgbClr val="B7C8CA"/>
                      </a:solidFill>
                    </a:lnT>
                    <a:lnB w="12700">
                      <a:solidFill>
                        <a:srgbClr val="B7C8CA"/>
                      </a:solidFill>
                    </a:lnB>
                    <a:solidFill>
                      <a:srgbClr val="F1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1" name="그림 20">
            <a:extLst>
              <a:ext uri="{FF2B5EF4-FFF2-40B4-BE49-F238E27FC236}">
                <a16:creationId xmlns:a16="http://schemas.microsoft.com/office/drawing/2014/main" id="{920FF5D7-8010-D781-4B63-186B207B5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359" y="4907467"/>
            <a:ext cx="805043" cy="101238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8A4895C2-A95D-6BB4-81EE-9ED8EA783B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4146" y="4903096"/>
            <a:ext cx="748876" cy="1018453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06589BFD-4C1C-0CD3-EB35-6A0E55848E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7850" y="4887432"/>
            <a:ext cx="748876" cy="1018453"/>
          </a:xfrm>
          <a:prstGeom prst="rect">
            <a:avLst/>
          </a:prstGeom>
        </p:spPr>
      </p:pic>
      <p:sp>
        <p:nvSpPr>
          <p:cNvPr id="36" name="오른쪽 화살표 149">
            <a:extLst>
              <a:ext uri="{FF2B5EF4-FFF2-40B4-BE49-F238E27FC236}">
                <a16:creationId xmlns:a16="http://schemas.microsoft.com/office/drawing/2014/main" id="{9CEF5FE1-5B03-63E6-8CFD-95E71797736E}"/>
              </a:ext>
            </a:extLst>
          </p:cNvPr>
          <p:cNvSpPr/>
          <p:nvPr/>
        </p:nvSpPr>
        <p:spPr>
          <a:xfrm>
            <a:off x="5321994" y="5377081"/>
            <a:ext cx="1097560" cy="73152"/>
          </a:xfrm>
          <a:prstGeom prst="rightArrow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50000">
                <a:schemeClr val="bg1">
                  <a:lumMod val="65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39" name="오른쪽 화살표 149">
            <a:extLst>
              <a:ext uri="{FF2B5EF4-FFF2-40B4-BE49-F238E27FC236}">
                <a16:creationId xmlns:a16="http://schemas.microsoft.com/office/drawing/2014/main" id="{AA547571-D9D5-3134-4700-082B126EAF66}"/>
              </a:ext>
            </a:extLst>
          </p:cNvPr>
          <p:cNvSpPr/>
          <p:nvPr/>
        </p:nvSpPr>
        <p:spPr>
          <a:xfrm>
            <a:off x="7497614" y="5375747"/>
            <a:ext cx="1125644" cy="73152"/>
          </a:xfrm>
          <a:prstGeom prst="rightArrow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50000">
                <a:schemeClr val="bg1">
                  <a:lumMod val="65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41" name="example-disclaimer">
            <a:extLst>
              <a:ext uri="{FF2B5EF4-FFF2-40B4-BE49-F238E27FC236}">
                <a16:creationId xmlns:a16="http://schemas.microsoft.com/office/drawing/2014/main" id="{112D6BFE-B5DE-882C-9B18-749A9D35AE1C}"/>
              </a:ext>
            </a:extLst>
          </p:cNvPr>
          <p:cNvSpPr>
            <a:spLocks noGrp="1"/>
          </p:cNvSpPr>
          <p:nvPr/>
        </p:nvSpPr>
        <p:spPr>
          <a:xfrm>
            <a:off x="4572833" y="5990894"/>
            <a:ext cx="5154883" cy="16914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430" b="0">
                <a:solidFill>
                  <a:srgbClr val="66756D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en-US" altLang="ko-KR" sz="800" dirty="0">
                <a:latin typeface="페이퍼로지 5 Medium"/>
                <a:ea typeface="페이퍼로지 5 Medium"/>
                <a:cs typeface="페이퍼로지 5 Medium"/>
              </a:rPr>
              <a:t>PDRN </a:t>
            </a:r>
            <a:r>
              <a:rPr lang="ko-KR" altLang="en-US" sz="800" dirty="0" err="1">
                <a:latin typeface="페이퍼로지 5 Medium"/>
                <a:ea typeface="페이퍼로지 5 Medium"/>
                <a:cs typeface="페이퍼로지 5 Medium"/>
              </a:rPr>
              <a:t>스피큘이</a:t>
            </a:r>
            <a:r>
              <a:rPr lang="ko-KR" altLang="en-US" sz="800" dirty="0">
                <a:latin typeface="페이퍼로지 5 Medium"/>
                <a:ea typeface="페이퍼로지 5 Medium"/>
                <a:cs typeface="페이퍼로지 5 Medium"/>
              </a:rPr>
              <a:t> 두피에 미세 전달 통로를 형성하고 </a:t>
            </a:r>
            <a:r>
              <a:rPr lang="ko-KR" altLang="en-US" sz="800" dirty="0" err="1">
                <a:latin typeface="페이퍼로지 5 Medium"/>
                <a:ea typeface="페이퍼로지 5 Medium"/>
                <a:cs typeface="페이퍼로지 5 Medium"/>
              </a:rPr>
              <a:t>바이오틴</a:t>
            </a:r>
            <a:r>
              <a:rPr lang="en-US" altLang="ko-KR" sz="800" dirty="0">
                <a:latin typeface="페이퍼로지 5 Medium"/>
                <a:ea typeface="페이퍼로지 5 Medium"/>
                <a:cs typeface="페이퍼로지 5 Medium"/>
              </a:rPr>
              <a:t>, </a:t>
            </a:r>
            <a:r>
              <a:rPr lang="ko-KR" altLang="en-US" sz="800" dirty="0" err="1">
                <a:latin typeface="페이퍼로지 5 Medium"/>
                <a:ea typeface="페이퍼로지 5 Medium"/>
                <a:cs typeface="페이퍼로지 5 Medium"/>
              </a:rPr>
              <a:t>덱스판테놀</a:t>
            </a:r>
            <a:r>
              <a:rPr lang="en-US" altLang="ko-KR" sz="800" dirty="0">
                <a:latin typeface="페이퍼로지 5 Medium"/>
                <a:ea typeface="페이퍼로지 5 Medium"/>
                <a:cs typeface="페이퍼로지 5 Medium"/>
              </a:rPr>
              <a:t>, </a:t>
            </a:r>
            <a:r>
              <a:rPr lang="ko-KR" altLang="en-US" sz="800" dirty="0">
                <a:latin typeface="페이퍼로지 5 Medium"/>
                <a:ea typeface="페이퍼로지 5 Medium"/>
                <a:cs typeface="페이퍼로지 5 Medium"/>
              </a:rPr>
              <a:t>카페인 성분이 </a:t>
            </a:r>
            <a:r>
              <a:rPr lang="ko-KR" altLang="en-US" sz="800" dirty="0" err="1">
                <a:latin typeface="페이퍼로지 5 Medium"/>
                <a:ea typeface="페이퍼로지 5 Medium"/>
                <a:cs typeface="페이퍼로지 5 Medium"/>
              </a:rPr>
              <a:t>모근과</a:t>
            </a:r>
            <a:r>
              <a:rPr lang="ko-KR" altLang="en-US" sz="800" dirty="0">
                <a:latin typeface="페이퍼로지 5 Medium"/>
                <a:ea typeface="페이퍼로지 5 Medium"/>
                <a:cs typeface="페이퍼로지 5 Medium"/>
              </a:rPr>
              <a:t> 두피 장벽 케어를 </a:t>
            </a:r>
            <a:r>
              <a:rPr lang="ko-KR" altLang="en-US" sz="800" dirty="0" err="1">
                <a:latin typeface="페이퍼로지 5 Medium"/>
                <a:ea typeface="페이퍼로지 5 Medium"/>
                <a:cs typeface="페이퍼로지 5 Medium"/>
              </a:rPr>
              <a:t>돕습니다</a:t>
            </a:r>
            <a:r>
              <a:rPr sz="800" dirty="0">
                <a:latin typeface="페이퍼로지 5 Medium"/>
                <a:ea typeface="페이퍼로지 5 Medium"/>
                <a:cs typeface="페이퍼로지 5 Medium"/>
              </a:rPr>
              <a:t>. </a:t>
            </a:r>
            <a:endParaRPr sz="800" b="0" dirty="0">
              <a:latin typeface="페이퍼로지 5 Medium"/>
              <a:ea typeface="페이퍼로지 5 Medium"/>
              <a:cs typeface="페이퍼로지 5 Medium"/>
            </a:endParaRPr>
          </a:p>
        </p:txBody>
      </p:sp>
      <p:sp>
        <p:nvSpPr>
          <p:cNvPr id="4" name="concept-title">
            <a:extLst>
              <a:ext uri="{FF2B5EF4-FFF2-40B4-BE49-F238E27FC236}">
                <a16:creationId xmlns:a16="http://schemas.microsoft.com/office/drawing/2014/main" id="{5E6E7653-A9A6-625F-CCEB-FCC122872D47}"/>
              </a:ext>
            </a:extLst>
          </p:cNvPr>
          <p:cNvSpPr>
            <a:spLocks noGrp="1"/>
          </p:cNvSpPr>
          <p:nvPr/>
        </p:nvSpPr>
        <p:spPr>
          <a:xfrm>
            <a:off x="3725495" y="2506697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1800" b="0" dirty="0">
                <a:solidFill>
                  <a:srgbClr val="2E5C63"/>
                </a:solidFill>
                <a:latin typeface="Paperlogy 7 Bold"/>
                <a:ea typeface="Paperlogy 7 Bold"/>
                <a:cs typeface="Paperlogy 7 Bold"/>
              </a:rPr>
              <a:t>모공보다 </a:t>
            </a:r>
            <a:r>
              <a:rPr lang="en-US" altLang="ko-KR" sz="1800" b="0" dirty="0">
                <a:solidFill>
                  <a:srgbClr val="2E5C63"/>
                </a:solidFill>
                <a:latin typeface="Paperlogy 7 Bold"/>
                <a:ea typeface="Paperlogy 7 Bold"/>
                <a:cs typeface="Paperlogy 7 Bold"/>
              </a:rPr>
              <a:t>184~462</a:t>
            </a:r>
            <a:r>
              <a:rPr lang="ko-KR" altLang="en-US" sz="1800" b="0" dirty="0">
                <a:solidFill>
                  <a:srgbClr val="2E5C63"/>
                </a:solidFill>
                <a:latin typeface="Paperlogy 7 Bold"/>
                <a:ea typeface="Paperlogy 7 Bold"/>
                <a:cs typeface="Paperlogy 7 Bold"/>
              </a:rPr>
              <a:t>배 작은 </a:t>
            </a:r>
            <a:r>
              <a:rPr lang="ko-KR" altLang="en-US" sz="1800" b="0" dirty="0" err="1">
                <a:solidFill>
                  <a:srgbClr val="2E5C63"/>
                </a:solidFill>
                <a:latin typeface="Paperlogy 7 Bold"/>
                <a:ea typeface="Paperlogy 7 Bold"/>
                <a:cs typeface="Paperlogy 7 Bold"/>
              </a:rPr>
              <a:t>엑소좀</a:t>
            </a:r>
            <a:r>
              <a:rPr lang="ko-KR" altLang="en-US" sz="1800" b="0" dirty="0">
                <a:solidFill>
                  <a:srgbClr val="2E5C63"/>
                </a:solidFill>
                <a:latin typeface="Paperlogy 7 Bold"/>
                <a:ea typeface="Paperlogy 7 Bold"/>
                <a:cs typeface="Paperlogy 7 Bold"/>
              </a:rPr>
              <a:t> 케어</a:t>
            </a:r>
            <a:endParaRPr sz="1800" b="0" dirty="0">
              <a:solidFill>
                <a:srgbClr val="2E5C63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20" name="concept-body">
            <a:extLst>
              <a:ext uri="{FF2B5EF4-FFF2-40B4-BE49-F238E27FC236}">
                <a16:creationId xmlns:a16="http://schemas.microsoft.com/office/drawing/2014/main" id="{175E13A6-4E04-4A0E-E2CB-9B6A0F2F91FF}"/>
              </a:ext>
            </a:extLst>
          </p:cNvPr>
          <p:cNvSpPr>
            <a:spLocks noGrp="1"/>
          </p:cNvSpPr>
          <p:nvPr/>
        </p:nvSpPr>
        <p:spPr>
          <a:xfrm>
            <a:off x="3725495" y="2979197"/>
            <a:ext cx="6298256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사람 모공보다 수백 배 작은 연어 </a:t>
            </a:r>
            <a:r>
              <a:rPr lang="en-US" altLang="ko-KR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PDRN </a:t>
            </a:r>
            <a:r>
              <a:rPr lang="ko-KR" altLang="en-US" sz="1050" b="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엑소좀과</a:t>
            </a:r>
            <a:r>
              <a:rPr lang="ko-KR" altLang="en-US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각종 효능 성분이 두피 컨디션과 모발 케어를 강화합니다</a:t>
            </a:r>
            <a:r>
              <a:rPr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 </a:t>
            </a:r>
          </a:p>
        </p:txBody>
      </p:sp>
      <p:sp>
        <p:nvSpPr>
          <p:cNvPr id="32" name="concept-title">
            <a:extLst>
              <a:ext uri="{FF2B5EF4-FFF2-40B4-BE49-F238E27FC236}">
                <a16:creationId xmlns:a16="http://schemas.microsoft.com/office/drawing/2014/main" id="{46400BEF-7924-2732-DDF4-3B1A318BF3EE}"/>
              </a:ext>
            </a:extLst>
          </p:cNvPr>
          <p:cNvSpPr>
            <a:spLocks noGrp="1"/>
          </p:cNvSpPr>
          <p:nvPr/>
        </p:nvSpPr>
        <p:spPr>
          <a:xfrm>
            <a:off x="3725496" y="3484248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1800" b="0" dirty="0">
                <a:solidFill>
                  <a:srgbClr val="2E5C63"/>
                </a:solidFill>
                <a:latin typeface="Paperlogy 7 Bold"/>
                <a:ea typeface="Paperlogy 7 Bold"/>
                <a:cs typeface="Paperlogy 7 Bold"/>
              </a:rPr>
              <a:t>청량한 사용감과 산뜻한 두피 마무리</a:t>
            </a:r>
            <a:endParaRPr sz="1800" b="0" dirty="0">
              <a:solidFill>
                <a:srgbClr val="2E5C63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35" name="concept-body">
            <a:extLst>
              <a:ext uri="{FF2B5EF4-FFF2-40B4-BE49-F238E27FC236}">
                <a16:creationId xmlns:a16="http://schemas.microsoft.com/office/drawing/2014/main" id="{22DCB825-8B68-9EFA-188C-C67ED7695224}"/>
              </a:ext>
            </a:extLst>
          </p:cNvPr>
          <p:cNvSpPr>
            <a:spLocks noGrp="1"/>
          </p:cNvSpPr>
          <p:nvPr/>
        </p:nvSpPr>
        <p:spPr>
          <a:xfrm>
            <a:off x="3725496" y="3956748"/>
            <a:ext cx="6298256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바른 후 두피에 청량감을 부여하고 끈적임과 무거운 사용감을 줄여 얇은 모발에도 부담 없이 사용할 수 있습니다</a:t>
            </a:r>
            <a:r>
              <a:rPr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 </a:t>
            </a:r>
          </a:p>
        </p:txBody>
      </p:sp>
      <p:pic>
        <p:nvPicPr>
          <p:cNvPr id="8" name="Hwahae icon">
            <a:extLst>
              <a:ext uri="{FF2B5EF4-FFF2-40B4-BE49-F238E27FC236}">
                <a16:creationId xmlns:a16="http://schemas.microsoft.com/office/drawing/2014/main" id="{125CD236-BAF6-7454-6812-CDC9AD423A9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3333" r="33333"/>
          <a:stretch/>
        </p:blipFill>
        <p:spPr>
          <a:xfrm>
            <a:off x="10140695" y="652332"/>
            <a:ext cx="434363" cy="434363"/>
          </a:xfrm>
          <a:prstGeom prst="rect">
            <a:avLst/>
          </a:prstGeom>
        </p:spPr>
      </p:pic>
      <p:sp>
        <p:nvSpPr>
          <p:cNvPr id="34" name="pictogram-label-hwahae">
            <a:extLst>
              <a:ext uri="{FF2B5EF4-FFF2-40B4-BE49-F238E27FC236}">
                <a16:creationId xmlns:a16="http://schemas.microsoft.com/office/drawing/2014/main" id="{8A51A582-F12C-E074-BBF6-B7EDAA7DE7E2}"/>
              </a:ext>
            </a:extLst>
          </p:cNvPr>
          <p:cNvSpPr>
            <a:spLocks noGrp="1"/>
          </p:cNvSpPr>
          <p:nvPr/>
        </p:nvSpPr>
        <p:spPr>
          <a:xfrm>
            <a:off x="10140694" y="1174014"/>
            <a:ext cx="434363" cy="12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563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rPr>
              <a:t>화해</a:t>
            </a:r>
          </a:p>
        </p:txBody>
      </p:sp>
    </p:spTree>
    <p:extLst>
      <p:ext uri="{BB962C8B-B14F-4D97-AF65-F5344CB8AC3E}">
        <p14:creationId xmlns:p14="http://schemas.microsoft.com/office/powerpoint/2010/main" val="2074164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48B53-3887-304D-AF84-A0FAFA1A9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그림 67">
            <a:extLst>
              <a:ext uri="{FF2B5EF4-FFF2-40B4-BE49-F238E27FC236}">
                <a16:creationId xmlns:a16="http://schemas.microsoft.com/office/drawing/2014/main" id="{E3680E7D-99D0-3727-EA12-5F28C0DFFDF2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025" y="107923"/>
            <a:ext cx="3336850" cy="7343505"/>
          </a:xfrm>
          <a:prstGeom prst="rect">
            <a:avLst/>
          </a:prstGeom>
        </p:spPr>
      </p:pic>
      <p:sp>
        <p:nvSpPr>
          <p:cNvPr id="8" name="left-title-panel">
            <a:extLst>
              <a:ext uri="{FF2B5EF4-FFF2-40B4-BE49-F238E27FC236}">
                <a16:creationId xmlns:a16="http://schemas.microsoft.com/office/drawing/2014/main" id="{18B739E3-EF46-28D3-F90D-3131AE757A0F}"/>
              </a:ext>
            </a:extLst>
          </p:cNvPr>
          <p:cNvSpPr>
            <a:spLocks noGrp="1"/>
          </p:cNvSpPr>
          <p:nvPr/>
        </p:nvSpPr>
        <p:spPr>
          <a:xfrm>
            <a:off x="250594" y="294001"/>
            <a:ext cx="2923594" cy="1848000"/>
          </a:xfrm>
          <a:prstGeom prst="rect">
            <a:avLst/>
          </a:prstGeom>
          <a:solidFill>
            <a:srgbClr val="FAEFF2"/>
          </a:solidFill>
          <a:ln w="8400">
            <a:solidFill>
              <a:srgbClr val="CDB3BE"/>
            </a:solidFill>
            <a:prstDash val="solid"/>
          </a:ln>
        </p:spPr>
        <p:txBody>
          <a:bodyPr/>
          <a:lstStyle/>
          <a:p>
            <a:endParaRPr sz="1800"/>
          </a:p>
        </p:txBody>
      </p:sp>
      <p:sp>
        <p:nvSpPr>
          <p:cNvPr id="43" name="left-info-outline">
            <a:extLst>
              <a:ext uri="{FF2B5EF4-FFF2-40B4-BE49-F238E27FC236}">
                <a16:creationId xmlns:a16="http://schemas.microsoft.com/office/drawing/2014/main" id="{6A4AE037-CE15-B348-A6E9-FFAF325B0FDD}"/>
              </a:ext>
            </a:extLst>
          </p:cNvPr>
          <p:cNvSpPr>
            <a:spLocks noGrp="1"/>
          </p:cNvSpPr>
          <p:nvPr/>
        </p:nvSpPr>
        <p:spPr>
          <a:xfrm>
            <a:off x="200475" y="6720000"/>
            <a:ext cx="3140775" cy="609000"/>
          </a:xfrm>
          <a:prstGeom prst="rect">
            <a:avLst/>
          </a:prstGeom>
          <a:solidFill>
            <a:srgbClr val="805260">
              <a:alpha val="36000"/>
            </a:srgbClr>
          </a:solidFill>
          <a:ln w="6824">
            <a:solidFill>
              <a:srgbClr val="E6EEE7">
                <a:alpha val="90000"/>
              </a:srgbClr>
            </a:solidFill>
            <a:prstDash val="solid"/>
          </a:ln>
        </p:spPr>
        <p:txBody>
          <a:bodyPr/>
          <a:lstStyle/>
          <a:p>
            <a:endParaRPr sz="1800"/>
          </a:p>
        </p:txBody>
      </p:sp>
      <p:sp>
        <p:nvSpPr>
          <p:cNvPr id="67" name="outer-border">
            <a:extLst>
              <a:ext uri="{FF2B5EF4-FFF2-40B4-BE49-F238E27FC236}">
                <a16:creationId xmlns:a16="http://schemas.microsoft.com/office/drawing/2014/main" id="{31541111-196D-9442-A6DA-2E5A4CBE2836}"/>
              </a:ext>
            </a:extLst>
          </p:cNvPr>
          <p:cNvSpPr>
            <a:spLocks noGrp="1"/>
          </p:cNvSpPr>
          <p:nvPr/>
        </p:nvSpPr>
        <p:spPr>
          <a:xfrm>
            <a:off x="100238" y="105000"/>
            <a:ext cx="10491525" cy="7350000"/>
          </a:xfrm>
          <a:prstGeom prst="rect">
            <a:avLst/>
          </a:prstGeom>
          <a:noFill/>
          <a:ln w="11550">
            <a:solidFill>
              <a:srgbClr val="E8D7DE"/>
            </a:solidFill>
            <a:prstDash val="solid"/>
          </a:ln>
        </p:spPr>
        <p:txBody>
          <a:bodyPr/>
          <a:lstStyle/>
          <a:p>
            <a:endParaRPr sz="1800"/>
          </a:p>
        </p:txBody>
      </p:sp>
      <p:sp>
        <p:nvSpPr>
          <p:cNvPr id="3" name="image-panel-divider">
            <a:extLst>
              <a:ext uri="{FF2B5EF4-FFF2-40B4-BE49-F238E27FC236}">
                <a16:creationId xmlns:a16="http://schemas.microsoft.com/office/drawing/2014/main" id="{49F73ADC-0504-6C7E-001B-D0E2A3FD75C4}"/>
              </a:ext>
            </a:extLst>
          </p:cNvPr>
          <p:cNvSpPr>
            <a:spLocks noGrp="1"/>
          </p:cNvSpPr>
          <p:nvPr/>
        </p:nvSpPr>
        <p:spPr>
          <a:xfrm>
            <a:off x="3441488" y="105000"/>
            <a:ext cx="0" cy="7350000"/>
          </a:xfrm>
          <a:prstGeom prst="line">
            <a:avLst/>
          </a:prstGeom>
          <a:noFill/>
          <a:ln w="20999">
            <a:solidFill>
              <a:srgbClr val="67374F"/>
            </a:solidFill>
            <a:prstDash val="solid"/>
          </a:ln>
        </p:spPr>
        <p:txBody>
          <a:bodyPr/>
          <a:lstStyle/>
          <a:p>
            <a:endParaRPr sz="1800"/>
          </a:p>
        </p:txBody>
      </p:sp>
      <p:sp>
        <p:nvSpPr>
          <p:cNvPr id="5" name="left-product-title">
            <a:extLst>
              <a:ext uri="{FF2B5EF4-FFF2-40B4-BE49-F238E27FC236}">
                <a16:creationId xmlns:a16="http://schemas.microsoft.com/office/drawing/2014/main" id="{FE0DE135-8F68-6162-F657-0E19D6A57CCF}"/>
              </a:ext>
            </a:extLst>
          </p:cNvPr>
          <p:cNvSpPr>
            <a:spLocks noGrp="1"/>
          </p:cNvSpPr>
          <p:nvPr/>
        </p:nvSpPr>
        <p:spPr>
          <a:xfrm>
            <a:off x="434362" y="808501"/>
            <a:ext cx="2422406" cy="77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2000"/>
              </a:lnSpc>
              <a:defRPr sz="2480" b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2100" dirty="0" err="1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블루밍</a:t>
            </a:r>
            <a:endParaRPr lang="en-US" altLang="ko-KR" sz="2100" dirty="0">
              <a:solidFill>
                <a:srgbClr val="26362F"/>
              </a:solidFill>
              <a:latin typeface="Paperlogy 7 Bold"/>
              <a:ea typeface="Paperlogy 7 Bold"/>
              <a:cs typeface="Paperlogy 7 Bold"/>
            </a:endParaRPr>
          </a:p>
          <a:p>
            <a:pPr>
              <a:lnSpc>
                <a:spcPct val="92000"/>
              </a:lnSpc>
              <a:defRPr sz="2480" b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2100" dirty="0" err="1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퍼퓸</a:t>
            </a:r>
            <a:r>
              <a:rPr lang="ko-KR" altLang="en-US" sz="2100" dirty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ko-KR" altLang="en-US" sz="2100" dirty="0" err="1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듀</a:t>
            </a:r>
            <a:r>
              <a:rPr lang="ko-KR" altLang="en-US" sz="2100" dirty="0">
                <a:solidFill>
                  <a:srgbClr val="26362F"/>
                </a:solidFill>
                <a:latin typeface="Paperlogy 7 Bold"/>
                <a:ea typeface="Paperlogy 7 Bold"/>
                <a:cs typeface="Paperlogy 7 Bold"/>
              </a:rPr>
              <a:t> </a:t>
            </a:r>
            <a:endParaRPr lang="en-US" altLang="ko-KR" sz="2100" dirty="0">
              <a:solidFill>
                <a:srgbClr val="26362F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6" name="left-title-rule">
            <a:extLst>
              <a:ext uri="{FF2B5EF4-FFF2-40B4-BE49-F238E27FC236}">
                <a16:creationId xmlns:a16="http://schemas.microsoft.com/office/drawing/2014/main" id="{EBB6F451-32C3-3959-3EEC-4178E16F549E}"/>
              </a:ext>
            </a:extLst>
          </p:cNvPr>
          <p:cNvSpPr>
            <a:spLocks noGrp="1"/>
          </p:cNvSpPr>
          <p:nvPr/>
        </p:nvSpPr>
        <p:spPr>
          <a:xfrm>
            <a:off x="434362" y="1659000"/>
            <a:ext cx="517894" cy="0"/>
          </a:xfrm>
          <a:prstGeom prst="line">
            <a:avLst/>
          </a:prstGeom>
          <a:noFill/>
          <a:ln w="31499">
            <a:solidFill>
              <a:srgbClr val="67374F"/>
            </a:solidFill>
            <a:prstDash val="solid"/>
          </a:ln>
        </p:spPr>
        <p:txBody>
          <a:bodyPr/>
          <a:lstStyle/>
          <a:p>
            <a:endParaRPr sz="1800"/>
          </a:p>
        </p:txBody>
      </p:sp>
      <p:sp>
        <p:nvSpPr>
          <p:cNvPr id="7" name="left-tagline">
            <a:extLst>
              <a:ext uri="{FF2B5EF4-FFF2-40B4-BE49-F238E27FC236}">
                <a16:creationId xmlns:a16="http://schemas.microsoft.com/office/drawing/2014/main" id="{EF93C1FD-23FC-9017-FF68-DE2988760AD1}"/>
              </a:ext>
            </a:extLst>
          </p:cNvPr>
          <p:cNvSpPr>
            <a:spLocks noGrp="1"/>
          </p:cNvSpPr>
          <p:nvPr/>
        </p:nvSpPr>
        <p:spPr>
          <a:xfrm>
            <a:off x="434362" y="1774501"/>
            <a:ext cx="2388994" cy="23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92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altLang="ko-KR" sz="899" dirty="0">
                <a:solidFill>
                  <a:srgbClr val="67374F"/>
                </a:solidFill>
                <a:latin typeface="Paperlogy 5 Medium"/>
                <a:ea typeface="Paperlogy 5 Medium"/>
                <a:cs typeface="Paperlogy 5 Medium"/>
              </a:rPr>
              <a:t>Blooming Perfume Dew</a:t>
            </a:r>
            <a:endParaRPr sz="899" dirty="0">
              <a:solidFill>
                <a:srgbClr val="67374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9" name="left-info-label-1">
            <a:extLst>
              <a:ext uri="{FF2B5EF4-FFF2-40B4-BE49-F238E27FC236}">
                <a16:creationId xmlns:a16="http://schemas.microsoft.com/office/drawing/2014/main" id="{F5B24C87-C7C0-E660-1C86-8108A900E79F}"/>
              </a:ext>
            </a:extLst>
          </p:cNvPr>
          <p:cNvSpPr>
            <a:spLocks noGrp="1"/>
          </p:cNvSpPr>
          <p:nvPr/>
        </p:nvSpPr>
        <p:spPr>
          <a:xfrm>
            <a:off x="258947" y="6814500"/>
            <a:ext cx="559658" cy="11550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628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 dirty="0">
                <a:solidFill>
                  <a:schemeClr val="bg1"/>
                </a:solidFill>
                <a:latin typeface="Paperlogy 7 Bold"/>
                <a:ea typeface="Paperlogy 7 Bold"/>
                <a:cs typeface="Paperlogy 7 Bold"/>
              </a:rPr>
              <a:t>LAB NO.</a:t>
            </a:r>
          </a:p>
        </p:txBody>
      </p:sp>
      <p:sp>
        <p:nvSpPr>
          <p:cNvPr id="10" name="left-info-value-1">
            <a:extLst>
              <a:ext uri="{FF2B5EF4-FFF2-40B4-BE49-F238E27FC236}">
                <a16:creationId xmlns:a16="http://schemas.microsoft.com/office/drawing/2014/main" id="{54EAE5DE-8FA7-8CE8-4CD2-CDDD7666AA52}"/>
              </a:ext>
            </a:extLst>
          </p:cNvPr>
          <p:cNvSpPr>
            <a:spLocks noGrp="1"/>
          </p:cNvSpPr>
          <p:nvPr/>
        </p:nvSpPr>
        <p:spPr>
          <a:xfrm>
            <a:off x="258947" y="7003500"/>
            <a:ext cx="559658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678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altLang="ko-KR" sz="50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#260914-1</a:t>
            </a:r>
          </a:p>
          <a:p>
            <a:pPr algn="ctr">
              <a:lnSpc>
                <a:spcPct val="100000"/>
              </a:lnSpc>
              <a:buNone/>
              <a:defRPr sz="678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sz="50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#260914-2</a:t>
            </a:r>
          </a:p>
          <a:p>
            <a:pPr algn="ctr">
              <a:lnSpc>
                <a:spcPct val="100000"/>
              </a:lnSpc>
              <a:buNone/>
              <a:defRPr sz="678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sz="50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#260917-3</a:t>
            </a:r>
          </a:p>
          <a:p>
            <a:pPr algn="ctr">
              <a:lnSpc>
                <a:spcPct val="100000"/>
              </a:lnSpc>
              <a:buNone/>
              <a:defRPr sz="678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en-US" sz="500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#260917-4</a:t>
            </a:r>
            <a:endParaRPr sz="500" dirty="0">
              <a:solidFill>
                <a:srgbClr val="315F4B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1" name="left-info-label-2">
            <a:extLst>
              <a:ext uri="{FF2B5EF4-FFF2-40B4-BE49-F238E27FC236}">
                <a16:creationId xmlns:a16="http://schemas.microsoft.com/office/drawing/2014/main" id="{7AB4BE7D-67B4-52FA-9DCE-A81BCED55DAE}"/>
              </a:ext>
            </a:extLst>
          </p:cNvPr>
          <p:cNvSpPr>
            <a:spLocks noGrp="1"/>
          </p:cNvSpPr>
          <p:nvPr/>
        </p:nvSpPr>
        <p:spPr>
          <a:xfrm>
            <a:off x="868724" y="6814500"/>
            <a:ext cx="559658" cy="11550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628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>
                <a:solidFill>
                  <a:schemeClr val="bg1"/>
                </a:solidFill>
                <a:latin typeface="Paperlogy 7 Bold"/>
                <a:ea typeface="Paperlogy 7 Bold"/>
                <a:cs typeface="Paperlogy 7 Bold"/>
              </a:rPr>
              <a:t>기능성</a:t>
            </a:r>
          </a:p>
        </p:txBody>
      </p:sp>
      <p:sp>
        <p:nvSpPr>
          <p:cNvPr id="12" name="left-info-value-2">
            <a:extLst>
              <a:ext uri="{FF2B5EF4-FFF2-40B4-BE49-F238E27FC236}">
                <a16:creationId xmlns:a16="http://schemas.microsoft.com/office/drawing/2014/main" id="{A175C014-47FF-BBDE-8C63-3A630A8C3989}"/>
              </a:ext>
            </a:extLst>
          </p:cNvPr>
          <p:cNvSpPr>
            <a:spLocks noGrp="1"/>
          </p:cNvSpPr>
          <p:nvPr/>
        </p:nvSpPr>
        <p:spPr>
          <a:xfrm>
            <a:off x="868724" y="7003500"/>
            <a:ext cx="559658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78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비기능성</a:t>
            </a:r>
          </a:p>
        </p:txBody>
      </p:sp>
      <p:sp>
        <p:nvSpPr>
          <p:cNvPr id="13" name="left-info-label-3">
            <a:extLst>
              <a:ext uri="{FF2B5EF4-FFF2-40B4-BE49-F238E27FC236}">
                <a16:creationId xmlns:a16="http://schemas.microsoft.com/office/drawing/2014/main" id="{C04D31AB-0A79-3C00-9878-CFD789BAE8E8}"/>
              </a:ext>
            </a:extLst>
          </p:cNvPr>
          <p:cNvSpPr>
            <a:spLocks noGrp="1"/>
          </p:cNvSpPr>
          <p:nvPr/>
        </p:nvSpPr>
        <p:spPr>
          <a:xfrm>
            <a:off x="1478503" y="6814500"/>
            <a:ext cx="559658" cy="11550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628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>
                <a:solidFill>
                  <a:schemeClr val="bg1"/>
                </a:solidFill>
                <a:latin typeface="Paperlogy 7 Bold"/>
                <a:ea typeface="Paperlogy 7 Bold"/>
                <a:cs typeface="Paperlogy 7 Bold"/>
              </a:rPr>
              <a:t>제형</a:t>
            </a:r>
          </a:p>
        </p:txBody>
      </p:sp>
      <p:sp>
        <p:nvSpPr>
          <p:cNvPr id="14" name="left-info-value-3">
            <a:extLst>
              <a:ext uri="{FF2B5EF4-FFF2-40B4-BE49-F238E27FC236}">
                <a16:creationId xmlns:a16="http://schemas.microsoft.com/office/drawing/2014/main" id="{CD31A2AF-35B4-5EEC-DE20-30C3DCCDC362}"/>
              </a:ext>
            </a:extLst>
          </p:cNvPr>
          <p:cNvSpPr>
            <a:spLocks noGrp="1"/>
          </p:cNvSpPr>
          <p:nvPr/>
        </p:nvSpPr>
        <p:spPr>
          <a:xfrm>
            <a:off x="1478503" y="7003500"/>
            <a:ext cx="559658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78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향기 캡슐</a:t>
            </a:r>
            <a:endParaRPr lang="en-US" altLang="ko-KR" sz="615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  <a:p>
            <a:pPr algn="ctr">
              <a:lnSpc>
                <a:spcPct val="100000"/>
              </a:lnSpc>
              <a:buNone/>
              <a:defRPr sz="678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투명 점액상</a:t>
            </a:r>
          </a:p>
        </p:txBody>
      </p:sp>
      <p:sp>
        <p:nvSpPr>
          <p:cNvPr id="15" name="left-info-label-4">
            <a:extLst>
              <a:ext uri="{FF2B5EF4-FFF2-40B4-BE49-F238E27FC236}">
                <a16:creationId xmlns:a16="http://schemas.microsoft.com/office/drawing/2014/main" id="{609D1D46-3CC0-40A5-BAB7-1634515C4476}"/>
              </a:ext>
            </a:extLst>
          </p:cNvPr>
          <p:cNvSpPr>
            <a:spLocks noGrp="1"/>
          </p:cNvSpPr>
          <p:nvPr/>
        </p:nvSpPr>
        <p:spPr>
          <a:xfrm>
            <a:off x="2088280" y="6814500"/>
            <a:ext cx="559658" cy="11550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628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>
                <a:solidFill>
                  <a:schemeClr val="bg1"/>
                </a:solidFill>
                <a:latin typeface="Paperlogy 7 Bold"/>
                <a:ea typeface="Paperlogy 7 Bold"/>
                <a:cs typeface="Paperlogy 7 Bold"/>
              </a:rPr>
              <a:t>제품군</a:t>
            </a:r>
          </a:p>
        </p:txBody>
      </p:sp>
      <p:sp>
        <p:nvSpPr>
          <p:cNvPr id="16" name="left-info-value-4">
            <a:extLst>
              <a:ext uri="{FF2B5EF4-FFF2-40B4-BE49-F238E27FC236}">
                <a16:creationId xmlns:a16="http://schemas.microsoft.com/office/drawing/2014/main" id="{89AE9DD9-F7DE-83F9-AD39-B8184909739E}"/>
              </a:ext>
            </a:extLst>
          </p:cNvPr>
          <p:cNvSpPr>
            <a:spLocks noGrp="1"/>
          </p:cNvSpPr>
          <p:nvPr/>
        </p:nvSpPr>
        <p:spPr>
          <a:xfrm>
            <a:off x="2088280" y="7003500"/>
            <a:ext cx="559658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678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dirty="0" err="1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퍼퓸</a:t>
            </a:r>
            <a:endParaRPr lang="ko-KR" altLang="en-US" sz="615" dirty="0">
              <a:solidFill>
                <a:srgbClr val="FFFFF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7" name="left-info-label-5">
            <a:extLst>
              <a:ext uri="{FF2B5EF4-FFF2-40B4-BE49-F238E27FC236}">
                <a16:creationId xmlns:a16="http://schemas.microsoft.com/office/drawing/2014/main" id="{034F04F0-699F-BE8B-7E3F-A88A082DC1A7}"/>
              </a:ext>
            </a:extLst>
          </p:cNvPr>
          <p:cNvSpPr>
            <a:spLocks noGrp="1"/>
          </p:cNvSpPr>
          <p:nvPr/>
        </p:nvSpPr>
        <p:spPr>
          <a:xfrm>
            <a:off x="2698059" y="6814500"/>
            <a:ext cx="559658" cy="11550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628" b="0">
                <a:solidFill>
                  <a:srgbClr val="F4F7F2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570">
                <a:solidFill>
                  <a:schemeClr val="bg1"/>
                </a:solidFill>
                <a:latin typeface="Paperlogy 7 Bold"/>
                <a:ea typeface="Paperlogy 7 Bold"/>
                <a:cs typeface="Paperlogy 7 Bold"/>
              </a:rPr>
              <a:t>패키지</a:t>
            </a:r>
          </a:p>
        </p:txBody>
      </p:sp>
      <p:sp>
        <p:nvSpPr>
          <p:cNvPr id="18" name="left-info-value-5">
            <a:extLst>
              <a:ext uri="{FF2B5EF4-FFF2-40B4-BE49-F238E27FC236}">
                <a16:creationId xmlns:a16="http://schemas.microsoft.com/office/drawing/2014/main" id="{E833E8E5-18A5-72B2-A9DF-917A5C9D0CF5}"/>
              </a:ext>
            </a:extLst>
          </p:cNvPr>
          <p:cNvSpPr>
            <a:spLocks noGrp="1"/>
          </p:cNvSpPr>
          <p:nvPr/>
        </p:nvSpPr>
        <p:spPr>
          <a:xfrm>
            <a:off x="2698059" y="7003500"/>
            <a:ext cx="559658" cy="19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678" b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스프레이</a:t>
            </a:r>
            <a:r>
              <a:rPr lang="en-US" altLang="ko-KR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, </a:t>
            </a:r>
            <a:r>
              <a:rPr lang="ko-KR" altLang="en-US" sz="615" dirty="0">
                <a:solidFill>
                  <a:srgbClr val="FFFFFF"/>
                </a:solidFill>
                <a:latin typeface="Paperlogy 5 Medium"/>
                <a:ea typeface="Paperlogy 5 Medium"/>
                <a:cs typeface="Paperlogy 5 Medium"/>
              </a:rPr>
              <a:t>펌프</a:t>
            </a:r>
            <a:endParaRPr sz="615" dirty="0">
              <a:solidFill>
                <a:srgbClr val="315F4B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19" name="proposal-number">
            <a:extLst>
              <a:ext uri="{FF2B5EF4-FFF2-40B4-BE49-F238E27FC236}">
                <a16:creationId xmlns:a16="http://schemas.microsoft.com/office/drawing/2014/main" id="{36F0D4F1-2EE3-C209-78D6-44654B264E43}"/>
              </a:ext>
            </a:extLst>
          </p:cNvPr>
          <p:cNvSpPr>
            <a:spLocks noGrp="1"/>
          </p:cNvSpPr>
          <p:nvPr/>
        </p:nvSpPr>
        <p:spPr>
          <a:xfrm>
            <a:off x="9439030" y="336001"/>
            <a:ext cx="868725" cy="33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653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50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No. </a:t>
            </a:r>
            <a:r>
              <a:rPr lang="en-US" sz="1500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11</a:t>
            </a:r>
            <a:endParaRPr sz="1500" dirty="0">
              <a:solidFill>
                <a:srgbClr val="315F4B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23" name="intro-accent-line">
            <a:extLst>
              <a:ext uri="{FF2B5EF4-FFF2-40B4-BE49-F238E27FC236}">
                <a16:creationId xmlns:a16="http://schemas.microsoft.com/office/drawing/2014/main" id="{4BA5EC27-A35B-EB13-E42D-9DBED998FA06}"/>
              </a:ext>
            </a:extLst>
          </p:cNvPr>
          <p:cNvSpPr>
            <a:spLocks noGrp="1"/>
          </p:cNvSpPr>
          <p:nvPr/>
        </p:nvSpPr>
        <p:spPr>
          <a:xfrm>
            <a:off x="3742199" y="451501"/>
            <a:ext cx="0" cy="672000"/>
          </a:xfrm>
          <a:prstGeom prst="line">
            <a:avLst/>
          </a:prstGeom>
          <a:noFill/>
          <a:ln w="20999">
            <a:solidFill>
              <a:srgbClr val="67374F"/>
            </a:solidFill>
            <a:prstDash val="solid"/>
          </a:ln>
        </p:spPr>
        <p:txBody>
          <a:bodyPr/>
          <a:lstStyle/>
          <a:p>
            <a:endParaRPr sz="1800"/>
          </a:p>
        </p:txBody>
      </p:sp>
      <p:sp>
        <p:nvSpPr>
          <p:cNvPr id="24" name="intro-title">
            <a:extLst>
              <a:ext uri="{FF2B5EF4-FFF2-40B4-BE49-F238E27FC236}">
                <a16:creationId xmlns:a16="http://schemas.microsoft.com/office/drawing/2014/main" id="{ECC01A6F-59D4-C6DE-CE9C-FD7C10E8D28A}"/>
              </a:ext>
            </a:extLst>
          </p:cNvPr>
          <p:cNvSpPr>
            <a:spLocks noGrp="1"/>
          </p:cNvSpPr>
          <p:nvPr/>
        </p:nvSpPr>
        <p:spPr>
          <a:xfrm>
            <a:off x="3931536" y="532000"/>
            <a:ext cx="5178939" cy="5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12000"/>
              </a:lnSpc>
              <a:defRPr sz="1405" b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향의 신선함을 캡슐에 봉인한</a:t>
            </a:r>
            <a:endParaRPr lang="en-US" altLang="ko-KR" sz="1275" dirty="0">
              <a:solidFill>
                <a:srgbClr val="26362F"/>
              </a:solidFill>
              <a:latin typeface="Paperlogy 5 Medium"/>
              <a:ea typeface="Paperlogy 5 Medium"/>
              <a:cs typeface="Paperlogy 5 Medium"/>
            </a:endParaRPr>
          </a:p>
          <a:p>
            <a:pPr>
              <a:lnSpc>
                <a:spcPct val="112000"/>
              </a:lnSpc>
              <a:defRPr sz="1405" b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lang="ko-KR" altLang="en-US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알코올</a:t>
            </a:r>
            <a:r>
              <a:rPr lang="en-US" altLang="ko-KR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 </a:t>
            </a:r>
            <a:r>
              <a:rPr lang="ko-KR" altLang="en-US" sz="1275" dirty="0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프리 </a:t>
            </a:r>
            <a:r>
              <a:rPr lang="ko-KR" altLang="en-US" sz="1275" dirty="0" err="1">
                <a:solidFill>
                  <a:srgbClr val="26362F"/>
                </a:solidFill>
                <a:latin typeface="Paperlogy 5 Medium"/>
                <a:ea typeface="Paperlogy 5 Medium"/>
                <a:cs typeface="Paperlogy 5 Medium"/>
              </a:rPr>
              <a:t>퍼퓸</a:t>
            </a:r>
            <a:endParaRPr lang="ko-KR" altLang="en-US" sz="1275" dirty="0">
              <a:solidFill>
                <a:srgbClr val="26362F"/>
              </a:solidFill>
              <a:latin typeface="Paperlogy 5 Medium"/>
              <a:ea typeface="Paperlogy 5 Medium"/>
              <a:cs typeface="Paperlogy 5 Medium"/>
            </a:endParaRPr>
          </a:p>
        </p:txBody>
      </p:sp>
      <p:sp>
        <p:nvSpPr>
          <p:cNvPr id="26" name="concept-band">
            <a:extLst>
              <a:ext uri="{FF2B5EF4-FFF2-40B4-BE49-F238E27FC236}">
                <a16:creationId xmlns:a16="http://schemas.microsoft.com/office/drawing/2014/main" id="{83A291AD-EC8D-7FA7-762A-96B93D3BFE86}"/>
              </a:ext>
            </a:extLst>
          </p:cNvPr>
          <p:cNvSpPr>
            <a:spLocks noGrp="1"/>
          </p:cNvSpPr>
          <p:nvPr/>
        </p:nvSpPr>
        <p:spPr>
          <a:xfrm>
            <a:off x="3441488" y="1344000"/>
            <a:ext cx="7150275" cy="3028825"/>
          </a:xfrm>
          <a:prstGeom prst="rect">
            <a:avLst/>
          </a:prstGeom>
          <a:solidFill>
            <a:srgbClr val="FAEFF2"/>
          </a:solidFill>
          <a:ln w="0">
            <a:noFill/>
          </a:ln>
        </p:spPr>
        <p:txBody>
          <a:bodyPr/>
          <a:lstStyle/>
          <a:p>
            <a:endParaRPr sz="1800"/>
          </a:p>
        </p:txBody>
      </p:sp>
      <p:sp>
        <p:nvSpPr>
          <p:cNvPr id="27" name="concept-band-accent">
            <a:extLst>
              <a:ext uri="{FF2B5EF4-FFF2-40B4-BE49-F238E27FC236}">
                <a16:creationId xmlns:a16="http://schemas.microsoft.com/office/drawing/2014/main" id="{F6561F67-C92D-3D77-4C29-987F66875997}"/>
              </a:ext>
            </a:extLst>
          </p:cNvPr>
          <p:cNvSpPr>
            <a:spLocks noGrp="1"/>
          </p:cNvSpPr>
          <p:nvPr/>
        </p:nvSpPr>
        <p:spPr>
          <a:xfrm>
            <a:off x="3441488" y="1344000"/>
            <a:ext cx="83531" cy="3028825"/>
          </a:xfrm>
          <a:prstGeom prst="rect">
            <a:avLst/>
          </a:prstGeom>
          <a:solidFill>
            <a:srgbClr val="67374F"/>
          </a:solidFill>
          <a:ln w="0">
            <a:noFill/>
          </a:ln>
        </p:spPr>
        <p:txBody>
          <a:bodyPr/>
          <a:lstStyle/>
          <a:p>
            <a:endParaRPr sz="1800"/>
          </a:p>
        </p:txBody>
      </p:sp>
      <p:sp>
        <p:nvSpPr>
          <p:cNvPr id="28" name="concept-title">
            <a:extLst>
              <a:ext uri="{FF2B5EF4-FFF2-40B4-BE49-F238E27FC236}">
                <a16:creationId xmlns:a16="http://schemas.microsoft.com/office/drawing/2014/main" id="{9A85EF31-7B0B-79AB-F23A-A45A08887FEE}"/>
              </a:ext>
            </a:extLst>
          </p:cNvPr>
          <p:cNvSpPr>
            <a:spLocks noGrp="1"/>
          </p:cNvSpPr>
          <p:nvPr/>
        </p:nvSpPr>
        <p:spPr>
          <a:xfrm>
            <a:off x="3725494" y="1575000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984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1800" dirty="0">
                <a:solidFill>
                  <a:srgbClr val="67374F"/>
                </a:solidFill>
                <a:latin typeface="Paperlogy 7 Bold"/>
                <a:ea typeface="Paperlogy 7 Bold"/>
                <a:cs typeface="Paperlogy 7 Bold"/>
              </a:rPr>
              <a:t>향기와 보습을 캡슐에 담은 알코올 프리 캡슐 </a:t>
            </a:r>
            <a:r>
              <a:rPr lang="ko-KR" altLang="en-US" sz="1800" dirty="0" err="1">
                <a:solidFill>
                  <a:srgbClr val="67374F"/>
                </a:solidFill>
                <a:latin typeface="Paperlogy 7 Bold"/>
                <a:ea typeface="Paperlogy 7 Bold"/>
                <a:cs typeface="Paperlogy 7 Bold"/>
              </a:rPr>
              <a:t>퍼퓸</a:t>
            </a:r>
            <a:endParaRPr lang="ko-KR" altLang="en-US" sz="1800" dirty="0">
              <a:solidFill>
                <a:srgbClr val="67374F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29" name="concept-body">
            <a:extLst>
              <a:ext uri="{FF2B5EF4-FFF2-40B4-BE49-F238E27FC236}">
                <a16:creationId xmlns:a16="http://schemas.microsoft.com/office/drawing/2014/main" id="{5DAE6C08-5855-0A2D-94CD-C4E9C465A720}"/>
              </a:ext>
            </a:extLst>
          </p:cNvPr>
          <p:cNvSpPr>
            <a:spLocks noGrp="1"/>
          </p:cNvSpPr>
          <p:nvPr/>
        </p:nvSpPr>
        <p:spPr>
          <a:xfrm>
            <a:off x="3725492" y="2047500"/>
            <a:ext cx="6298257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10000"/>
              </a:lnSpc>
              <a:defRPr sz="10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향은 캡슐에 안정화하고 알코올이 없는 젤 텍스처가 민감한 피부에도 부드러운 향과 사용감을 제공합니다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 </a:t>
            </a:r>
          </a:p>
        </p:txBody>
      </p:sp>
      <p:sp>
        <p:nvSpPr>
          <p:cNvPr id="30" name="technology-section-title">
            <a:extLst>
              <a:ext uri="{FF2B5EF4-FFF2-40B4-BE49-F238E27FC236}">
                <a16:creationId xmlns:a16="http://schemas.microsoft.com/office/drawing/2014/main" id="{3D170AB6-AB81-A7BA-C8B8-ED8AB7DCA36A}"/>
              </a:ext>
            </a:extLst>
          </p:cNvPr>
          <p:cNvSpPr>
            <a:spLocks noGrp="1"/>
          </p:cNvSpPr>
          <p:nvPr/>
        </p:nvSpPr>
        <p:spPr>
          <a:xfrm>
            <a:off x="3725494" y="4475580"/>
            <a:ext cx="3424781" cy="25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40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125" dirty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rPr>
              <a:t>TECHNOLOGY &amp; MECHANISM</a:t>
            </a:r>
          </a:p>
        </p:txBody>
      </p:sp>
      <p:sp>
        <p:nvSpPr>
          <p:cNvPr id="31" name="technology-section-rule">
            <a:extLst>
              <a:ext uri="{FF2B5EF4-FFF2-40B4-BE49-F238E27FC236}">
                <a16:creationId xmlns:a16="http://schemas.microsoft.com/office/drawing/2014/main" id="{FD538955-2FE6-1887-4706-F74260513B04}"/>
              </a:ext>
            </a:extLst>
          </p:cNvPr>
          <p:cNvSpPr>
            <a:spLocks noGrp="1"/>
          </p:cNvSpPr>
          <p:nvPr/>
        </p:nvSpPr>
        <p:spPr>
          <a:xfrm>
            <a:off x="3725494" y="4733515"/>
            <a:ext cx="6482025" cy="0"/>
          </a:xfrm>
          <a:prstGeom prst="line">
            <a:avLst/>
          </a:prstGeom>
          <a:noFill/>
          <a:ln w="10500">
            <a:solidFill>
              <a:srgbClr val="CDB3BE"/>
            </a:solidFill>
            <a:prstDash val="solid"/>
          </a:ln>
        </p:spPr>
        <p:txBody>
          <a:bodyPr/>
          <a:lstStyle/>
          <a:p>
            <a:endParaRPr sz="1800"/>
          </a:p>
        </p:txBody>
      </p:sp>
      <p:sp>
        <p:nvSpPr>
          <p:cNvPr id="63" name="profile-section-title">
            <a:extLst>
              <a:ext uri="{FF2B5EF4-FFF2-40B4-BE49-F238E27FC236}">
                <a16:creationId xmlns:a16="http://schemas.microsoft.com/office/drawing/2014/main" id="{C1FB3C31-991D-2EE7-D5C8-943EEE08C214}"/>
              </a:ext>
            </a:extLst>
          </p:cNvPr>
          <p:cNvSpPr>
            <a:spLocks noGrp="1"/>
          </p:cNvSpPr>
          <p:nvPr/>
        </p:nvSpPr>
        <p:spPr>
          <a:xfrm>
            <a:off x="3725494" y="6215680"/>
            <a:ext cx="2088281" cy="2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17" b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1130" dirty="0">
                <a:solidFill>
                  <a:srgbClr val="47A0AC"/>
                </a:solidFill>
                <a:latin typeface="Paperlogy 7 Bold"/>
                <a:ea typeface="Paperlogy 7 Bold"/>
                <a:cs typeface="Paperlogy 7 Bold"/>
              </a:rPr>
              <a:t>PRODUCT PROFILE</a:t>
            </a:r>
          </a:p>
        </p:txBody>
      </p:sp>
      <p:pic>
        <p:nvPicPr>
          <p:cNvPr id="151" name="VEGAN icon">
            <a:extLst>
              <a:ext uri="{FF2B5EF4-FFF2-40B4-BE49-F238E27FC236}">
                <a16:creationId xmlns:a16="http://schemas.microsoft.com/office/drawing/2014/main" id="{1CF8B348-6DEA-4E71-AD6E-03DD1A24B0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667"/>
          <a:stretch/>
        </p:blipFill>
        <p:spPr>
          <a:xfrm>
            <a:off x="10140694" y="652333"/>
            <a:ext cx="434362" cy="434363"/>
          </a:xfrm>
          <a:prstGeom prst="rect">
            <a:avLst/>
          </a:prstGeom>
        </p:spPr>
      </p:pic>
      <p:sp>
        <p:nvSpPr>
          <p:cNvPr id="68" name="pictogram-label-vegan">
            <a:extLst>
              <a:ext uri="{FF2B5EF4-FFF2-40B4-BE49-F238E27FC236}">
                <a16:creationId xmlns:a16="http://schemas.microsoft.com/office/drawing/2014/main" id="{FD951CBA-DAA1-4FC3-F50C-AABC5A11B538}"/>
              </a:ext>
            </a:extLst>
          </p:cNvPr>
          <p:cNvSpPr>
            <a:spLocks noGrp="1"/>
          </p:cNvSpPr>
          <p:nvPr/>
        </p:nvSpPr>
        <p:spPr>
          <a:xfrm>
            <a:off x="10140694" y="1174015"/>
            <a:ext cx="434363" cy="12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621" b="0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defRPr>
            </a:pPr>
            <a:r>
              <a:rPr sz="563">
                <a:solidFill>
                  <a:srgbClr val="315F4B"/>
                </a:solidFill>
                <a:latin typeface="Paperlogy 5 Medium"/>
                <a:ea typeface="Paperlogy 5 Medium"/>
                <a:cs typeface="Paperlogy 5 Medium"/>
              </a:rPr>
              <a:t>VEGAN</a:t>
            </a:r>
          </a:p>
        </p:txBody>
      </p:sp>
      <p:graphicFrame>
        <p:nvGraphicFramePr>
          <p:cNvPr id="4" name="표 24">
            <a:extLst>
              <a:ext uri="{FF2B5EF4-FFF2-40B4-BE49-F238E27FC236}">
                <a16:creationId xmlns:a16="http://schemas.microsoft.com/office/drawing/2014/main" id="{D91BB178-CA0C-B5FC-631C-C2B75458B57F}"/>
              </a:ext>
            </a:extLst>
          </p:cNvPr>
          <p:cNvGraphicFramePr/>
          <p:nvPr/>
        </p:nvGraphicFramePr>
        <p:xfrm>
          <a:off x="3725491" y="6501279"/>
          <a:ext cx="6482026" cy="672000"/>
        </p:xfrm>
        <a:graphic>
          <a:graphicData uri="http://schemas.openxmlformats.org/drawingml/2006/table">
            <a:tbl>
              <a:tblPr/>
              <a:tblGrid>
                <a:gridCol w="3241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1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dirty="0">
                          <a:solidFill>
                            <a:srgbClr val="FFFFFF"/>
                          </a:solidFill>
                          <a:latin typeface="Paperlogy 7 Bold"/>
                          <a:ea typeface="Paperlogy 7 Bold"/>
                          <a:cs typeface="Paperlogy 7 Bold"/>
                        </a:rPr>
                        <a:t>INGREDIENT</a:t>
                      </a:r>
                    </a:p>
                  </a:txBody>
                  <a:tcPr marL="82953" marR="82953" marT="41476" marB="41476" anchor="ctr">
                    <a:lnL w="12700">
                      <a:solidFill>
                        <a:srgbClr val="CDB3BE"/>
                      </a:solidFill>
                    </a:lnL>
                    <a:lnR w="12700">
                      <a:solidFill>
                        <a:srgbClr val="CDB3BE"/>
                      </a:solidFill>
                    </a:lnR>
                    <a:lnT w="12700">
                      <a:solidFill>
                        <a:srgbClr val="CDB3BE"/>
                      </a:solidFill>
                    </a:lnT>
                    <a:lnB w="12700">
                      <a:solidFill>
                        <a:srgbClr val="CDB3BE"/>
                      </a:solidFill>
                    </a:lnB>
                    <a:solidFill>
                      <a:srgbClr val="673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Paperlogy 7 Bold"/>
                          <a:ea typeface="Paperlogy 7 Bold"/>
                          <a:cs typeface="Paperlogy 7 Bold"/>
                        </a:rPr>
                        <a:t>HOW TO USE</a:t>
                      </a:r>
                      <a:endParaRPr sz="900" dirty="0">
                        <a:solidFill>
                          <a:srgbClr val="FFFFFF"/>
                        </a:solidFill>
                        <a:latin typeface="Paperlogy 7 Bold"/>
                        <a:ea typeface="Paperlogy 7 Bold"/>
                        <a:cs typeface="Paperlogy 7 Bold"/>
                      </a:endParaRPr>
                    </a:p>
                  </a:txBody>
                  <a:tcPr marL="82953" marR="82953" marT="41476" marB="41476" anchor="ctr">
                    <a:lnL w="12700">
                      <a:solidFill>
                        <a:srgbClr val="CDB3BE"/>
                      </a:solidFill>
                    </a:lnL>
                    <a:lnR w="12700">
                      <a:solidFill>
                        <a:srgbClr val="CDB3BE"/>
                      </a:solidFill>
                    </a:lnR>
                    <a:lnT w="12700">
                      <a:solidFill>
                        <a:srgbClr val="CDB3BE"/>
                      </a:solidFill>
                    </a:lnT>
                    <a:lnB w="12700">
                      <a:solidFill>
                        <a:srgbClr val="CDB3BE"/>
                      </a:solidFill>
                    </a:lnB>
                    <a:solidFill>
                      <a:srgbClr val="673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스쿠알란</a:t>
                      </a:r>
                      <a:r>
                        <a:rPr lang="en-US" altLang="ko-KR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, </a:t>
                      </a:r>
                      <a:r>
                        <a:rPr lang="ko-KR" altLang="en-US"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세라마이드</a:t>
                      </a:r>
                      <a:r>
                        <a:rPr lang="en-US" altLang="ko-KR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, </a:t>
                      </a:r>
                      <a:r>
                        <a:rPr lang="ko-KR" altLang="en-US"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마데카소사이드</a:t>
                      </a:r>
                      <a:r>
                        <a:rPr lang="en-US" altLang="ko-KR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, 10</a:t>
                      </a:r>
                      <a:r>
                        <a:rPr lang="ko-KR" altLang="en-US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종 </a:t>
                      </a:r>
                      <a:r>
                        <a:rPr lang="ko-KR" altLang="en-US" sz="900" dirty="0" err="1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히알루론산</a:t>
                      </a:r>
                      <a:endParaRPr lang="en-US" altLang="ko-KR" sz="900" dirty="0">
                        <a:solidFill>
                          <a:srgbClr val="26362F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 marL="82953" marR="82953" marT="41476" marB="41476" anchor="ctr">
                    <a:lnL w="12700">
                      <a:solidFill>
                        <a:srgbClr val="CDB3BE"/>
                      </a:solidFill>
                    </a:lnL>
                    <a:lnR w="12700">
                      <a:solidFill>
                        <a:srgbClr val="CDB3BE"/>
                      </a:solidFill>
                    </a:lnR>
                    <a:lnT w="12700">
                      <a:solidFill>
                        <a:srgbClr val="CDB3BE"/>
                      </a:solidFill>
                    </a:lnT>
                    <a:lnB w="12700">
                      <a:solidFill>
                        <a:srgbClr val="CDB3BE"/>
                      </a:solidFill>
                    </a:lnB>
                    <a:solidFill>
                      <a:srgbClr val="FAEF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적당량을 덜어 원하는 부위에 얇고 고르게 펴 발라 줍니다</a:t>
                      </a:r>
                      <a:r>
                        <a:rPr lang="en-US" altLang="ko-KR" sz="900" dirty="0">
                          <a:solidFill>
                            <a:srgbClr val="26362F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.</a:t>
                      </a:r>
                      <a:endParaRPr lang="ko-KR" altLang="en-US" sz="900" dirty="0">
                        <a:solidFill>
                          <a:srgbClr val="26362F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 marL="82953" marR="82953" marT="41476" marB="41476" anchor="ctr">
                    <a:lnL w="12700">
                      <a:solidFill>
                        <a:srgbClr val="CDB3BE"/>
                      </a:solidFill>
                    </a:lnL>
                    <a:lnR w="12700">
                      <a:solidFill>
                        <a:srgbClr val="CDB3BE"/>
                      </a:solidFill>
                    </a:lnR>
                    <a:lnT w="12700">
                      <a:solidFill>
                        <a:srgbClr val="CDB3BE"/>
                      </a:solidFill>
                    </a:lnT>
                    <a:lnB w="12700">
                      <a:solidFill>
                        <a:srgbClr val="CDB3BE"/>
                      </a:solidFill>
                    </a:lnB>
                    <a:solidFill>
                      <a:srgbClr val="FAEF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concept-title">
            <a:extLst>
              <a:ext uri="{FF2B5EF4-FFF2-40B4-BE49-F238E27FC236}">
                <a16:creationId xmlns:a16="http://schemas.microsoft.com/office/drawing/2014/main" id="{A0F2F265-9EC4-7882-F0DB-A8386C60A7C8}"/>
              </a:ext>
            </a:extLst>
          </p:cNvPr>
          <p:cNvSpPr>
            <a:spLocks noGrp="1"/>
          </p:cNvSpPr>
          <p:nvPr/>
        </p:nvSpPr>
        <p:spPr>
          <a:xfrm>
            <a:off x="3725495" y="2506697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1800" b="0" dirty="0">
                <a:solidFill>
                  <a:srgbClr val="67374F"/>
                </a:solidFill>
                <a:latin typeface="Paperlogy 7 Bold"/>
                <a:ea typeface="Paperlogy 7 Bold"/>
                <a:cs typeface="Paperlogy 7 Bold"/>
              </a:rPr>
              <a:t>식물성 </a:t>
            </a:r>
            <a:r>
              <a:rPr lang="ko-KR" altLang="en-US" sz="1800" b="0" dirty="0" err="1">
                <a:solidFill>
                  <a:srgbClr val="67374F"/>
                </a:solidFill>
                <a:latin typeface="Paperlogy 7 Bold"/>
                <a:ea typeface="Paperlogy 7 Bold"/>
                <a:cs typeface="Paperlogy 7 Bold"/>
              </a:rPr>
              <a:t>스쿠알란</a:t>
            </a:r>
            <a:r>
              <a:rPr lang="ko-KR" altLang="en-US" dirty="0">
                <a:solidFill>
                  <a:srgbClr val="67374F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en-US" altLang="ko-KR" dirty="0">
                <a:solidFill>
                  <a:srgbClr val="67374F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lang="ko-KR" altLang="en-US" dirty="0" err="1">
                <a:solidFill>
                  <a:srgbClr val="67374F"/>
                </a:solidFill>
                <a:latin typeface="Paperlogy 7 Bold"/>
                <a:ea typeface="Paperlogy 7 Bold"/>
                <a:cs typeface="Paperlogy 7 Bold"/>
              </a:rPr>
              <a:t>세라마이드</a:t>
            </a:r>
            <a:r>
              <a:rPr lang="ko-KR" altLang="en-US" sz="1800" b="0" dirty="0" err="1">
                <a:solidFill>
                  <a:srgbClr val="67374F"/>
                </a:solidFill>
                <a:latin typeface="Paperlogy 7 Bold"/>
                <a:ea typeface="Paperlogy 7 Bold"/>
                <a:cs typeface="Paperlogy 7 Bold"/>
              </a:rPr>
              <a:t>의</a:t>
            </a:r>
            <a:r>
              <a:rPr lang="ko-KR" altLang="en-US" sz="1800" b="0" dirty="0">
                <a:solidFill>
                  <a:srgbClr val="67374F"/>
                </a:solidFill>
                <a:latin typeface="Paperlogy 7 Bold"/>
                <a:ea typeface="Paperlogy 7 Bold"/>
                <a:cs typeface="Paperlogy 7 Bold"/>
              </a:rPr>
              <a:t> 유연 보습 케어</a:t>
            </a:r>
            <a:endParaRPr sz="1800" b="0" dirty="0">
              <a:solidFill>
                <a:srgbClr val="67374F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35" name="concept-body">
            <a:extLst>
              <a:ext uri="{FF2B5EF4-FFF2-40B4-BE49-F238E27FC236}">
                <a16:creationId xmlns:a16="http://schemas.microsoft.com/office/drawing/2014/main" id="{6211BBFC-6945-1482-07ED-6A19DCF9ACB9}"/>
              </a:ext>
            </a:extLst>
          </p:cNvPr>
          <p:cNvSpPr>
            <a:spLocks noGrp="1"/>
          </p:cNvSpPr>
          <p:nvPr/>
        </p:nvSpPr>
        <p:spPr>
          <a:xfrm>
            <a:off x="3725495" y="2979197"/>
            <a:ext cx="6298256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식물성 </a:t>
            </a:r>
            <a:r>
              <a:rPr lang="ko-KR" altLang="en-US" sz="1050" b="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스쿠알란과</a:t>
            </a:r>
            <a:r>
              <a:rPr lang="ko-KR" altLang="en-US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ko-KR" altLang="en-US" sz="1050" b="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세라마이드가</a:t>
            </a:r>
            <a:r>
              <a:rPr lang="ko-KR" altLang="en-US"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건조한 피부에 유연함과 촉촉함을 더하고 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매끄러운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피부결을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유지하도록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돕습니다</a:t>
            </a:r>
            <a:r>
              <a:rPr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 </a:t>
            </a:r>
          </a:p>
        </p:txBody>
      </p:sp>
      <p:sp>
        <p:nvSpPr>
          <p:cNvPr id="52" name="concept-title">
            <a:extLst>
              <a:ext uri="{FF2B5EF4-FFF2-40B4-BE49-F238E27FC236}">
                <a16:creationId xmlns:a16="http://schemas.microsoft.com/office/drawing/2014/main" id="{EB7E0C7C-CB9C-628A-7B7B-76A4B68B7367}"/>
              </a:ext>
            </a:extLst>
          </p:cNvPr>
          <p:cNvSpPr>
            <a:spLocks noGrp="1"/>
          </p:cNvSpPr>
          <p:nvPr/>
        </p:nvSpPr>
        <p:spPr>
          <a:xfrm>
            <a:off x="3725496" y="3484248"/>
            <a:ext cx="4844813" cy="37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ko-KR" altLang="en-US" sz="1800" b="0" dirty="0" err="1">
                <a:solidFill>
                  <a:srgbClr val="67374F"/>
                </a:solidFill>
                <a:latin typeface="Paperlogy 7 Bold"/>
                <a:ea typeface="Paperlogy 7 Bold"/>
                <a:cs typeface="Paperlogy 7 Bold"/>
              </a:rPr>
              <a:t>마데카소사이드</a:t>
            </a:r>
            <a:r>
              <a:rPr lang="ko-KR" altLang="en-US" sz="1800" b="0" dirty="0">
                <a:solidFill>
                  <a:srgbClr val="67374F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en-US" altLang="ko-KR" sz="1800" b="0" dirty="0">
                <a:solidFill>
                  <a:srgbClr val="67374F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lang="ko-KR" altLang="en-US" sz="1800" b="0" dirty="0" err="1">
                <a:solidFill>
                  <a:srgbClr val="67374F"/>
                </a:solidFill>
                <a:latin typeface="Paperlogy 7 Bold"/>
                <a:ea typeface="Paperlogy 7 Bold"/>
                <a:cs typeface="Paperlogy 7 Bold"/>
              </a:rPr>
              <a:t>히알루론산의</a:t>
            </a:r>
            <a:r>
              <a:rPr lang="ko-KR" altLang="en-US" sz="1800" b="0" dirty="0">
                <a:solidFill>
                  <a:srgbClr val="67374F"/>
                </a:solidFill>
                <a:latin typeface="Paperlogy 7 Bold"/>
                <a:ea typeface="Paperlogy 7 Bold"/>
                <a:cs typeface="Paperlogy 7 Bold"/>
              </a:rPr>
              <a:t> 피부 컨디션 케어</a:t>
            </a:r>
            <a:endParaRPr sz="1800" b="0" dirty="0">
              <a:solidFill>
                <a:srgbClr val="67374F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69" name="concept-body">
            <a:extLst>
              <a:ext uri="{FF2B5EF4-FFF2-40B4-BE49-F238E27FC236}">
                <a16:creationId xmlns:a16="http://schemas.microsoft.com/office/drawing/2014/main" id="{2C16781B-431C-C899-A9A3-A690D4551FE1}"/>
              </a:ext>
            </a:extLst>
          </p:cNvPr>
          <p:cNvSpPr>
            <a:spLocks noGrp="1"/>
          </p:cNvSpPr>
          <p:nvPr/>
        </p:nvSpPr>
        <p:spPr>
          <a:xfrm>
            <a:off x="3725495" y="3956748"/>
            <a:ext cx="6353843" cy="7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975" b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마데카소사이드는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피부 진정을 돕고</a:t>
            </a:r>
            <a:r>
              <a:rPr lang="en-US" altLang="ko-KR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,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히알루론산은</a:t>
            </a:r>
            <a:r>
              <a:rPr lang="ko-KR" altLang="en-US" sz="105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 수분감을 더해 향을 즐기는 동안에도 건강한 피부 컨디션을 </a:t>
            </a:r>
            <a:r>
              <a:rPr lang="ko-KR" altLang="en-US" sz="1050" dirty="0" err="1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케어합니다</a:t>
            </a:r>
            <a:r>
              <a:rPr sz="1050" b="0" dirty="0">
                <a:solidFill>
                  <a:srgbClr val="26362F"/>
                </a:solidFill>
                <a:latin typeface="Paperlogy 4 Regular"/>
                <a:ea typeface="Paperlogy 4 Regular"/>
                <a:cs typeface="Paperlogy 4 Regular"/>
              </a:rPr>
              <a:t>. </a:t>
            </a:r>
          </a:p>
        </p:txBody>
      </p:sp>
      <p:pic>
        <p:nvPicPr>
          <p:cNvPr id="139" name="mechanism-phase-1-image"/>
          <p:cNvPicPr>
            <a:picLocks noChangeAspect="1"/>
          </p:cNvPicPr>
          <p:nvPr/>
        </p:nvPicPr>
        <p:blipFill>
          <a:blip r:embed="rId5"/>
          <a:srcRect l="59562" t="64111" r="29938" b="10111"/>
          <a:stretch>
            <a:fillRect/>
          </a:stretch>
        </p:blipFill>
        <p:spPr>
          <a:xfrm>
            <a:off x="4310923" y="5047488"/>
            <a:ext cx="741610" cy="1024128"/>
          </a:xfrm>
          <a:prstGeom prst="rect">
            <a:avLst/>
          </a:prstGeom>
          <a:ln>
            <a:noFill/>
          </a:ln>
        </p:spPr>
      </p:pic>
      <p:sp>
        <p:nvSpPr>
          <p:cNvPr id="140" name="mechanism-phase-1-label"/>
          <p:cNvSpPr txBox="1"/>
          <p:nvPr/>
        </p:nvSpPr>
        <p:spPr>
          <a:xfrm>
            <a:off x="3703320" y="4805172"/>
            <a:ext cx="1956816" cy="105156"/>
          </a:xfrm>
        </p:spPr>
        <p:txBody>
          <a:bodyPr wrap="none" lIns="0" tIns="0" rIns="0" bIns="0" anchor="ctr"/>
          <a:lstStyle/>
          <a:p>
            <a:pPr algn="ctr"/>
            <a:r>
              <a:rPr lang="en-US" sz="740" dirty="0">
                <a:solidFill>
                  <a:srgbClr val="516C63"/>
                </a:solidFill>
                <a:latin typeface="Paperlogy 4 Regular"/>
              </a:rPr>
              <a:t>PHASE 1</a:t>
            </a:r>
            <a:endParaRPr lang="en-US" sz="740" dirty="0"/>
          </a:p>
        </p:txBody>
      </p:sp>
      <p:sp>
        <p:nvSpPr>
          <p:cNvPr id="141" name="mechanism-phase-1-title"/>
          <p:cNvSpPr txBox="1"/>
          <p:nvPr/>
        </p:nvSpPr>
        <p:spPr>
          <a:xfrm>
            <a:off x="3703320" y="4905756"/>
            <a:ext cx="1956816" cy="132588"/>
          </a:xfrm>
        </p:spPr>
        <p:txBody>
          <a:bodyPr wrap="none" lIns="0" tIns="0" rIns="0" bIns="0" anchor="ctr"/>
          <a:lstStyle/>
          <a:p>
            <a:pPr algn="ctr"/>
            <a:r>
              <a:rPr lang="en-US" sz="840" dirty="0">
                <a:solidFill>
                  <a:srgbClr val="334F45"/>
                </a:solidFill>
                <a:latin typeface="Paperlogy 5 Medium"/>
              </a:rPr>
              <a:t>CAPSULE APPLICATION</a:t>
            </a:r>
            <a:endParaRPr lang="en-US" sz="840" dirty="0"/>
          </a:p>
        </p:txBody>
      </p:sp>
      <p:pic>
        <p:nvPicPr>
          <p:cNvPr id="142" name="mechanism-phase-2-image"/>
          <p:cNvPicPr>
            <a:picLocks noChangeAspect="1"/>
          </p:cNvPicPr>
          <p:nvPr/>
        </p:nvPicPr>
        <p:blipFill>
          <a:blip r:embed="rId5"/>
          <a:srcRect l="70375" t="64111" r="19125" b="10111"/>
          <a:stretch>
            <a:fillRect/>
          </a:stretch>
        </p:blipFill>
        <p:spPr>
          <a:xfrm>
            <a:off x="6596923" y="5047488"/>
            <a:ext cx="741610" cy="1024128"/>
          </a:xfrm>
          <a:prstGeom prst="rect">
            <a:avLst/>
          </a:prstGeom>
          <a:ln>
            <a:noFill/>
          </a:ln>
        </p:spPr>
      </p:pic>
      <p:sp>
        <p:nvSpPr>
          <p:cNvPr id="143" name="mechanism-phase-2-label"/>
          <p:cNvSpPr txBox="1"/>
          <p:nvPr/>
        </p:nvSpPr>
        <p:spPr>
          <a:xfrm>
            <a:off x="5989320" y="4805172"/>
            <a:ext cx="1956816" cy="105156"/>
          </a:xfrm>
        </p:spPr>
        <p:txBody>
          <a:bodyPr wrap="none" lIns="0" tIns="0" rIns="0" bIns="0" anchor="ctr"/>
          <a:lstStyle/>
          <a:p>
            <a:pPr algn="ctr"/>
            <a:r>
              <a:rPr lang="en-US" sz="740">
                <a:solidFill>
                  <a:srgbClr val="516C63"/>
                </a:solidFill>
                <a:latin typeface="Paperlogy 4 Regular"/>
              </a:rPr>
              <a:t>PHASE 2</a:t>
            </a:r>
            <a:endParaRPr lang="en-US" sz="740"/>
          </a:p>
        </p:txBody>
      </p:sp>
      <p:sp>
        <p:nvSpPr>
          <p:cNvPr id="144" name="mechanism-phase-2-title"/>
          <p:cNvSpPr txBox="1"/>
          <p:nvPr/>
        </p:nvSpPr>
        <p:spPr>
          <a:xfrm>
            <a:off x="5989320" y="4905756"/>
            <a:ext cx="1956816" cy="132588"/>
          </a:xfrm>
        </p:spPr>
        <p:txBody>
          <a:bodyPr wrap="none" lIns="0" tIns="0" rIns="0" bIns="0" anchor="ctr"/>
          <a:lstStyle/>
          <a:p>
            <a:pPr algn="ctr"/>
            <a:r>
              <a:rPr lang="en-US" sz="840">
                <a:solidFill>
                  <a:srgbClr val="334F45"/>
                </a:solidFill>
                <a:latin typeface="Paperlogy 5 Medium"/>
              </a:rPr>
              <a:t>TRIGGER &amp; FRICTION</a:t>
            </a:r>
            <a:endParaRPr lang="en-US" sz="840"/>
          </a:p>
        </p:txBody>
      </p:sp>
      <p:pic>
        <p:nvPicPr>
          <p:cNvPr id="145" name="mechanism-phase-3-image"/>
          <p:cNvPicPr>
            <a:picLocks noChangeAspect="1"/>
          </p:cNvPicPr>
          <p:nvPr/>
        </p:nvPicPr>
        <p:blipFill>
          <a:blip r:embed="rId5"/>
          <a:srcRect l="81250" t="64111" r="8313" b="10111"/>
          <a:stretch>
            <a:fillRect/>
          </a:stretch>
        </p:blipFill>
        <p:spPr>
          <a:xfrm>
            <a:off x="8885130" y="5047488"/>
            <a:ext cx="737196" cy="1024128"/>
          </a:xfrm>
          <a:prstGeom prst="rect">
            <a:avLst/>
          </a:prstGeom>
          <a:ln>
            <a:noFill/>
          </a:ln>
        </p:spPr>
      </p:pic>
      <p:sp>
        <p:nvSpPr>
          <p:cNvPr id="146" name="mechanism-phase-3-label"/>
          <p:cNvSpPr txBox="1"/>
          <p:nvPr/>
        </p:nvSpPr>
        <p:spPr>
          <a:xfrm>
            <a:off x="8275320" y="4805172"/>
            <a:ext cx="1956816" cy="105156"/>
          </a:xfrm>
        </p:spPr>
        <p:txBody>
          <a:bodyPr wrap="none" lIns="0" tIns="0" rIns="0" bIns="0" anchor="ctr"/>
          <a:lstStyle/>
          <a:p>
            <a:pPr algn="ctr"/>
            <a:r>
              <a:rPr lang="en-US" sz="740">
                <a:solidFill>
                  <a:srgbClr val="516C63"/>
                </a:solidFill>
                <a:latin typeface="Paperlogy 4 Regular"/>
              </a:rPr>
              <a:t>PHASE 3</a:t>
            </a:r>
            <a:endParaRPr lang="en-US" sz="740"/>
          </a:p>
        </p:txBody>
      </p:sp>
      <p:sp>
        <p:nvSpPr>
          <p:cNvPr id="147" name="mechanism-phase-3-title"/>
          <p:cNvSpPr txBox="1"/>
          <p:nvPr/>
        </p:nvSpPr>
        <p:spPr>
          <a:xfrm>
            <a:off x="8275320" y="4905756"/>
            <a:ext cx="1956816" cy="132588"/>
          </a:xfrm>
        </p:spPr>
        <p:txBody>
          <a:bodyPr wrap="none" lIns="0" tIns="0" rIns="0" bIns="0" anchor="ctr"/>
          <a:lstStyle/>
          <a:p>
            <a:pPr algn="ctr"/>
            <a:r>
              <a:rPr lang="en-US" sz="840">
                <a:solidFill>
                  <a:srgbClr val="334F45"/>
                </a:solidFill>
                <a:latin typeface="Paperlogy 5 Medium"/>
              </a:rPr>
              <a:t>SCENT DIFFUSION</a:t>
            </a:r>
            <a:endParaRPr lang="en-US" sz="840"/>
          </a:p>
        </p:txBody>
      </p:sp>
      <p:sp>
        <p:nvSpPr>
          <p:cNvPr id="148" name="mechanism-arrow-1"/>
          <p:cNvSpPr/>
          <p:nvPr/>
        </p:nvSpPr>
        <p:spPr>
          <a:xfrm>
            <a:off x="5239512" y="5550408"/>
            <a:ext cx="1179576" cy="68580"/>
          </a:xfrm>
          <a:prstGeom prst="rightArrow">
            <a:avLst/>
          </a:prstGeom>
          <a:solidFill>
            <a:srgbClr val="91ADA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9" name="mechanism-arrow-2"/>
          <p:cNvSpPr/>
          <p:nvPr/>
        </p:nvSpPr>
        <p:spPr>
          <a:xfrm>
            <a:off x="7525512" y="5550408"/>
            <a:ext cx="1179576" cy="68580"/>
          </a:xfrm>
          <a:prstGeom prst="rightArrow">
            <a:avLst/>
          </a:prstGeom>
          <a:solidFill>
            <a:srgbClr val="91ADA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footer-page">
            <a:extLst>
              <a:ext uri="{FF2B5EF4-FFF2-40B4-BE49-F238E27FC236}">
                <a16:creationId xmlns:a16="http://schemas.microsoft.com/office/drawing/2014/main" id="{EE39AD9A-9D3E-16B2-B4CB-A269B19B40F4}"/>
              </a:ext>
            </a:extLst>
          </p:cNvPr>
          <p:cNvSpPr>
            <a:spLocks noGrp="1"/>
          </p:cNvSpPr>
          <p:nvPr/>
        </p:nvSpPr>
        <p:spPr>
          <a:xfrm>
            <a:off x="10244599" y="7293800"/>
            <a:ext cx="284006" cy="14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675" b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lang="en-US" sz="675" dirty="0">
                <a:solidFill>
                  <a:srgbClr val="315F4B"/>
                </a:solidFill>
                <a:latin typeface="Paperlogy 7 Bold"/>
                <a:ea typeface="Paperlogy 7 Bold"/>
                <a:cs typeface="Paperlogy 7 Bold"/>
              </a:rPr>
              <a:t>11</a:t>
            </a:r>
            <a:endParaRPr sz="675" b="0" dirty="0">
              <a:solidFill>
                <a:srgbClr val="315F4B"/>
              </a:solidFill>
              <a:latin typeface="Paperlogy 7 Bold"/>
              <a:ea typeface="Paperlogy 7 Bold"/>
              <a:cs typeface="Paperlogy 7 Bold"/>
            </a:endParaRPr>
          </a:p>
        </p:txBody>
      </p:sp>
    </p:spTree>
    <p:extLst>
      <p:ext uri="{BB962C8B-B14F-4D97-AF65-F5344CB8AC3E}">
        <p14:creationId xmlns:p14="http://schemas.microsoft.com/office/powerpoint/2010/main" val="3404992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ontents-background">
            <a:extLst>
              <a:ext uri="{FF2B5EF4-FFF2-40B4-BE49-F238E27FC236}">
                <a16:creationId xmlns:a16="http://schemas.microsoft.com/office/drawing/2014/main" id="{F0E62D1C-68A7-480B-B84F-5FC243117A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691813" cy="7559675"/>
          </a:xfrm>
          <a:prstGeom prst="rect">
            <a:avLst/>
          </a:prstGeom>
          <a:solidFill>
            <a:srgbClr val="FBFAF6"/>
          </a:solidFill>
          <a:ln w="0">
            <a:noFill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10" name="Picture 48" descr="봄 자연광 아래 흰 꽃과 크림색 벽">
            <a:extLst>
              <a:ext uri="{FF2B5EF4-FFF2-40B4-BE49-F238E27FC236}">
                <a16:creationId xmlns:a16="http://schemas.microsoft.com/office/drawing/2014/main" id="{77D27C71-326C-3A3E-7A73-F4A84055323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750" y="0"/>
            <a:ext cx="3167063" cy="7559675"/>
          </a:xfrm>
          <a:prstGeom prst="rect">
            <a:avLst/>
          </a:prstGeom>
        </p:spPr>
      </p:pic>
      <p:sp>
        <p:nvSpPr>
          <p:cNvPr id="3" name="contents-photo-edge">
            <a:extLst>
              <a:ext uri="{FF2B5EF4-FFF2-40B4-BE49-F238E27FC236}">
                <a16:creationId xmlns:a16="http://schemas.microsoft.com/office/drawing/2014/main" id="{9CE477CB-014C-45F6-8A46-3ED6AA073504}"/>
              </a:ext>
            </a:extLst>
          </p:cNvPr>
          <p:cNvSpPr>
            <a:spLocks noGrp="1"/>
          </p:cNvSpPr>
          <p:nvPr/>
        </p:nvSpPr>
        <p:spPr>
          <a:xfrm>
            <a:off x="7429500" y="0"/>
            <a:ext cx="95250" cy="7559675"/>
          </a:xfrm>
          <a:prstGeom prst="rect">
            <a:avLst/>
          </a:prstGeom>
          <a:solidFill>
            <a:srgbClr val="2E654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contents-image-wash">
            <a:extLst>
              <a:ext uri="{FF2B5EF4-FFF2-40B4-BE49-F238E27FC236}">
                <a16:creationId xmlns:a16="http://schemas.microsoft.com/office/drawing/2014/main" id="{28B61458-6C8B-42F2-8F88-4BB0AF4B548C}"/>
              </a:ext>
            </a:extLst>
          </p:cNvPr>
          <p:cNvSpPr>
            <a:spLocks noGrp="1"/>
          </p:cNvSpPr>
          <p:nvPr/>
        </p:nvSpPr>
        <p:spPr>
          <a:xfrm>
            <a:off x="7524750" y="0"/>
            <a:ext cx="3167063" cy="7559675"/>
          </a:xfrm>
          <a:prstGeom prst="rect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contents-kicker">
            <a:extLst>
              <a:ext uri="{FF2B5EF4-FFF2-40B4-BE49-F238E27FC236}">
                <a16:creationId xmlns:a16="http://schemas.microsoft.com/office/drawing/2014/main" id="{7DA390B5-C0CF-4614-AC6F-58D103AEC505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55A8B2"/>
                </a:solidFill>
                <a:latin typeface="페이퍼로지 6 SemiBold"/>
                <a:ea typeface="페이퍼로지 6 SemiBold"/>
                <a:cs typeface="페이퍼로지 6 SemiBold"/>
              </a:defRPr>
            </a:pPr>
            <a:r>
              <a:rPr lang="en-US" sz="975" b="0" dirty="0">
                <a:solidFill>
                  <a:srgbClr val="55A8B2"/>
                </a:solidFill>
                <a:latin typeface="페이퍼로지 6 SemiBold"/>
                <a:ea typeface="페이퍼로지 6 SemiBold"/>
                <a:cs typeface="페이퍼로지 6 SemiBold"/>
              </a:rPr>
              <a:t>CONTACT</a:t>
            </a:r>
            <a:endParaRPr sz="975" b="0" dirty="0">
              <a:solidFill>
                <a:srgbClr val="55A8B2"/>
              </a:solidFill>
              <a:latin typeface="페이퍼로지 6 SemiBold"/>
              <a:ea typeface="페이퍼로지 6 SemiBold"/>
              <a:cs typeface="페이퍼로지 6 SemiBold"/>
            </a:endParaRPr>
          </a:p>
        </p:txBody>
      </p:sp>
      <p:sp>
        <p:nvSpPr>
          <p:cNvPr id="6" name="contents-title">
            <a:extLst>
              <a:ext uri="{FF2B5EF4-FFF2-40B4-BE49-F238E27FC236}">
                <a16:creationId xmlns:a16="http://schemas.microsoft.com/office/drawing/2014/main" id="{F577A70C-F3A2-4859-A230-271B4C13AA79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4286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700" b="0">
                <a:solidFill>
                  <a:srgbClr val="2C3A34"/>
                </a:solidFill>
                <a:latin typeface="페이퍼로지 8 ExtraBold"/>
                <a:ea typeface="페이퍼로지 8 ExtraBold"/>
                <a:cs typeface="페이퍼로지 8 ExtraBold"/>
              </a:defRPr>
            </a:pPr>
            <a:r>
              <a:rPr lang="ko-KR" altLang="en-US" sz="2700" b="0" dirty="0">
                <a:solidFill>
                  <a:srgbClr val="2C3A34"/>
                </a:solidFill>
                <a:latin typeface="페이퍼로지 8 ExtraBold"/>
                <a:ea typeface="페이퍼로지 8 ExtraBold"/>
                <a:cs typeface="페이퍼로지 8 ExtraBold"/>
              </a:rPr>
              <a:t>문의 및 연락처</a:t>
            </a:r>
            <a:endParaRPr sz="2700" b="0" dirty="0">
              <a:solidFill>
                <a:srgbClr val="2C3A34"/>
              </a:solidFill>
              <a:latin typeface="페이퍼로지 8 ExtraBold"/>
              <a:ea typeface="페이퍼로지 8 ExtraBold"/>
              <a:cs typeface="페이퍼로지 8 ExtraBold"/>
            </a:endParaRPr>
          </a:p>
        </p:txBody>
      </p:sp>
      <p:sp>
        <p:nvSpPr>
          <p:cNvPr id="7" name="contents-intro">
            <a:extLst>
              <a:ext uri="{FF2B5EF4-FFF2-40B4-BE49-F238E27FC236}">
                <a16:creationId xmlns:a16="http://schemas.microsoft.com/office/drawing/2014/main" id="{934C1769-EA30-485E-B47B-6D0861AACAD1}"/>
              </a:ext>
            </a:extLst>
          </p:cNvPr>
          <p:cNvSpPr>
            <a:spLocks noGrp="1"/>
          </p:cNvSpPr>
          <p:nvPr/>
        </p:nvSpPr>
        <p:spPr>
          <a:xfrm>
            <a:off x="628650" y="1457325"/>
            <a:ext cx="5905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88" b="0">
                <a:solidFill>
                  <a:srgbClr val="6B7D74"/>
                </a:solidFill>
                <a:latin typeface="페이퍼로지 4 Regular"/>
                <a:ea typeface="페이퍼로지 4 Regular"/>
                <a:cs typeface="페이퍼로지 4 Regular"/>
              </a:defRPr>
            </a:pPr>
            <a:r>
              <a:rPr lang="ko-KR" altLang="en-US" sz="1088" b="0" dirty="0" err="1">
                <a:solidFill>
                  <a:srgbClr val="6B7D74"/>
                </a:solidFill>
                <a:latin typeface="페이퍼로지 4 Regular"/>
                <a:ea typeface="페이퍼로지 4 Regular"/>
                <a:cs typeface="페이퍼로지 4 Regular"/>
              </a:rPr>
              <a:t>리얼코스</a:t>
            </a:r>
            <a:r>
              <a:rPr lang="ko-KR" altLang="en-US" sz="1088" b="0" dirty="0">
                <a:solidFill>
                  <a:srgbClr val="6B7D74"/>
                </a:solidFill>
                <a:latin typeface="페이퍼로지 4 Regular"/>
                <a:ea typeface="페이퍼로지 4 Regular"/>
                <a:cs typeface="페이퍼로지 4 Regular"/>
              </a:rPr>
              <a:t> 제품 개발 및 협업 문의는 아래 연락처로 부탁드립니다</a:t>
            </a:r>
            <a:r>
              <a:rPr lang="en-US" altLang="ko-KR" sz="1088" b="0" dirty="0">
                <a:solidFill>
                  <a:srgbClr val="6B7D74"/>
                </a:solidFill>
                <a:latin typeface="페이퍼로지 4 Regular"/>
                <a:ea typeface="페이퍼로지 4 Regular"/>
                <a:cs typeface="페이퍼로지 4 Regular"/>
              </a:rPr>
              <a:t>.</a:t>
            </a:r>
            <a:endParaRPr sz="1088" b="0" dirty="0">
              <a:solidFill>
                <a:srgbClr val="6B7D74"/>
              </a:solidFill>
              <a:latin typeface="페이퍼로지 4 Regular"/>
              <a:ea typeface="페이퍼로지 4 Regular"/>
              <a:cs typeface="페이퍼로지 4 Regular"/>
            </a:endParaRPr>
          </a:p>
        </p:txBody>
      </p:sp>
      <p:sp>
        <p:nvSpPr>
          <p:cNvPr id="44" name="contents-footer-line">
            <a:extLst>
              <a:ext uri="{FF2B5EF4-FFF2-40B4-BE49-F238E27FC236}">
                <a16:creationId xmlns:a16="http://schemas.microsoft.com/office/drawing/2014/main" id="{370298BA-F1B2-4B4A-998B-5FA57D0FD98B}"/>
              </a:ext>
            </a:extLst>
          </p:cNvPr>
          <p:cNvSpPr>
            <a:spLocks noGrp="1"/>
          </p:cNvSpPr>
          <p:nvPr/>
        </p:nvSpPr>
        <p:spPr>
          <a:xfrm>
            <a:off x="609600" y="7010400"/>
            <a:ext cx="6343650" cy="0"/>
          </a:xfrm>
          <a:prstGeom prst="line">
            <a:avLst/>
          </a:prstGeom>
          <a:noFill/>
          <a:ln w="7620">
            <a:solidFill>
              <a:srgbClr val="CCD9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contents-footer-label">
            <a:extLst>
              <a:ext uri="{FF2B5EF4-FFF2-40B4-BE49-F238E27FC236}">
                <a16:creationId xmlns:a16="http://schemas.microsoft.com/office/drawing/2014/main" id="{85202C50-F1F8-4941-9FF0-922A286075BA}"/>
              </a:ext>
            </a:extLst>
          </p:cNvPr>
          <p:cNvSpPr>
            <a:spLocks noGrp="1"/>
          </p:cNvSpPr>
          <p:nvPr/>
        </p:nvSpPr>
        <p:spPr>
          <a:xfrm>
            <a:off x="609600" y="7105650"/>
            <a:ext cx="3143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38" b="0">
                <a:solidFill>
                  <a:srgbClr val="6B7D74"/>
                </a:solidFill>
                <a:latin typeface="페이퍼로지 5 Medium"/>
                <a:ea typeface="페이퍼로지 5 Medium"/>
                <a:cs typeface="페이퍼로지 5 Medium"/>
              </a:defRPr>
            </a:pPr>
            <a:r>
              <a:rPr sz="638" b="0" dirty="0">
                <a:solidFill>
                  <a:srgbClr val="6B7D74"/>
                </a:solidFill>
                <a:latin typeface="페이퍼로지 5 Medium"/>
                <a:ea typeface="페이퍼로지 5 Medium"/>
                <a:cs typeface="페이퍼로지 5 Medium"/>
              </a:rPr>
              <a:t>2027 SPRING </a:t>
            </a:r>
            <a:r>
              <a:rPr lang="en-US" sz="638" dirty="0">
                <a:solidFill>
                  <a:srgbClr val="6B7D74"/>
                </a:solidFill>
                <a:latin typeface="페이퍼로지 5 Medium"/>
                <a:ea typeface="페이퍼로지 5 Medium"/>
                <a:cs typeface="페이퍼로지 5 Medium"/>
              </a:rPr>
              <a:t>BEAUTY PRODUCT</a:t>
            </a:r>
            <a:r>
              <a:rPr sz="638" b="0" dirty="0">
                <a:solidFill>
                  <a:srgbClr val="6B7D74"/>
                </a:solidFill>
                <a:latin typeface="페이퍼로지 5 Medium"/>
                <a:ea typeface="페이퍼로지 5 Medium"/>
                <a:cs typeface="페이퍼로지 5 Medium"/>
              </a:rPr>
              <a:t> PROPOSAL</a:t>
            </a:r>
          </a:p>
        </p:txBody>
      </p:sp>
      <p:sp>
        <p:nvSpPr>
          <p:cNvPr id="47" name="contents-outer-border">
            <a:extLst>
              <a:ext uri="{FF2B5EF4-FFF2-40B4-BE49-F238E27FC236}">
                <a16:creationId xmlns:a16="http://schemas.microsoft.com/office/drawing/2014/main" id="{6DC2E23E-0784-4F5D-B20A-A8BBC185D8EF}"/>
              </a:ext>
            </a:extLst>
          </p:cNvPr>
          <p:cNvSpPr>
            <a:spLocks noGrp="1"/>
          </p:cNvSpPr>
          <p:nvPr/>
        </p:nvSpPr>
        <p:spPr>
          <a:xfrm>
            <a:off x="64770" y="64770"/>
            <a:ext cx="10562273" cy="7430135"/>
          </a:xfrm>
          <a:prstGeom prst="rect">
            <a:avLst/>
          </a:prstGeom>
          <a:noFill/>
          <a:ln w="7620">
            <a:solidFill>
              <a:srgbClr val="A9BF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contact-label-웹사이트">
            <a:extLst>
              <a:ext uri="{FF2B5EF4-FFF2-40B4-BE49-F238E27FC236}">
                <a16:creationId xmlns:a16="http://schemas.microsoft.com/office/drawing/2014/main" id="{A3C5783A-EAF2-5FAD-B562-B2CFE22267E3}"/>
              </a:ext>
            </a:extLst>
          </p:cNvPr>
          <p:cNvSpPr txBox="1"/>
          <p:nvPr/>
        </p:nvSpPr>
        <p:spPr>
          <a:xfrm>
            <a:off x="635000" y="2209800"/>
            <a:ext cx="12065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050" dirty="0">
                <a:solidFill>
                  <a:srgbClr val="6B7D74"/>
                </a:solidFill>
                <a:latin typeface="페이퍼로지 4 Regular" pitchFamily="2" charset="-127"/>
                <a:ea typeface="페이퍼로지 4 Regular" pitchFamily="2" charset="-127"/>
              </a:rPr>
              <a:t>웹사이트</a:t>
            </a:r>
          </a:p>
        </p:txBody>
      </p:sp>
      <p:sp>
        <p:nvSpPr>
          <p:cNvPr id="50" name="contact-value-웹사이트">
            <a:extLst>
              <a:ext uri="{FF2B5EF4-FFF2-40B4-BE49-F238E27FC236}">
                <a16:creationId xmlns:a16="http://schemas.microsoft.com/office/drawing/2014/main" id="{BBEDDF76-438D-A12A-5DD5-5188A8F7EEC2}"/>
              </a:ext>
            </a:extLst>
          </p:cNvPr>
          <p:cNvSpPr txBox="1"/>
          <p:nvPr/>
        </p:nvSpPr>
        <p:spPr>
          <a:xfrm>
            <a:off x="1955800" y="2184400"/>
            <a:ext cx="4991100" cy="2277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480" spc="-90" dirty="0">
                <a:solidFill>
                  <a:srgbClr val="2562EB"/>
                </a:solidFill>
                <a:latin typeface="페이퍼로지 6 SemiBold" pitchFamily="2" charset="-127"/>
                <a:ea typeface="페이퍼로지 6 SemiBold" pitchFamily="2" charset="-127"/>
                <a:cs typeface="Noto Sans JP"/>
                <a:hlinkClick r:id="rId4"/>
              </a:rPr>
              <a:t>www.realcos.co.kr</a:t>
            </a:r>
            <a:endParaRPr lang="ko-KR" altLang="en-US" sz="1480" dirty="0">
              <a:solidFill>
                <a:srgbClr val="2C3A34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cxnSp>
        <p:nvCxnSpPr>
          <p:cNvPr id="51" name="contact-rule-웹사이트">
            <a:extLst>
              <a:ext uri="{FF2B5EF4-FFF2-40B4-BE49-F238E27FC236}">
                <a16:creationId xmlns:a16="http://schemas.microsoft.com/office/drawing/2014/main" id="{ECBEDA52-18DF-29E7-DB85-1BBF39495901}"/>
              </a:ext>
            </a:extLst>
          </p:cNvPr>
          <p:cNvCxnSpPr/>
          <p:nvPr/>
        </p:nvCxnSpPr>
        <p:spPr>
          <a:xfrm>
            <a:off x="628650" y="2743200"/>
            <a:ext cx="6324600" cy="0"/>
          </a:xfrm>
          <a:prstGeom prst="line">
            <a:avLst/>
          </a:prstGeom>
          <a:ln w="8255">
            <a:solidFill>
              <a:srgbClr val="D3DC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ontact-label-이메일">
            <a:extLst>
              <a:ext uri="{FF2B5EF4-FFF2-40B4-BE49-F238E27FC236}">
                <a16:creationId xmlns:a16="http://schemas.microsoft.com/office/drawing/2014/main" id="{6D8B91B6-1A84-A193-F369-38B1C80AA1EF}"/>
              </a:ext>
            </a:extLst>
          </p:cNvPr>
          <p:cNvSpPr txBox="1"/>
          <p:nvPr/>
        </p:nvSpPr>
        <p:spPr>
          <a:xfrm>
            <a:off x="635000" y="3068808"/>
            <a:ext cx="12065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050">
                <a:solidFill>
                  <a:srgbClr val="6B7D74"/>
                </a:solidFill>
                <a:latin typeface="페이퍼로지 4 Regular" pitchFamily="2" charset="-127"/>
                <a:ea typeface="페이퍼로지 4 Regular" pitchFamily="2" charset="-127"/>
              </a:rPr>
              <a:t>이메일</a:t>
            </a:r>
          </a:p>
        </p:txBody>
      </p:sp>
      <p:sp>
        <p:nvSpPr>
          <p:cNvPr id="53" name="contact-value-이메일">
            <a:extLst>
              <a:ext uri="{FF2B5EF4-FFF2-40B4-BE49-F238E27FC236}">
                <a16:creationId xmlns:a16="http://schemas.microsoft.com/office/drawing/2014/main" id="{DF50ACAC-716B-2261-CDA1-DA6D5E3F9775}"/>
              </a:ext>
            </a:extLst>
          </p:cNvPr>
          <p:cNvSpPr txBox="1"/>
          <p:nvPr/>
        </p:nvSpPr>
        <p:spPr>
          <a:xfrm>
            <a:off x="1955800" y="3035722"/>
            <a:ext cx="4991100" cy="45550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480" spc="-95" dirty="0">
                <a:solidFill>
                  <a:srgbClr val="2562EB"/>
                </a:solidFill>
                <a:latin typeface="페이퍼로지 6 SemiBold" pitchFamily="2" charset="-127"/>
                <a:ea typeface="페이퍼로지 6 SemiBold" pitchFamily="2" charset="-127"/>
                <a:cs typeface="Noto Sans JP"/>
                <a:hlinkClick r:id="rId5"/>
              </a:rPr>
              <a:t>sales@realcoskorea.com</a:t>
            </a:r>
            <a:endParaRPr lang="en-US" altLang="ko-KR" sz="1480" dirty="0">
              <a:solidFill>
                <a:srgbClr val="2C3A34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endParaRPr lang="ko-KR" altLang="en-US" sz="1480" dirty="0">
              <a:solidFill>
                <a:srgbClr val="2C3A34"/>
              </a:solidFill>
              <a:latin typeface="페이퍼로지 6 SemiBold" pitchFamily="2" charset="-127"/>
            </a:endParaRPr>
          </a:p>
        </p:txBody>
      </p:sp>
      <p:cxnSp>
        <p:nvCxnSpPr>
          <p:cNvPr id="54" name="contact-rule-이메일">
            <a:extLst>
              <a:ext uri="{FF2B5EF4-FFF2-40B4-BE49-F238E27FC236}">
                <a16:creationId xmlns:a16="http://schemas.microsoft.com/office/drawing/2014/main" id="{CB2418CE-647E-2EAA-FD66-4800A1DF76AB}"/>
              </a:ext>
            </a:extLst>
          </p:cNvPr>
          <p:cNvCxnSpPr/>
          <p:nvPr/>
        </p:nvCxnSpPr>
        <p:spPr>
          <a:xfrm>
            <a:off x="628650" y="3556000"/>
            <a:ext cx="6324600" cy="0"/>
          </a:xfrm>
          <a:prstGeom prst="line">
            <a:avLst/>
          </a:prstGeom>
          <a:ln w="8255">
            <a:solidFill>
              <a:srgbClr val="D3DC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ontact-label-전화">
            <a:extLst>
              <a:ext uri="{FF2B5EF4-FFF2-40B4-BE49-F238E27FC236}">
                <a16:creationId xmlns:a16="http://schemas.microsoft.com/office/drawing/2014/main" id="{C531C1E8-CC37-7E8B-0272-449545ED0614}"/>
              </a:ext>
            </a:extLst>
          </p:cNvPr>
          <p:cNvSpPr txBox="1"/>
          <p:nvPr/>
        </p:nvSpPr>
        <p:spPr>
          <a:xfrm>
            <a:off x="635000" y="3881608"/>
            <a:ext cx="12065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050">
                <a:solidFill>
                  <a:srgbClr val="6B7D74"/>
                </a:solidFill>
                <a:latin typeface="페이퍼로지 4 Regular" pitchFamily="2" charset="-127"/>
                <a:ea typeface="페이퍼로지 4 Regular" pitchFamily="2" charset="-127"/>
              </a:rPr>
              <a:t>전화</a:t>
            </a:r>
          </a:p>
        </p:txBody>
      </p:sp>
      <p:sp>
        <p:nvSpPr>
          <p:cNvPr id="56" name="contact-value-전화">
            <a:extLst>
              <a:ext uri="{FF2B5EF4-FFF2-40B4-BE49-F238E27FC236}">
                <a16:creationId xmlns:a16="http://schemas.microsoft.com/office/drawing/2014/main" id="{84083EC1-A698-4F12-9967-2A8D189BA1C4}"/>
              </a:ext>
            </a:extLst>
          </p:cNvPr>
          <p:cNvSpPr txBox="1"/>
          <p:nvPr/>
        </p:nvSpPr>
        <p:spPr>
          <a:xfrm>
            <a:off x="1955800" y="3848522"/>
            <a:ext cx="4991100" cy="2277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480" dirty="0">
                <a:solidFill>
                  <a:srgbClr val="2C3A34"/>
                </a:solidFill>
                <a:latin typeface="페이퍼로지 6 SemiBold" pitchFamily="2" charset="-127"/>
              </a:rPr>
              <a:t>010-9463-7654</a:t>
            </a:r>
            <a:endParaRPr lang="ko-KR" altLang="en-US" sz="1480" dirty="0">
              <a:solidFill>
                <a:srgbClr val="2C3A34"/>
              </a:solidFill>
              <a:latin typeface="페이퍼로지 6 SemiBold" pitchFamily="2" charset="-127"/>
            </a:endParaRPr>
          </a:p>
        </p:txBody>
      </p:sp>
      <p:cxnSp>
        <p:nvCxnSpPr>
          <p:cNvPr id="57" name="contact-rule-전화">
            <a:extLst>
              <a:ext uri="{FF2B5EF4-FFF2-40B4-BE49-F238E27FC236}">
                <a16:creationId xmlns:a16="http://schemas.microsoft.com/office/drawing/2014/main" id="{ABCBDAEA-9716-0551-0F7C-32E9536DBAC4}"/>
              </a:ext>
            </a:extLst>
          </p:cNvPr>
          <p:cNvCxnSpPr/>
          <p:nvPr/>
        </p:nvCxnSpPr>
        <p:spPr>
          <a:xfrm>
            <a:off x="628650" y="4368800"/>
            <a:ext cx="6324600" cy="0"/>
          </a:xfrm>
          <a:prstGeom prst="line">
            <a:avLst/>
          </a:prstGeom>
          <a:ln w="8255">
            <a:solidFill>
              <a:srgbClr val="D3DC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ontact-label-본사(공장)">
            <a:extLst>
              <a:ext uri="{FF2B5EF4-FFF2-40B4-BE49-F238E27FC236}">
                <a16:creationId xmlns:a16="http://schemas.microsoft.com/office/drawing/2014/main" id="{9ABDA557-4062-F49B-7DFB-674BFBB21BEF}"/>
              </a:ext>
            </a:extLst>
          </p:cNvPr>
          <p:cNvSpPr txBox="1"/>
          <p:nvPr/>
        </p:nvSpPr>
        <p:spPr>
          <a:xfrm>
            <a:off x="635000" y="4546600"/>
            <a:ext cx="12065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050" dirty="0">
                <a:solidFill>
                  <a:srgbClr val="6B7D74"/>
                </a:solidFill>
                <a:latin typeface="페이퍼로지 4 Regular" pitchFamily="2" charset="-127"/>
                <a:ea typeface="페이퍼로지 4 Regular" pitchFamily="2" charset="-127"/>
              </a:rPr>
              <a:t>서울 사무소</a:t>
            </a:r>
          </a:p>
        </p:txBody>
      </p:sp>
      <p:sp>
        <p:nvSpPr>
          <p:cNvPr id="59" name="contact-value-본사(공장)">
            <a:extLst>
              <a:ext uri="{FF2B5EF4-FFF2-40B4-BE49-F238E27FC236}">
                <a16:creationId xmlns:a16="http://schemas.microsoft.com/office/drawing/2014/main" id="{13B32F34-CD08-BED8-6C98-39E33D259CB7}"/>
              </a:ext>
            </a:extLst>
          </p:cNvPr>
          <p:cNvSpPr txBox="1"/>
          <p:nvPr/>
        </p:nvSpPr>
        <p:spPr>
          <a:xfrm>
            <a:off x="1955800" y="4521200"/>
            <a:ext cx="49911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380" dirty="0">
                <a:solidFill>
                  <a:srgbClr val="2C3A34"/>
                </a:solidFill>
                <a:latin typeface="페이퍼로지 6 SemiBold" pitchFamily="2" charset="-127"/>
                <a:ea typeface="페이퍼로지 6 SemiBold" pitchFamily="2" charset="-127"/>
              </a:rPr>
              <a:t>서울시 강남구 </a:t>
            </a:r>
            <a:r>
              <a:rPr lang="ko-KR" altLang="en-US" sz="1380" dirty="0" err="1">
                <a:solidFill>
                  <a:srgbClr val="2C3A34"/>
                </a:solidFill>
                <a:latin typeface="페이퍼로지 6 SemiBold" pitchFamily="2" charset="-127"/>
                <a:ea typeface="페이퍼로지 6 SemiBold" pitchFamily="2" charset="-127"/>
              </a:rPr>
              <a:t>도곡로</a:t>
            </a:r>
            <a:r>
              <a:rPr lang="ko-KR" altLang="en-US" sz="1380" dirty="0">
                <a:solidFill>
                  <a:srgbClr val="2C3A34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en-US" altLang="ko-KR" sz="1380" dirty="0">
                <a:solidFill>
                  <a:srgbClr val="2C3A34"/>
                </a:solidFill>
                <a:latin typeface="페이퍼로지 6 SemiBold" pitchFamily="2" charset="-127"/>
                <a:ea typeface="페이퍼로지 6 SemiBold" pitchFamily="2" charset="-127"/>
              </a:rPr>
              <a:t>152 5</a:t>
            </a:r>
            <a:r>
              <a:rPr lang="ko-KR" altLang="en-US" sz="1380" dirty="0">
                <a:solidFill>
                  <a:srgbClr val="2C3A34"/>
                </a:solidFill>
                <a:latin typeface="페이퍼로지 6 SemiBold" pitchFamily="2" charset="-127"/>
                <a:ea typeface="페이퍼로지 6 SemiBold" pitchFamily="2" charset="-127"/>
              </a:rPr>
              <a:t>층</a:t>
            </a:r>
          </a:p>
        </p:txBody>
      </p:sp>
      <p:sp>
        <p:nvSpPr>
          <p:cNvPr id="61" name="contact-label-서울사무소">
            <a:extLst>
              <a:ext uri="{FF2B5EF4-FFF2-40B4-BE49-F238E27FC236}">
                <a16:creationId xmlns:a16="http://schemas.microsoft.com/office/drawing/2014/main" id="{ED81D2C2-4C63-416F-9839-B11314F486FE}"/>
              </a:ext>
            </a:extLst>
          </p:cNvPr>
          <p:cNvSpPr txBox="1"/>
          <p:nvPr/>
        </p:nvSpPr>
        <p:spPr>
          <a:xfrm>
            <a:off x="635000" y="4826000"/>
            <a:ext cx="12065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050" dirty="0">
                <a:solidFill>
                  <a:srgbClr val="6B7D74"/>
                </a:solidFill>
                <a:latin typeface="페이퍼로지 4 Regular" pitchFamily="2" charset="-127"/>
                <a:ea typeface="페이퍼로지 4 Regular" pitchFamily="2" charset="-127"/>
              </a:rPr>
              <a:t>본사</a:t>
            </a:r>
            <a:r>
              <a:rPr lang="en-US" altLang="ko-KR" sz="1050" dirty="0">
                <a:solidFill>
                  <a:srgbClr val="6B7D74"/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050" dirty="0">
                <a:solidFill>
                  <a:srgbClr val="6B7D74"/>
                </a:solidFill>
                <a:latin typeface="페이퍼로지 4 Regular" pitchFamily="2" charset="-127"/>
                <a:ea typeface="페이퍼로지 4 Regular" pitchFamily="2" charset="-127"/>
              </a:rPr>
              <a:t>공장</a:t>
            </a:r>
            <a:r>
              <a:rPr lang="en-US" altLang="ko-KR" sz="1050" dirty="0">
                <a:solidFill>
                  <a:srgbClr val="6B7D74"/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  <a:endParaRPr lang="ko-KR" altLang="en-US" sz="1050" dirty="0">
              <a:solidFill>
                <a:srgbClr val="6B7D74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2" name="contact-value-서울사무소">
            <a:extLst>
              <a:ext uri="{FF2B5EF4-FFF2-40B4-BE49-F238E27FC236}">
                <a16:creationId xmlns:a16="http://schemas.microsoft.com/office/drawing/2014/main" id="{D57DDBE4-9A36-489C-B68D-F01BDA286DE2}"/>
              </a:ext>
            </a:extLst>
          </p:cNvPr>
          <p:cNvSpPr txBox="1"/>
          <p:nvPr/>
        </p:nvSpPr>
        <p:spPr>
          <a:xfrm>
            <a:off x="1955800" y="4800600"/>
            <a:ext cx="49911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380" dirty="0">
                <a:solidFill>
                  <a:srgbClr val="2C3A34"/>
                </a:solidFill>
                <a:latin typeface="페이퍼로지 6 SemiBold" pitchFamily="2" charset="-127"/>
                <a:ea typeface="페이퍼로지 6 SemiBold" pitchFamily="2" charset="-127"/>
              </a:rPr>
              <a:t>경기도 안성시 </a:t>
            </a:r>
            <a:r>
              <a:rPr lang="ko-KR" altLang="en-US" sz="1380" dirty="0" err="1">
                <a:solidFill>
                  <a:srgbClr val="2C3A34"/>
                </a:solidFill>
                <a:latin typeface="페이퍼로지 6 SemiBold" pitchFamily="2" charset="-127"/>
                <a:ea typeface="페이퍼로지 6 SemiBold" pitchFamily="2" charset="-127"/>
              </a:rPr>
              <a:t>서운로</a:t>
            </a:r>
            <a:r>
              <a:rPr lang="ko-KR" altLang="en-US" sz="1380" dirty="0">
                <a:solidFill>
                  <a:srgbClr val="2C3A34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en-US" altLang="ko-KR" sz="1380" dirty="0">
                <a:solidFill>
                  <a:srgbClr val="2C3A34"/>
                </a:solidFill>
                <a:latin typeface="페이퍼로지 6 SemiBold" pitchFamily="2" charset="-127"/>
                <a:ea typeface="페이퍼로지 6 SemiBold" pitchFamily="2" charset="-127"/>
              </a:rPr>
              <a:t>673-6</a:t>
            </a:r>
            <a:endParaRPr lang="ko-KR" altLang="en-US" sz="1380" dirty="0">
              <a:solidFill>
                <a:srgbClr val="2C3A34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cxnSp>
        <p:nvCxnSpPr>
          <p:cNvPr id="60" name="contact-rule-본사(공장)">
            <a:extLst>
              <a:ext uri="{FF2B5EF4-FFF2-40B4-BE49-F238E27FC236}">
                <a16:creationId xmlns:a16="http://schemas.microsoft.com/office/drawing/2014/main" id="{8CB07DC3-DC47-8500-3F59-EE916986CE4F}"/>
              </a:ext>
            </a:extLst>
          </p:cNvPr>
          <p:cNvCxnSpPr/>
          <p:nvPr/>
        </p:nvCxnSpPr>
        <p:spPr>
          <a:xfrm>
            <a:off x="628650" y="5181600"/>
            <a:ext cx="6324600" cy="0"/>
          </a:xfrm>
          <a:prstGeom prst="line">
            <a:avLst/>
          </a:prstGeom>
          <a:ln w="8255">
            <a:solidFill>
              <a:srgbClr val="D3DC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Realcos transparent logo on contact slide" descr="리얼코스 배경 투명 로고">
            <a:extLst>
              <a:ext uri="{FF2B5EF4-FFF2-40B4-BE49-F238E27FC236}">
                <a16:creationId xmlns:a16="http://schemas.microsoft.com/office/drawing/2014/main" id="{429725C6-9C8C-84A9-EDE1-41128F99BE70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5753100"/>
            <a:ext cx="2095500" cy="70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9641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2766</TotalTime>
  <Words>2285</Words>
  <Application>Microsoft Office PowerPoint</Application>
  <DocSecurity>0</DocSecurity>
  <PresentationFormat>사용자 지정</PresentationFormat>
  <Paragraphs>530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7" baseType="lpstr">
      <vt:lpstr>HY울릉도M</vt:lpstr>
      <vt:lpstr>Microsoft GothicNeo Light</vt:lpstr>
      <vt:lpstr>페이퍼로지 3 Light</vt:lpstr>
      <vt:lpstr>Paperlogy 4 Regular</vt:lpstr>
      <vt:lpstr>Paperlogy 4 Regular</vt:lpstr>
      <vt:lpstr>Paperlogy 5 Medium</vt:lpstr>
      <vt:lpstr>Paperlogy 5 Medium</vt:lpstr>
      <vt:lpstr>페이퍼로지 6 SemiBold</vt:lpstr>
      <vt:lpstr>페이퍼로지 7 Bold</vt:lpstr>
      <vt:lpstr>페이퍼로지 7 Bold</vt:lpstr>
      <vt:lpstr>페이퍼로지 8 ExtraBold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신 태은</cp:lastModifiedBy>
  <cp:revision>164</cp:revision>
  <cp:lastPrinted>2026-10-05T23:57:58Z</cp:lastPrinted>
  <dcterms:created xsi:type="dcterms:W3CDTF">2026-09-18T02:21:55Z</dcterms:created>
  <dcterms:modified xsi:type="dcterms:W3CDTF">2026-10-06T00:37:19Z</dcterms:modified>
</cp:coreProperties>
</file>